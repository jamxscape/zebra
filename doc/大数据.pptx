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udio/unknown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9" r:id="rId3"/>
    <p:sldId id="284" r:id="rId4"/>
    <p:sldId id="263" r:id="rId5"/>
    <p:sldId id="285" r:id="rId6"/>
    <p:sldId id="267" r:id="rId7"/>
    <p:sldId id="286" r:id="rId8"/>
    <p:sldId id="264" r:id="rId9"/>
    <p:sldId id="289" r:id="rId10"/>
    <p:sldId id="268" r:id="rId11"/>
    <p:sldId id="287" r:id="rId12"/>
    <p:sldId id="273" r:id="rId13"/>
    <p:sldId id="288" r:id="rId14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B3CD"/>
    <a:srgbClr val="83C2DB"/>
    <a:srgbClr val="2980B4"/>
    <a:srgbClr val="4287C6"/>
    <a:srgbClr val="2780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58" autoAdjust="0"/>
    <p:restoredTop sz="96272"/>
  </p:normalViewPr>
  <p:slideViewPr>
    <p:cSldViewPr snapToGrid="0">
      <p:cViewPr>
        <p:scale>
          <a:sx n="128" d="100"/>
          <a:sy n="128" d="100"/>
        </p:scale>
        <p:origin x="1680" y="16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2018/11/5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7190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2018/11/5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6497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90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82868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0507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4349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14433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1502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30823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044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1287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4977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13238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41742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379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2018/11/5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/>
        </p:nvGrpSpPr>
        <p:grpSpPr>
          <a:xfrm>
            <a:off x="308838" y="263272"/>
            <a:ext cx="388686" cy="446797"/>
            <a:chOff x="5900667" y="-231575"/>
            <a:chExt cx="2044290" cy="2349920"/>
          </a:xfrm>
        </p:grpSpPr>
        <p:grpSp>
          <p:nvGrpSpPr>
            <p:cNvPr id="10" name="Group 4"/>
            <p:cNvGrpSpPr>
              <a:grpSpLocks noChangeAspect="1"/>
            </p:cNvGrpSpPr>
            <p:nvPr/>
          </p:nvGrpSpPr>
          <p:grpSpPr bwMode="auto">
            <a:xfrm>
              <a:off x="6322090" y="72485"/>
              <a:ext cx="1168465" cy="2045860"/>
              <a:chOff x="2724" y="205"/>
              <a:chExt cx="2232" cy="3908"/>
            </a:xfrm>
            <a:noFill/>
          </p:grpSpPr>
          <p:sp>
            <p:nvSpPr>
              <p:cNvPr id="22" name="Freeform 5"/>
              <p:cNvSpPr>
                <a:spLocks/>
              </p:cNvSpPr>
              <p:nvPr/>
            </p:nvSpPr>
            <p:spPr bwMode="auto">
              <a:xfrm>
                <a:off x="3373" y="3255"/>
                <a:ext cx="960" cy="858"/>
              </a:xfrm>
              <a:custGeom>
                <a:avLst/>
                <a:gdLst>
                  <a:gd name="T0" fmla="*/ 224 w 447"/>
                  <a:gd name="T1" fmla="*/ 5 h 400"/>
                  <a:gd name="T2" fmla="*/ 39 w 447"/>
                  <a:gd name="T3" fmla="*/ 0 h 400"/>
                  <a:gd name="T4" fmla="*/ 3 w 447"/>
                  <a:gd name="T5" fmla="*/ 0 h 400"/>
                  <a:gd name="T6" fmla="*/ 3 w 447"/>
                  <a:gd name="T7" fmla="*/ 43 h 400"/>
                  <a:gd name="T8" fmla="*/ 17 w 447"/>
                  <a:gd name="T9" fmla="*/ 61 h 400"/>
                  <a:gd name="T10" fmla="*/ 3 w 447"/>
                  <a:gd name="T11" fmla="*/ 88 h 400"/>
                  <a:gd name="T12" fmla="*/ 3 w 447"/>
                  <a:gd name="T13" fmla="*/ 105 h 400"/>
                  <a:gd name="T14" fmla="*/ 17 w 447"/>
                  <a:gd name="T15" fmla="*/ 122 h 400"/>
                  <a:gd name="T16" fmla="*/ 0 w 447"/>
                  <a:gd name="T17" fmla="*/ 150 h 400"/>
                  <a:gd name="T18" fmla="*/ 0 w 447"/>
                  <a:gd name="T19" fmla="*/ 166 h 400"/>
                  <a:gd name="T20" fmla="*/ 17 w 447"/>
                  <a:gd name="T21" fmla="*/ 180 h 400"/>
                  <a:gd name="T22" fmla="*/ 3 w 447"/>
                  <a:gd name="T23" fmla="*/ 214 h 400"/>
                  <a:gd name="T24" fmla="*/ 3 w 447"/>
                  <a:gd name="T25" fmla="*/ 225 h 400"/>
                  <a:gd name="T26" fmla="*/ 17 w 447"/>
                  <a:gd name="T27" fmla="*/ 258 h 400"/>
                  <a:gd name="T28" fmla="*/ 28 w 447"/>
                  <a:gd name="T29" fmla="*/ 275 h 400"/>
                  <a:gd name="T30" fmla="*/ 41 w 447"/>
                  <a:gd name="T31" fmla="*/ 293 h 400"/>
                  <a:gd name="T32" fmla="*/ 80 w 447"/>
                  <a:gd name="T33" fmla="*/ 330 h 400"/>
                  <a:gd name="T34" fmla="*/ 92 w 447"/>
                  <a:gd name="T35" fmla="*/ 330 h 400"/>
                  <a:gd name="T36" fmla="*/ 142 w 447"/>
                  <a:gd name="T37" fmla="*/ 387 h 400"/>
                  <a:gd name="T38" fmla="*/ 197 w 447"/>
                  <a:gd name="T39" fmla="*/ 399 h 400"/>
                  <a:gd name="T40" fmla="*/ 223 w 447"/>
                  <a:gd name="T41" fmla="*/ 394 h 400"/>
                  <a:gd name="T42" fmla="*/ 250 w 447"/>
                  <a:gd name="T43" fmla="*/ 399 h 400"/>
                  <a:gd name="T44" fmla="*/ 304 w 447"/>
                  <a:gd name="T45" fmla="*/ 387 h 400"/>
                  <a:gd name="T46" fmla="*/ 355 w 447"/>
                  <a:gd name="T47" fmla="*/ 330 h 400"/>
                  <a:gd name="T48" fmla="*/ 366 w 447"/>
                  <a:gd name="T49" fmla="*/ 330 h 400"/>
                  <a:gd name="T50" fmla="*/ 405 w 447"/>
                  <a:gd name="T51" fmla="*/ 293 h 400"/>
                  <a:gd name="T52" fmla="*/ 418 w 447"/>
                  <a:gd name="T53" fmla="*/ 275 h 400"/>
                  <a:gd name="T54" fmla="*/ 430 w 447"/>
                  <a:gd name="T55" fmla="*/ 258 h 400"/>
                  <a:gd name="T56" fmla="*/ 444 w 447"/>
                  <a:gd name="T57" fmla="*/ 225 h 400"/>
                  <a:gd name="T58" fmla="*/ 444 w 447"/>
                  <a:gd name="T59" fmla="*/ 214 h 400"/>
                  <a:gd name="T60" fmla="*/ 430 w 447"/>
                  <a:gd name="T61" fmla="*/ 180 h 400"/>
                  <a:gd name="T62" fmla="*/ 447 w 447"/>
                  <a:gd name="T63" fmla="*/ 166 h 400"/>
                  <a:gd name="T64" fmla="*/ 447 w 447"/>
                  <a:gd name="T65" fmla="*/ 150 h 400"/>
                  <a:gd name="T66" fmla="*/ 430 w 447"/>
                  <a:gd name="T67" fmla="*/ 122 h 400"/>
                  <a:gd name="T68" fmla="*/ 444 w 447"/>
                  <a:gd name="T69" fmla="*/ 105 h 400"/>
                  <a:gd name="T70" fmla="*/ 444 w 447"/>
                  <a:gd name="T71" fmla="*/ 88 h 400"/>
                  <a:gd name="T72" fmla="*/ 430 w 447"/>
                  <a:gd name="T73" fmla="*/ 61 h 400"/>
                  <a:gd name="T74" fmla="*/ 444 w 447"/>
                  <a:gd name="T75" fmla="*/ 43 h 400"/>
                  <a:gd name="T76" fmla="*/ 444 w 447"/>
                  <a:gd name="T77" fmla="*/ 0 h 400"/>
                  <a:gd name="T78" fmla="*/ 224 w 447"/>
                  <a:gd name="T79" fmla="*/ 5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447" h="400">
                    <a:moveTo>
                      <a:pt x="224" y="5"/>
                    </a:moveTo>
                    <a:cubicBezTo>
                      <a:pt x="224" y="5"/>
                      <a:pt x="112" y="3"/>
                      <a:pt x="39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3" y="43"/>
                      <a:pt x="5" y="56"/>
                      <a:pt x="17" y="61"/>
                    </a:cubicBezTo>
                    <a:cubicBezTo>
                      <a:pt x="17" y="61"/>
                      <a:pt x="19" y="79"/>
                      <a:pt x="3" y="88"/>
                    </a:cubicBezTo>
                    <a:cubicBezTo>
                      <a:pt x="3" y="105"/>
                      <a:pt x="3" y="105"/>
                      <a:pt x="3" y="105"/>
                    </a:cubicBezTo>
                    <a:cubicBezTo>
                      <a:pt x="3" y="105"/>
                      <a:pt x="14" y="114"/>
                      <a:pt x="17" y="122"/>
                    </a:cubicBezTo>
                    <a:cubicBezTo>
                      <a:pt x="19" y="130"/>
                      <a:pt x="5" y="148"/>
                      <a:pt x="0" y="150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166"/>
                      <a:pt x="13" y="168"/>
                      <a:pt x="17" y="180"/>
                    </a:cubicBezTo>
                    <a:cubicBezTo>
                      <a:pt x="21" y="192"/>
                      <a:pt x="10" y="210"/>
                      <a:pt x="3" y="214"/>
                    </a:cubicBezTo>
                    <a:cubicBezTo>
                      <a:pt x="3" y="225"/>
                      <a:pt x="3" y="225"/>
                      <a:pt x="3" y="225"/>
                    </a:cubicBezTo>
                    <a:cubicBezTo>
                      <a:pt x="3" y="225"/>
                      <a:pt x="25" y="238"/>
                      <a:pt x="17" y="258"/>
                    </a:cubicBezTo>
                    <a:cubicBezTo>
                      <a:pt x="17" y="258"/>
                      <a:pt x="10" y="268"/>
                      <a:pt x="28" y="275"/>
                    </a:cubicBezTo>
                    <a:cubicBezTo>
                      <a:pt x="28" y="275"/>
                      <a:pt x="38" y="285"/>
                      <a:pt x="41" y="293"/>
                    </a:cubicBezTo>
                    <a:cubicBezTo>
                      <a:pt x="45" y="301"/>
                      <a:pt x="72" y="329"/>
                      <a:pt x="80" y="330"/>
                    </a:cubicBezTo>
                    <a:cubicBezTo>
                      <a:pt x="92" y="330"/>
                      <a:pt x="92" y="330"/>
                      <a:pt x="92" y="330"/>
                    </a:cubicBezTo>
                    <a:cubicBezTo>
                      <a:pt x="92" y="330"/>
                      <a:pt x="129" y="369"/>
                      <a:pt x="142" y="387"/>
                    </a:cubicBezTo>
                    <a:cubicBezTo>
                      <a:pt x="142" y="387"/>
                      <a:pt x="172" y="400"/>
                      <a:pt x="197" y="399"/>
                    </a:cubicBezTo>
                    <a:cubicBezTo>
                      <a:pt x="197" y="399"/>
                      <a:pt x="213" y="394"/>
                      <a:pt x="223" y="394"/>
                    </a:cubicBezTo>
                    <a:cubicBezTo>
                      <a:pt x="234" y="394"/>
                      <a:pt x="250" y="399"/>
                      <a:pt x="250" y="399"/>
                    </a:cubicBezTo>
                    <a:cubicBezTo>
                      <a:pt x="275" y="400"/>
                      <a:pt x="304" y="387"/>
                      <a:pt x="304" y="387"/>
                    </a:cubicBezTo>
                    <a:cubicBezTo>
                      <a:pt x="317" y="369"/>
                      <a:pt x="355" y="330"/>
                      <a:pt x="355" y="330"/>
                    </a:cubicBezTo>
                    <a:cubicBezTo>
                      <a:pt x="366" y="330"/>
                      <a:pt x="366" y="330"/>
                      <a:pt x="366" y="330"/>
                    </a:cubicBezTo>
                    <a:cubicBezTo>
                      <a:pt x="374" y="329"/>
                      <a:pt x="401" y="301"/>
                      <a:pt x="405" y="293"/>
                    </a:cubicBezTo>
                    <a:cubicBezTo>
                      <a:pt x="409" y="285"/>
                      <a:pt x="418" y="275"/>
                      <a:pt x="418" y="275"/>
                    </a:cubicBezTo>
                    <a:cubicBezTo>
                      <a:pt x="436" y="268"/>
                      <a:pt x="430" y="258"/>
                      <a:pt x="430" y="258"/>
                    </a:cubicBezTo>
                    <a:cubicBezTo>
                      <a:pt x="422" y="238"/>
                      <a:pt x="444" y="225"/>
                      <a:pt x="444" y="225"/>
                    </a:cubicBezTo>
                    <a:cubicBezTo>
                      <a:pt x="444" y="214"/>
                      <a:pt x="444" y="214"/>
                      <a:pt x="444" y="214"/>
                    </a:cubicBezTo>
                    <a:cubicBezTo>
                      <a:pt x="436" y="210"/>
                      <a:pt x="426" y="192"/>
                      <a:pt x="430" y="180"/>
                    </a:cubicBezTo>
                    <a:cubicBezTo>
                      <a:pt x="434" y="168"/>
                      <a:pt x="447" y="166"/>
                      <a:pt x="447" y="166"/>
                    </a:cubicBezTo>
                    <a:cubicBezTo>
                      <a:pt x="447" y="150"/>
                      <a:pt x="447" y="150"/>
                      <a:pt x="447" y="150"/>
                    </a:cubicBezTo>
                    <a:cubicBezTo>
                      <a:pt x="442" y="148"/>
                      <a:pt x="427" y="130"/>
                      <a:pt x="430" y="122"/>
                    </a:cubicBezTo>
                    <a:cubicBezTo>
                      <a:pt x="433" y="114"/>
                      <a:pt x="444" y="105"/>
                      <a:pt x="444" y="105"/>
                    </a:cubicBezTo>
                    <a:cubicBezTo>
                      <a:pt x="444" y="88"/>
                      <a:pt x="444" y="88"/>
                      <a:pt x="444" y="88"/>
                    </a:cubicBezTo>
                    <a:cubicBezTo>
                      <a:pt x="427" y="79"/>
                      <a:pt x="430" y="61"/>
                      <a:pt x="430" y="61"/>
                    </a:cubicBezTo>
                    <a:cubicBezTo>
                      <a:pt x="442" y="56"/>
                      <a:pt x="444" y="43"/>
                      <a:pt x="444" y="43"/>
                    </a:cubicBezTo>
                    <a:cubicBezTo>
                      <a:pt x="444" y="0"/>
                      <a:pt x="444" y="0"/>
                      <a:pt x="444" y="0"/>
                    </a:cubicBezTo>
                    <a:cubicBezTo>
                      <a:pt x="383" y="3"/>
                      <a:pt x="224" y="5"/>
                      <a:pt x="224" y="5"/>
                    </a:cubicBezTo>
                    <a:close/>
                  </a:path>
                </a:pathLst>
              </a:custGeom>
              <a:grpFill/>
              <a:ln w="6350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3" name="Freeform 6"/>
              <p:cNvSpPr>
                <a:spLocks/>
              </p:cNvSpPr>
              <p:nvPr/>
            </p:nvSpPr>
            <p:spPr bwMode="auto">
              <a:xfrm>
                <a:off x="3596" y="3285"/>
                <a:ext cx="728" cy="75"/>
              </a:xfrm>
              <a:custGeom>
                <a:avLst/>
                <a:gdLst>
                  <a:gd name="T0" fmla="*/ 0 w 339"/>
                  <a:gd name="T1" fmla="*/ 2 h 35"/>
                  <a:gd name="T2" fmla="*/ 321 w 339"/>
                  <a:gd name="T3" fmla="*/ 0 h 35"/>
                  <a:gd name="T4" fmla="*/ 314 w 339"/>
                  <a:gd name="T5" fmla="*/ 35 h 35"/>
                  <a:gd name="T6" fmla="*/ 7 w 339"/>
                  <a:gd name="T7" fmla="*/ 31 h 35"/>
                  <a:gd name="T8" fmla="*/ 278 w 339"/>
                  <a:gd name="T9" fmla="*/ 17 h 35"/>
                  <a:gd name="T10" fmla="*/ 0 w 339"/>
                  <a:gd name="T11" fmla="*/ 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9" h="35">
                    <a:moveTo>
                      <a:pt x="0" y="2"/>
                    </a:moveTo>
                    <a:cubicBezTo>
                      <a:pt x="0" y="2"/>
                      <a:pt x="238" y="11"/>
                      <a:pt x="321" y="0"/>
                    </a:cubicBezTo>
                    <a:cubicBezTo>
                      <a:pt x="321" y="0"/>
                      <a:pt x="339" y="21"/>
                      <a:pt x="314" y="35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7" y="31"/>
                      <a:pt x="264" y="26"/>
                      <a:pt x="278" y="17"/>
                    </a:cubicBezTo>
                    <a:cubicBezTo>
                      <a:pt x="278" y="17"/>
                      <a:pt x="69" y="4"/>
                      <a:pt x="0" y="2"/>
                    </a:cubicBezTo>
                    <a:close/>
                  </a:path>
                </a:pathLst>
              </a:custGeom>
              <a:grpFill/>
              <a:ln w="6350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4" name="Freeform 7"/>
              <p:cNvSpPr>
                <a:spLocks/>
              </p:cNvSpPr>
              <p:nvPr/>
            </p:nvSpPr>
            <p:spPr bwMode="auto">
              <a:xfrm>
                <a:off x="3446" y="3399"/>
                <a:ext cx="792" cy="70"/>
              </a:xfrm>
              <a:custGeom>
                <a:avLst/>
                <a:gdLst>
                  <a:gd name="T0" fmla="*/ 0 w 369"/>
                  <a:gd name="T1" fmla="*/ 0 h 33"/>
                  <a:gd name="T2" fmla="*/ 369 w 369"/>
                  <a:gd name="T3" fmla="*/ 0 h 33"/>
                  <a:gd name="T4" fmla="*/ 0 w 369"/>
                  <a:gd name="T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3">
                    <a:moveTo>
                      <a:pt x="0" y="0"/>
                    </a:moveTo>
                    <a:cubicBezTo>
                      <a:pt x="0" y="0"/>
                      <a:pt x="203" y="20"/>
                      <a:pt x="369" y="0"/>
                    </a:cubicBezTo>
                    <a:cubicBezTo>
                      <a:pt x="369" y="0"/>
                      <a:pt x="143" y="33"/>
                      <a:pt x="0" y="0"/>
                    </a:cubicBezTo>
                    <a:close/>
                  </a:path>
                </a:pathLst>
              </a:custGeom>
              <a:grpFill/>
              <a:ln w="6350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5" name="Freeform 8"/>
              <p:cNvSpPr>
                <a:spLocks/>
              </p:cNvSpPr>
              <p:nvPr/>
            </p:nvSpPr>
            <p:spPr bwMode="auto">
              <a:xfrm>
                <a:off x="3450" y="3502"/>
                <a:ext cx="793" cy="70"/>
              </a:xfrm>
              <a:custGeom>
                <a:avLst/>
                <a:gdLst>
                  <a:gd name="T0" fmla="*/ 0 w 369"/>
                  <a:gd name="T1" fmla="*/ 0 h 33"/>
                  <a:gd name="T2" fmla="*/ 369 w 369"/>
                  <a:gd name="T3" fmla="*/ 0 h 33"/>
                  <a:gd name="T4" fmla="*/ 0 w 369"/>
                  <a:gd name="T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3">
                    <a:moveTo>
                      <a:pt x="0" y="0"/>
                    </a:moveTo>
                    <a:cubicBezTo>
                      <a:pt x="0" y="0"/>
                      <a:pt x="204" y="20"/>
                      <a:pt x="369" y="0"/>
                    </a:cubicBezTo>
                    <a:cubicBezTo>
                      <a:pt x="369" y="0"/>
                      <a:pt x="144" y="33"/>
                      <a:pt x="0" y="0"/>
                    </a:cubicBezTo>
                    <a:close/>
                  </a:path>
                </a:pathLst>
              </a:custGeom>
              <a:grpFill/>
              <a:ln w="6350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6" name="Freeform 9"/>
              <p:cNvSpPr>
                <a:spLocks/>
              </p:cNvSpPr>
              <p:nvPr/>
            </p:nvSpPr>
            <p:spPr bwMode="auto">
              <a:xfrm>
                <a:off x="3450" y="3622"/>
                <a:ext cx="793" cy="68"/>
              </a:xfrm>
              <a:custGeom>
                <a:avLst/>
                <a:gdLst>
                  <a:gd name="T0" fmla="*/ 0 w 369"/>
                  <a:gd name="T1" fmla="*/ 0 h 32"/>
                  <a:gd name="T2" fmla="*/ 369 w 369"/>
                  <a:gd name="T3" fmla="*/ 0 h 32"/>
                  <a:gd name="T4" fmla="*/ 0 w 369"/>
                  <a:gd name="T5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2">
                    <a:moveTo>
                      <a:pt x="0" y="0"/>
                    </a:moveTo>
                    <a:cubicBezTo>
                      <a:pt x="0" y="0"/>
                      <a:pt x="204" y="19"/>
                      <a:pt x="369" y="0"/>
                    </a:cubicBezTo>
                    <a:cubicBezTo>
                      <a:pt x="369" y="0"/>
                      <a:pt x="144" y="32"/>
                      <a:pt x="0" y="0"/>
                    </a:cubicBezTo>
                    <a:close/>
                  </a:path>
                </a:pathLst>
              </a:custGeom>
              <a:grpFill/>
              <a:ln w="6350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7" name="Freeform 10"/>
              <p:cNvSpPr>
                <a:spLocks/>
              </p:cNvSpPr>
              <p:nvPr/>
            </p:nvSpPr>
            <p:spPr bwMode="auto">
              <a:xfrm>
                <a:off x="3459" y="3725"/>
                <a:ext cx="792" cy="68"/>
              </a:xfrm>
              <a:custGeom>
                <a:avLst/>
                <a:gdLst>
                  <a:gd name="T0" fmla="*/ 0 w 369"/>
                  <a:gd name="T1" fmla="*/ 0 h 32"/>
                  <a:gd name="T2" fmla="*/ 369 w 369"/>
                  <a:gd name="T3" fmla="*/ 0 h 32"/>
                  <a:gd name="T4" fmla="*/ 0 w 369"/>
                  <a:gd name="T5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2">
                    <a:moveTo>
                      <a:pt x="0" y="0"/>
                    </a:moveTo>
                    <a:cubicBezTo>
                      <a:pt x="0" y="0"/>
                      <a:pt x="203" y="19"/>
                      <a:pt x="369" y="0"/>
                    </a:cubicBezTo>
                    <a:cubicBezTo>
                      <a:pt x="369" y="0"/>
                      <a:pt x="144" y="32"/>
                      <a:pt x="0" y="0"/>
                    </a:cubicBezTo>
                    <a:close/>
                  </a:path>
                </a:pathLst>
              </a:custGeom>
              <a:grpFill/>
              <a:ln w="6350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8" name="Freeform 11"/>
              <p:cNvSpPr>
                <a:spLocks/>
              </p:cNvSpPr>
              <p:nvPr/>
            </p:nvSpPr>
            <p:spPr bwMode="auto">
              <a:xfrm>
                <a:off x="3457" y="3826"/>
                <a:ext cx="792" cy="68"/>
              </a:xfrm>
              <a:custGeom>
                <a:avLst/>
                <a:gdLst>
                  <a:gd name="T0" fmla="*/ 0 w 369"/>
                  <a:gd name="T1" fmla="*/ 0 h 32"/>
                  <a:gd name="T2" fmla="*/ 369 w 369"/>
                  <a:gd name="T3" fmla="*/ 0 h 32"/>
                  <a:gd name="T4" fmla="*/ 0 w 369"/>
                  <a:gd name="T5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2">
                    <a:moveTo>
                      <a:pt x="0" y="0"/>
                    </a:moveTo>
                    <a:cubicBezTo>
                      <a:pt x="0" y="0"/>
                      <a:pt x="203" y="19"/>
                      <a:pt x="369" y="0"/>
                    </a:cubicBezTo>
                    <a:cubicBezTo>
                      <a:pt x="369" y="0"/>
                      <a:pt x="144" y="32"/>
                      <a:pt x="0" y="0"/>
                    </a:cubicBezTo>
                    <a:close/>
                  </a:path>
                </a:pathLst>
              </a:custGeom>
              <a:grpFill/>
              <a:ln w="6350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9" name="Freeform 12"/>
              <p:cNvSpPr>
                <a:spLocks/>
              </p:cNvSpPr>
              <p:nvPr/>
            </p:nvSpPr>
            <p:spPr bwMode="auto">
              <a:xfrm>
                <a:off x="3841" y="3941"/>
                <a:ext cx="275" cy="140"/>
              </a:xfrm>
              <a:custGeom>
                <a:avLst/>
                <a:gdLst>
                  <a:gd name="T0" fmla="*/ 0 w 128"/>
                  <a:gd name="T1" fmla="*/ 0 h 65"/>
                  <a:gd name="T2" fmla="*/ 128 w 128"/>
                  <a:gd name="T3" fmla="*/ 0 h 65"/>
                  <a:gd name="T4" fmla="*/ 71 w 128"/>
                  <a:gd name="T5" fmla="*/ 65 h 65"/>
                  <a:gd name="T6" fmla="*/ 69 w 128"/>
                  <a:gd name="T7" fmla="*/ 18 h 65"/>
                  <a:gd name="T8" fmla="*/ 0 w 128"/>
                  <a:gd name="T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" h="65">
                    <a:moveTo>
                      <a:pt x="0" y="0"/>
                    </a:moveTo>
                    <a:cubicBezTo>
                      <a:pt x="0" y="0"/>
                      <a:pt x="95" y="6"/>
                      <a:pt x="128" y="0"/>
                    </a:cubicBezTo>
                    <a:cubicBezTo>
                      <a:pt x="71" y="65"/>
                      <a:pt x="71" y="65"/>
                      <a:pt x="71" y="65"/>
                    </a:cubicBezTo>
                    <a:cubicBezTo>
                      <a:pt x="71" y="65"/>
                      <a:pt x="94" y="19"/>
                      <a:pt x="69" y="18"/>
                    </a:cubicBezTo>
                    <a:cubicBezTo>
                      <a:pt x="45" y="17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6350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0" name="Freeform 13"/>
              <p:cNvSpPr>
                <a:spLocks/>
              </p:cNvSpPr>
              <p:nvPr/>
            </p:nvSpPr>
            <p:spPr bwMode="auto">
              <a:xfrm>
                <a:off x="3650" y="3422"/>
                <a:ext cx="281" cy="103"/>
              </a:xfrm>
              <a:custGeom>
                <a:avLst/>
                <a:gdLst>
                  <a:gd name="T0" fmla="*/ 65 w 131"/>
                  <a:gd name="T1" fmla="*/ 1 h 48"/>
                  <a:gd name="T2" fmla="*/ 0 w 131"/>
                  <a:gd name="T3" fmla="*/ 1 h 48"/>
                  <a:gd name="T4" fmla="*/ 91 w 131"/>
                  <a:gd name="T5" fmla="*/ 45 h 48"/>
                  <a:gd name="T6" fmla="*/ 131 w 131"/>
                  <a:gd name="T7" fmla="*/ 48 h 48"/>
                  <a:gd name="T8" fmla="*/ 90 w 131"/>
                  <a:gd name="T9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48">
                    <a:moveTo>
                      <a:pt x="65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23" y="34"/>
                      <a:pt x="91" y="45"/>
                    </a:cubicBezTo>
                    <a:cubicBezTo>
                      <a:pt x="83" y="48"/>
                      <a:pt x="131" y="48"/>
                      <a:pt x="131" y="48"/>
                    </a:cubicBezTo>
                    <a:cubicBezTo>
                      <a:pt x="131" y="48"/>
                      <a:pt x="83" y="10"/>
                      <a:pt x="90" y="0"/>
                    </a:cubicBezTo>
                  </a:path>
                </a:pathLst>
              </a:custGeom>
              <a:grpFill/>
              <a:ln w="6350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1" name="Freeform 14"/>
              <p:cNvSpPr>
                <a:spLocks/>
              </p:cNvSpPr>
              <p:nvPr/>
            </p:nvSpPr>
            <p:spPr bwMode="auto">
              <a:xfrm>
                <a:off x="3656" y="3519"/>
                <a:ext cx="282" cy="129"/>
              </a:xfrm>
              <a:custGeom>
                <a:avLst/>
                <a:gdLst>
                  <a:gd name="T0" fmla="*/ 65 w 131"/>
                  <a:gd name="T1" fmla="*/ 2 h 60"/>
                  <a:gd name="T2" fmla="*/ 0 w 131"/>
                  <a:gd name="T3" fmla="*/ 2 h 60"/>
                  <a:gd name="T4" fmla="*/ 91 w 131"/>
                  <a:gd name="T5" fmla="*/ 56 h 60"/>
                  <a:gd name="T6" fmla="*/ 131 w 131"/>
                  <a:gd name="T7" fmla="*/ 60 h 60"/>
                  <a:gd name="T8" fmla="*/ 89 w 131"/>
                  <a:gd name="T9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60">
                    <a:moveTo>
                      <a:pt x="65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123" y="43"/>
                      <a:pt x="91" y="56"/>
                    </a:cubicBezTo>
                    <a:cubicBezTo>
                      <a:pt x="83" y="60"/>
                      <a:pt x="131" y="60"/>
                      <a:pt x="131" y="60"/>
                    </a:cubicBezTo>
                    <a:cubicBezTo>
                      <a:pt x="131" y="60"/>
                      <a:pt x="83" y="13"/>
                      <a:pt x="89" y="0"/>
                    </a:cubicBezTo>
                  </a:path>
                </a:pathLst>
              </a:custGeom>
              <a:grpFill/>
              <a:ln w="6350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2" name="Freeform 15"/>
              <p:cNvSpPr>
                <a:spLocks/>
              </p:cNvSpPr>
              <p:nvPr/>
            </p:nvSpPr>
            <p:spPr bwMode="auto">
              <a:xfrm>
                <a:off x="3759" y="3641"/>
                <a:ext cx="282" cy="109"/>
              </a:xfrm>
              <a:custGeom>
                <a:avLst/>
                <a:gdLst>
                  <a:gd name="T0" fmla="*/ 65 w 131"/>
                  <a:gd name="T1" fmla="*/ 1 h 51"/>
                  <a:gd name="T2" fmla="*/ 0 w 131"/>
                  <a:gd name="T3" fmla="*/ 1 h 51"/>
                  <a:gd name="T4" fmla="*/ 91 w 131"/>
                  <a:gd name="T5" fmla="*/ 48 h 51"/>
                  <a:gd name="T6" fmla="*/ 131 w 131"/>
                  <a:gd name="T7" fmla="*/ 51 h 51"/>
                  <a:gd name="T8" fmla="*/ 89 w 131"/>
                  <a:gd name="T9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51">
                    <a:moveTo>
                      <a:pt x="65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23" y="37"/>
                      <a:pt x="91" y="48"/>
                    </a:cubicBezTo>
                    <a:cubicBezTo>
                      <a:pt x="83" y="51"/>
                      <a:pt x="131" y="51"/>
                      <a:pt x="131" y="51"/>
                    </a:cubicBezTo>
                    <a:cubicBezTo>
                      <a:pt x="131" y="51"/>
                      <a:pt x="83" y="11"/>
                      <a:pt x="89" y="0"/>
                    </a:cubicBezTo>
                  </a:path>
                </a:pathLst>
              </a:custGeom>
              <a:grpFill/>
              <a:ln w="6350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3" name="Freeform 16"/>
              <p:cNvSpPr>
                <a:spLocks/>
              </p:cNvSpPr>
              <p:nvPr/>
            </p:nvSpPr>
            <p:spPr bwMode="auto">
              <a:xfrm>
                <a:off x="3588" y="3746"/>
                <a:ext cx="279" cy="110"/>
              </a:xfrm>
              <a:custGeom>
                <a:avLst/>
                <a:gdLst>
                  <a:gd name="T0" fmla="*/ 64 w 130"/>
                  <a:gd name="T1" fmla="*/ 1 h 51"/>
                  <a:gd name="T2" fmla="*/ 0 w 130"/>
                  <a:gd name="T3" fmla="*/ 1 h 51"/>
                  <a:gd name="T4" fmla="*/ 90 w 130"/>
                  <a:gd name="T5" fmla="*/ 48 h 51"/>
                  <a:gd name="T6" fmla="*/ 130 w 130"/>
                  <a:gd name="T7" fmla="*/ 51 h 51"/>
                  <a:gd name="T8" fmla="*/ 89 w 130"/>
                  <a:gd name="T9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0" h="51">
                    <a:moveTo>
                      <a:pt x="64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22" y="37"/>
                      <a:pt x="90" y="48"/>
                    </a:cubicBezTo>
                    <a:cubicBezTo>
                      <a:pt x="83" y="51"/>
                      <a:pt x="130" y="51"/>
                      <a:pt x="130" y="51"/>
                    </a:cubicBezTo>
                    <a:cubicBezTo>
                      <a:pt x="130" y="51"/>
                      <a:pt x="83" y="11"/>
                      <a:pt x="89" y="0"/>
                    </a:cubicBezTo>
                  </a:path>
                </a:pathLst>
              </a:custGeom>
              <a:grpFill/>
              <a:ln w="6350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4" name="Freeform 17"/>
              <p:cNvSpPr>
                <a:spLocks/>
              </p:cNvSpPr>
              <p:nvPr/>
            </p:nvSpPr>
            <p:spPr bwMode="auto">
              <a:xfrm>
                <a:off x="2831" y="355"/>
                <a:ext cx="2073" cy="2894"/>
              </a:xfrm>
              <a:custGeom>
                <a:avLst/>
                <a:gdLst>
                  <a:gd name="T0" fmla="*/ 1178 w 2073"/>
                  <a:gd name="T1" fmla="*/ 2465 h 2894"/>
                  <a:gd name="T2" fmla="*/ 1487 w 2073"/>
                  <a:gd name="T3" fmla="*/ 2894 h 2894"/>
                  <a:gd name="T4" fmla="*/ 1803 w 2073"/>
                  <a:gd name="T5" fmla="*/ 2226 h 2894"/>
                  <a:gd name="T6" fmla="*/ 2073 w 2073"/>
                  <a:gd name="T7" fmla="*/ 1446 h 2894"/>
                  <a:gd name="T8" fmla="*/ 0 w 2073"/>
                  <a:gd name="T9" fmla="*/ 581 h 2894"/>
                  <a:gd name="T10" fmla="*/ 653 w 2073"/>
                  <a:gd name="T11" fmla="*/ 0 h 2894"/>
                  <a:gd name="T12" fmla="*/ 1874 w 2073"/>
                  <a:gd name="T13" fmla="*/ 667 h 2894"/>
                  <a:gd name="T14" fmla="*/ 95 w 2073"/>
                  <a:gd name="T15" fmla="*/ 1731 h 2894"/>
                  <a:gd name="T16" fmla="*/ 1420 w 2073"/>
                  <a:gd name="T17" fmla="*/ 1742 h 2894"/>
                  <a:gd name="T18" fmla="*/ 1803 w 2073"/>
                  <a:gd name="T19" fmla="*/ 2226 h 2894"/>
                  <a:gd name="T20" fmla="*/ 535 w 2073"/>
                  <a:gd name="T21" fmla="*/ 2825 h 2894"/>
                  <a:gd name="T22" fmla="*/ 303 w 2073"/>
                  <a:gd name="T23" fmla="*/ 2437 h 2894"/>
                  <a:gd name="T24" fmla="*/ 230 w 2073"/>
                  <a:gd name="T25" fmla="*/ 2100 h 28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73" h="2894">
                    <a:moveTo>
                      <a:pt x="1178" y="2465"/>
                    </a:moveTo>
                    <a:lnTo>
                      <a:pt x="1487" y="2894"/>
                    </a:lnTo>
                    <a:lnTo>
                      <a:pt x="1803" y="2226"/>
                    </a:lnTo>
                    <a:lnTo>
                      <a:pt x="2073" y="1446"/>
                    </a:lnTo>
                    <a:lnTo>
                      <a:pt x="0" y="581"/>
                    </a:lnTo>
                    <a:lnTo>
                      <a:pt x="653" y="0"/>
                    </a:lnTo>
                    <a:lnTo>
                      <a:pt x="1874" y="667"/>
                    </a:lnTo>
                    <a:lnTo>
                      <a:pt x="95" y="1731"/>
                    </a:lnTo>
                    <a:lnTo>
                      <a:pt x="1420" y="1742"/>
                    </a:lnTo>
                    <a:lnTo>
                      <a:pt x="1803" y="2226"/>
                    </a:lnTo>
                    <a:lnTo>
                      <a:pt x="535" y="2825"/>
                    </a:lnTo>
                    <a:lnTo>
                      <a:pt x="303" y="2437"/>
                    </a:lnTo>
                    <a:lnTo>
                      <a:pt x="230" y="2100"/>
                    </a:lnTo>
                  </a:path>
                </a:pathLst>
              </a:custGeom>
              <a:grpFill/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5" name="Freeform 18"/>
              <p:cNvSpPr>
                <a:spLocks/>
              </p:cNvSpPr>
              <p:nvPr/>
            </p:nvSpPr>
            <p:spPr bwMode="auto">
              <a:xfrm>
                <a:off x="3822" y="409"/>
                <a:ext cx="1082" cy="1392"/>
              </a:xfrm>
              <a:custGeom>
                <a:avLst/>
                <a:gdLst>
                  <a:gd name="T0" fmla="*/ 328 w 1082"/>
                  <a:gd name="T1" fmla="*/ 311 h 1392"/>
                  <a:gd name="T2" fmla="*/ 541 w 1082"/>
                  <a:gd name="T3" fmla="*/ 0 h 1392"/>
                  <a:gd name="T4" fmla="*/ 883 w 1082"/>
                  <a:gd name="T5" fmla="*/ 613 h 1392"/>
                  <a:gd name="T6" fmla="*/ 1044 w 1082"/>
                  <a:gd name="T7" fmla="*/ 532 h 1392"/>
                  <a:gd name="T8" fmla="*/ 1082 w 1082"/>
                  <a:gd name="T9" fmla="*/ 1392 h 1392"/>
                  <a:gd name="T10" fmla="*/ 883 w 1082"/>
                  <a:gd name="T11" fmla="*/ 613 h 1392"/>
                  <a:gd name="T12" fmla="*/ 0 w 1082"/>
                  <a:gd name="T13" fmla="*/ 392 h 1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82" h="1392">
                    <a:moveTo>
                      <a:pt x="328" y="311"/>
                    </a:moveTo>
                    <a:lnTo>
                      <a:pt x="541" y="0"/>
                    </a:lnTo>
                    <a:lnTo>
                      <a:pt x="883" y="613"/>
                    </a:lnTo>
                    <a:lnTo>
                      <a:pt x="1044" y="532"/>
                    </a:lnTo>
                    <a:lnTo>
                      <a:pt x="1082" y="1392"/>
                    </a:lnTo>
                    <a:lnTo>
                      <a:pt x="883" y="613"/>
                    </a:lnTo>
                    <a:lnTo>
                      <a:pt x="0" y="392"/>
                    </a:lnTo>
                  </a:path>
                </a:pathLst>
              </a:custGeom>
              <a:grpFill/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" name="Freeform 19"/>
              <p:cNvSpPr>
                <a:spLocks/>
              </p:cNvSpPr>
              <p:nvPr/>
            </p:nvSpPr>
            <p:spPr bwMode="auto">
              <a:xfrm>
                <a:off x="2782" y="666"/>
                <a:ext cx="1259" cy="2154"/>
              </a:xfrm>
              <a:custGeom>
                <a:avLst/>
                <a:gdLst>
                  <a:gd name="T0" fmla="*/ 1023 w 1259"/>
                  <a:gd name="T1" fmla="*/ 684 h 2154"/>
                  <a:gd name="T2" fmla="*/ 1040 w 1259"/>
                  <a:gd name="T3" fmla="*/ 135 h 2154"/>
                  <a:gd name="T4" fmla="*/ 352 w 1259"/>
                  <a:gd name="T5" fmla="*/ 0 h 2154"/>
                  <a:gd name="T6" fmla="*/ 629 w 1259"/>
                  <a:gd name="T7" fmla="*/ 517 h 2154"/>
                  <a:gd name="T8" fmla="*/ 0 w 1259"/>
                  <a:gd name="T9" fmla="*/ 849 h 2154"/>
                  <a:gd name="T10" fmla="*/ 144 w 1259"/>
                  <a:gd name="T11" fmla="*/ 1420 h 2154"/>
                  <a:gd name="T12" fmla="*/ 279 w 1259"/>
                  <a:gd name="T13" fmla="*/ 1789 h 2154"/>
                  <a:gd name="T14" fmla="*/ 883 w 1259"/>
                  <a:gd name="T15" fmla="*/ 1426 h 2154"/>
                  <a:gd name="T16" fmla="*/ 352 w 1259"/>
                  <a:gd name="T17" fmla="*/ 2126 h 2154"/>
                  <a:gd name="T18" fmla="*/ 1259 w 1259"/>
                  <a:gd name="T19" fmla="*/ 2154 h 2154"/>
                  <a:gd name="T20" fmla="*/ 960 w 1259"/>
                  <a:gd name="T21" fmla="*/ 931 h 2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59" h="2154">
                    <a:moveTo>
                      <a:pt x="1023" y="684"/>
                    </a:moveTo>
                    <a:lnTo>
                      <a:pt x="1040" y="135"/>
                    </a:lnTo>
                    <a:lnTo>
                      <a:pt x="352" y="0"/>
                    </a:lnTo>
                    <a:lnTo>
                      <a:pt x="629" y="517"/>
                    </a:lnTo>
                    <a:lnTo>
                      <a:pt x="0" y="849"/>
                    </a:lnTo>
                    <a:lnTo>
                      <a:pt x="144" y="1420"/>
                    </a:lnTo>
                    <a:lnTo>
                      <a:pt x="279" y="1789"/>
                    </a:lnTo>
                    <a:lnTo>
                      <a:pt x="883" y="1426"/>
                    </a:lnTo>
                    <a:lnTo>
                      <a:pt x="352" y="2126"/>
                    </a:lnTo>
                    <a:lnTo>
                      <a:pt x="1259" y="2154"/>
                    </a:lnTo>
                    <a:lnTo>
                      <a:pt x="960" y="931"/>
                    </a:lnTo>
                  </a:path>
                </a:pathLst>
              </a:custGeom>
              <a:grpFill/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7" name="Line 20"/>
              <p:cNvSpPr>
                <a:spLocks noChangeShapeType="1"/>
              </p:cNvSpPr>
              <p:nvPr/>
            </p:nvSpPr>
            <p:spPr bwMode="auto">
              <a:xfrm flipH="1">
                <a:off x="2782" y="936"/>
                <a:ext cx="49" cy="579"/>
              </a:xfrm>
              <a:prstGeom prst="line">
                <a:avLst/>
              </a:prstGeom>
              <a:grpFill/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8" name="Freeform 21"/>
              <p:cNvSpPr>
                <a:spLocks/>
              </p:cNvSpPr>
              <p:nvPr/>
            </p:nvSpPr>
            <p:spPr bwMode="auto">
              <a:xfrm>
                <a:off x="3484" y="276"/>
                <a:ext cx="1382" cy="665"/>
              </a:xfrm>
              <a:custGeom>
                <a:avLst/>
                <a:gdLst>
                  <a:gd name="T0" fmla="*/ 1382 w 1382"/>
                  <a:gd name="T1" fmla="*/ 665 h 665"/>
                  <a:gd name="T2" fmla="*/ 879 w 1382"/>
                  <a:gd name="T3" fmla="*/ 133 h 665"/>
                  <a:gd name="T4" fmla="*/ 430 w 1382"/>
                  <a:gd name="T5" fmla="*/ 0 h 665"/>
                  <a:gd name="T6" fmla="*/ 0 w 1382"/>
                  <a:gd name="T7" fmla="*/ 79 h 6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82" h="665">
                    <a:moveTo>
                      <a:pt x="1382" y="665"/>
                    </a:moveTo>
                    <a:lnTo>
                      <a:pt x="879" y="133"/>
                    </a:lnTo>
                    <a:lnTo>
                      <a:pt x="430" y="0"/>
                    </a:lnTo>
                    <a:lnTo>
                      <a:pt x="0" y="79"/>
                    </a:lnTo>
                  </a:path>
                </a:pathLst>
              </a:custGeom>
              <a:grpFill/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9" name="Line 22"/>
              <p:cNvSpPr>
                <a:spLocks noChangeShapeType="1"/>
              </p:cNvSpPr>
              <p:nvPr/>
            </p:nvSpPr>
            <p:spPr bwMode="auto">
              <a:xfrm flipV="1">
                <a:off x="3326" y="1183"/>
                <a:ext cx="85" cy="665"/>
              </a:xfrm>
              <a:prstGeom prst="line">
                <a:avLst/>
              </a:prstGeom>
              <a:grpFill/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0" name="Freeform 23"/>
              <p:cNvSpPr>
                <a:spLocks/>
              </p:cNvSpPr>
              <p:nvPr/>
            </p:nvSpPr>
            <p:spPr bwMode="auto">
              <a:xfrm>
                <a:off x="4002" y="1443"/>
                <a:ext cx="797" cy="654"/>
              </a:xfrm>
              <a:custGeom>
                <a:avLst/>
                <a:gdLst>
                  <a:gd name="T0" fmla="*/ 797 w 797"/>
                  <a:gd name="T1" fmla="*/ 366 h 654"/>
                  <a:gd name="T2" fmla="*/ 249 w 797"/>
                  <a:gd name="T3" fmla="*/ 654 h 654"/>
                  <a:gd name="T4" fmla="*/ 0 w 797"/>
                  <a:gd name="T5" fmla="*/ 0 h 6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97" h="654">
                    <a:moveTo>
                      <a:pt x="797" y="366"/>
                    </a:moveTo>
                    <a:lnTo>
                      <a:pt x="249" y="654"/>
                    </a:lnTo>
                    <a:lnTo>
                      <a:pt x="0" y="0"/>
                    </a:lnTo>
                  </a:path>
                </a:pathLst>
              </a:custGeom>
              <a:grpFill/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1" name="Line 24"/>
              <p:cNvSpPr>
                <a:spLocks noChangeShapeType="1"/>
              </p:cNvSpPr>
              <p:nvPr/>
            </p:nvSpPr>
            <p:spPr bwMode="auto">
              <a:xfrm>
                <a:off x="3457" y="2378"/>
                <a:ext cx="584" cy="442"/>
              </a:xfrm>
              <a:prstGeom prst="line">
                <a:avLst/>
              </a:prstGeom>
              <a:grpFill/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Line 25"/>
              <p:cNvSpPr>
                <a:spLocks noChangeShapeType="1"/>
              </p:cNvSpPr>
              <p:nvPr/>
            </p:nvSpPr>
            <p:spPr bwMode="auto">
              <a:xfrm flipH="1">
                <a:off x="4049" y="2311"/>
                <a:ext cx="355" cy="498"/>
              </a:xfrm>
              <a:prstGeom prst="line">
                <a:avLst/>
              </a:prstGeom>
              <a:grpFill/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3" name="Oval 26"/>
              <p:cNvSpPr>
                <a:spLocks noChangeArrowheads="1"/>
              </p:cNvSpPr>
              <p:nvPr/>
            </p:nvSpPr>
            <p:spPr bwMode="auto">
              <a:xfrm>
                <a:off x="3068" y="2708"/>
                <a:ext cx="159" cy="161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6350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4" name="Oval 27"/>
              <p:cNvSpPr>
                <a:spLocks noChangeArrowheads="1"/>
              </p:cNvSpPr>
              <p:nvPr/>
            </p:nvSpPr>
            <p:spPr bwMode="auto">
              <a:xfrm>
                <a:off x="3946" y="2708"/>
                <a:ext cx="204" cy="202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6350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5" name="Oval 28"/>
              <p:cNvSpPr>
                <a:spLocks noChangeArrowheads="1"/>
              </p:cNvSpPr>
              <p:nvPr/>
            </p:nvSpPr>
            <p:spPr bwMode="auto">
              <a:xfrm>
                <a:off x="4554" y="2513"/>
                <a:ext cx="131" cy="131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6350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6" name="Oval 29"/>
              <p:cNvSpPr>
                <a:spLocks noChangeArrowheads="1"/>
              </p:cNvSpPr>
              <p:nvPr/>
            </p:nvSpPr>
            <p:spPr bwMode="auto">
              <a:xfrm>
                <a:off x="4189" y="2024"/>
                <a:ext cx="127" cy="12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6350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7" name="Oval 30"/>
              <p:cNvSpPr>
                <a:spLocks noChangeArrowheads="1"/>
              </p:cNvSpPr>
              <p:nvPr/>
            </p:nvSpPr>
            <p:spPr bwMode="auto">
              <a:xfrm>
                <a:off x="3822" y="2043"/>
                <a:ext cx="124" cy="127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6350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8" name="Oval 31"/>
              <p:cNvSpPr>
                <a:spLocks noChangeArrowheads="1"/>
              </p:cNvSpPr>
              <p:nvPr/>
            </p:nvSpPr>
            <p:spPr bwMode="auto">
              <a:xfrm>
                <a:off x="3936" y="1352"/>
                <a:ext cx="219" cy="21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6350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9" name="Oval 32"/>
              <p:cNvSpPr>
                <a:spLocks noChangeArrowheads="1"/>
              </p:cNvSpPr>
              <p:nvPr/>
            </p:nvSpPr>
            <p:spPr bwMode="auto">
              <a:xfrm>
                <a:off x="4778" y="1713"/>
                <a:ext cx="178" cy="178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6350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0" name="Oval 33"/>
              <p:cNvSpPr>
                <a:spLocks noChangeArrowheads="1"/>
              </p:cNvSpPr>
              <p:nvPr/>
            </p:nvSpPr>
            <p:spPr bwMode="auto">
              <a:xfrm>
                <a:off x="4601" y="960"/>
                <a:ext cx="140" cy="137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6350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1" name="Oval 34"/>
              <p:cNvSpPr>
                <a:spLocks noChangeArrowheads="1"/>
              </p:cNvSpPr>
              <p:nvPr/>
            </p:nvSpPr>
            <p:spPr bwMode="auto">
              <a:xfrm>
                <a:off x="4299" y="355"/>
                <a:ext cx="105" cy="10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6350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2" name="Oval 35"/>
              <p:cNvSpPr>
                <a:spLocks noChangeArrowheads="1"/>
              </p:cNvSpPr>
              <p:nvPr/>
            </p:nvSpPr>
            <p:spPr bwMode="auto">
              <a:xfrm>
                <a:off x="4103" y="666"/>
                <a:ext cx="112" cy="10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6350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Oval 36"/>
              <p:cNvSpPr>
                <a:spLocks noChangeArrowheads="1"/>
              </p:cNvSpPr>
              <p:nvPr/>
            </p:nvSpPr>
            <p:spPr bwMode="auto">
              <a:xfrm>
                <a:off x="3431" y="310"/>
                <a:ext cx="139" cy="13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6350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4" name="Oval 37"/>
              <p:cNvSpPr>
                <a:spLocks noChangeArrowheads="1"/>
              </p:cNvSpPr>
              <p:nvPr/>
            </p:nvSpPr>
            <p:spPr bwMode="auto">
              <a:xfrm>
                <a:off x="3852" y="205"/>
                <a:ext cx="150" cy="15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6350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Oval 38"/>
              <p:cNvSpPr>
                <a:spLocks noChangeArrowheads="1"/>
              </p:cNvSpPr>
              <p:nvPr/>
            </p:nvSpPr>
            <p:spPr bwMode="auto">
              <a:xfrm>
                <a:off x="3742" y="722"/>
                <a:ext cx="142" cy="141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6350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6" name="Oval 39"/>
              <p:cNvSpPr>
                <a:spLocks noChangeArrowheads="1"/>
              </p:cNvSpPr>
              <p:nvPr/>
            </p:nvSpPr>
            <p:spPr bwMode="auto">
              <a:xfrm>
                <a:off x="3326" y="1121"/>
                <a:ext cx="150" cy="15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6350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7" name="Oval 40"/>
              <p:cNvSpPr>
                <a:spLocks noChangeArrowheads="1"/>
              </p:cNvSpPr>
              <p:nvPr/>
            </p:nvSpPr>
            <p:spPr bwMode="auto">
              <a:xfrm>
                <a:off x="3742" y="1299"/>
                <a:ext cx="103" cy="10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6350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8" name="Oval 41"/>
              <p:cNvSpPr>
                <a:spLocks noChangeArrowheads="1"/>
              </p:cNvSpPr>
              <p:nvPr/>
            </p:nvSpPr>
            <p:spPr bwMode="auto">
              <a:xfrm>
                <a:off x="3697" y="1556"/>
                <a:ext cx="97" cy="9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6350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9" name="Oval 42"/>
              <p:cNvSpPr>
                <a:spLocks noChangeArrowheads="1"/>
              </p:cNvSpPr>
              <p:nvPr/>
            </p:nvSpPr>
            <p:spPr bwMode="auto">
              <a:xfrm>
                <a:off x="3596" y="2026"/>
                <a:ext cx="146" cy="148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6350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0" name="Oval 43"/>
              <p:cNvSpPr>
                <a:spLocks noChangeArrowheads="1"/>
              </p:cNvSpPr>
              <p:nvPr/>
            </p:nvSpPr>
            <p:spPr bwMode="auto">
              <a:xfrm>
                <a:off x="2993" y="2408"/>
                <a:ext cx="113" cy="11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6350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1" name="Oval 44"/>
              <p:cNvSpPr>
                <a:spLocks noChangeArrowheads="1"/>
              </p:cNvSpPr>
              <p:nvPr/>
            </p:nvSpPr>
            <p:spPr bwMode="auto">
              <a:xfrm>
                <a:off x="2881" y="2043"/>
                <a:ext cx="112" cy="112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6350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Oval 45"/>
              <p:cNvSpPr>
                <a:spLocks noChangeArrowheads="1"/>
              </p:cNvSpPr>
              <p:nvPr/>
            </p:nvSpPr>
            <p:spPr bwMode="auto">
              <a:xfrm>
                <a:off x="3291" y="1779"/>
                <a:ext cx="110" cy="11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6350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3" name="Oval 46"/>
              <p:cNvSpPr>
                <a:spLocks noChangeArrowheads="1"/>
              </p:cNvSpPr>
              <p:nvPr/>
            </p:nvSpPr>
            <p:spPr bwMode="auto">
              <a:xfrm>
                <a:off x="2724" y="1432"/>
                <a:ext cx="170" cy="16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6350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4" name="Oval 47"/>
              <p:cNvSpPr>
                <a:spLocks noChangeArrowheads="1"/>
              </p:cNvSpPr>
              <p:nvPr/>
            </p:nvSpPr>
            <p:spPr bwMode="auto">
              <a:xfrm>
                <a:off x="2780" y="878"/>
                <a:ext cx="122" cy="12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6350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5" name="Oval 48"/>
              <p:cNvSpPr>
                <a:spLocks noChangeArrowheads="1"/>
              </p:cNvSpPr>
              <p:nvPr/>
            </p:nvSpPr>
            <p:spPr bwMode="auto">
              <a:xfrm>
                <a:off x="3089" y="617"/>
                <a:ext cx="105" cy="1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6350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6" name="Oval 49"/>
              <p:cNvSpPr>
                <a:spLocks noChangeArrowheads="1"/>
              </p:cNvSpPr>
              <p:nvPr/>
            </p:nvSpPr>
            <p:spPr bwMode="auto">
              <a:xfrm>
                <a:off x="4810" y="881"/>
                <a:ext cx="94" cy="94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6350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7" name="Oval 50"/>
              <p:cNvSpPr>
                <a:spLocks noChangeArrowheads="1"/>
              </p:cNvSpPr>
              <p:nvPr/>
            </p:nvSpPr>
            <p:spPr bwMode="auto">
              <a:xfrm>
                <a:off x="3326" y="3126"/>
                <a:ext cx="85" cy="8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6350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8" name="Oval 51"/>
              <p:cNvSpPr>
                <a:spLocks noChangeArrowheads="1"/>
              </p:cNvSpPr>
              <p:nvPr/>
            </p:nvSpPr>
            <p:spPr bwMode="auto">
              <a:xfrm>
                <a:off x="4266" y="3178"/>
                <a:ext cx="95" cy="94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6350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cxnSp>
          <p:nvCxnSpPr>
            <p:cNvPr id="11" name="直接连接符 10"/>
            <p:cNvCxnSpPr/>
            <p:nvPr/>
          </p:nvCxnSpPr>
          <p:spPr>
            <a:xfrm flipH="1">
              <a:off x="5966629" y="1288052"/>
              <a:ext cx="299176" cy="61263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H="1">
              <a:off x="5900667" y="1011655"/>
              <a:ext cx="319741" cy="5234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 flipV="1">
              <a:off x="5900667" y="699121"/>
              <a:ext cx="285441" cy="56540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 flipV="1">
              <a:off x="6016363" y="301520"/>
              <a:ext cx="245611" cy="136373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 flipV="1">
              <a:off x="6321043" y="-74620"/>
              <a:ext cx="130337" cy="202553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H="1" flipV="1">
              <a:off x="6867211" y="-231575"/>
              <a:ext cx="1" cy="185652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7280432" y="-39202"/>
              <a:ext cx="170861" cy="184338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7538294" y="263188"/>
              <a:ext cx="240414" cy="158327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7640278" y="672160"/>
              <a:ext cx="304679" cy="83501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7612855" y="1014272"/>
              <a:ext cx="332102" cy="1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 flipV="1">
              <a:off x="7506513" y="1267650"/>
              <a:ext cx="219368" cy="80768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组合 68"/>
          <p:cNvGrpSpPr/>
          <p:nvPr userDrawn="1"/>
        </p:nvGrpSpPr>
        <p:grpSpPr>
          <a:xfrm>
            <a:off x="7909289" y="4197155"/>
            <a:ext cx="1904871" cy="1895534"/>
            <a:chOff x="6940262" y="3251983"/>
            <a:chExt cx="971550" cy="966788"/>
          </a:xfrm>
        </p:grpSpPr>
        <p:sp>
          <p:nvSpPr>
            <p:cNvPr id="70" name="Freeform 5"/>
            <p:cNvSpPr>
              <a:spLocks/>
            </p:cNvSpPr>
            <p:nvPr/>
          </p:nvSpPr>
          <p:spPr bwMode="auto">
            <a:xfrm>
              <a:off x="6959312" y="3251983"/>
              <a:ext cx="928688" cy="966788"/>
            </a:xfrm>
            <a:custGeom>
              <a:avLst/>
              <a:gdLst>
                <a:gd name="T0" fmla="*/ 121 w 245"/>
                <a:gd name="T1" fmla="*/ 0 h 255"/>
                <a:gd name="T2" fmla="*/ 158 w 245"/>
                <a:gd name="T3" fmla="*/ 61 h 255"/>
                <a:gd name="T4" fmla="*/ 234 w 245"/>
                <a:gd name="T5" fmla="*/ 65 h 255"/>
                <a:gd name="T6" fmla="*/ 198 w 245"/>
                <a:gd name="T7" fmla="*/ 128 h 255"/>
                <a:gd name="T8" fmla="*/ 233 w 245"/>
                <a:gd name="T9" fmla="*/ 191 h 255"/>
                <a:gd name="T10" fmla="*/ 160 w 245"/>
                <a:gd name="T11" fmla="*/ 193 h 255"/>
                <a:gd name="T12" fmla="*/ 122 w 245"/>
                <a:gd name="T13" fmla="*/ 255 h 255"/>
                <a:gd name="T14" fmla="*/ 87 w 245"/>
                <a:gd name="T15" fmla="*/ 193 h 255"/>
                <a:gd name="T16" fmla="*/ 11 w 245"/>
                <a:gd name="T17" fmla="*/ 190 h 255"/>
                <a:gd name="T18" fmla="*/ 47 w 245"/>
                <a:gd name="T19" fmla="*/ 125 h 255"/>
                <a:gd name="T20" fmla="*/ 11 w 245"/>
                <a:gd name="T21" fmla="*/ 65 h 255"/>
                <a:gd name="T22" fmla="*/ 86 w 245"/>
                <a:gd name="T23" fmla="*/ 62 h 255"/>
                <a:gd name="T24" fmla="*/ 121 w 245"/>
                <a:gd name="T25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5" h="255">
                  <a:moveTo>
                    <a:pt x="121" y="0"/>
                  </a:moveTo>
                  <a:cubicBezTo>
                    <a:pt x="142" y="0"/>
                    <a:pt x="147" y="55"/>
                    <a:pt x="158" y="61"/>
                  </a:cubicBezTo>
                  <a:cubicBezTo>
                    <a:pt x="170" y="67"/>
                    <a:pt x="222" y="43"/>
                    <a:pt x="234" y="65"/>
                  </a:cubicBezTo>
                  <a:cubicBezTo>
                    <a:pt x="245" y="85"/>
                    <a:pt x="198" y="115"/>
                    <a:pt x="198" y="128"/>
                  </a:cubicBezTo>
                  <a:cubicBezTo>
                    <a:pt x="198" y="141"/>
                    <a:pt x="244" y="172"/>
                    <a:pt x="233" y="191"/>
                  </a:cubicBezTo>
                  <a:cubicBezTo>
                    <a:pt x="222" y="211"/>
                    <a:pt x="172" y="186"/>
                    <a:pt x="160" y="193"/>
                  </a:cubicBezTo>
                  <a:cubicBezTo>
                    <a:pt x="148" y="200"/>
                    <a:pt x="143" y="255"/>
                    <a:pt x="122" y="255"/>
                  </a:cubicBezTo>
                  <a:cubicBezTo>
                    <a:pt x="101" y="255"/>
                    <a:pt x="98" y="199"/>
                    <a:pt x="87" y="193"/>
                  </a:cubicBezTo>
                  <a:cubicBezTo>
                    <a:pt x="75" y="187"/>
                    <a:pt x="24" y="212"/>
                    <a:pt x="11" y="190"/>
                  </a:cubicBezTo>
                  <a:cubicBezTo>
                    <a:pt x="0" y="169"/>
                    <a:pt x="47" y="138"/>
                    <a:pt x="47" y="125"/>
                  </a:cubicBezTo>
                  <a:cubicBezTo>
                    <a:pt x="48" y="113"/>
                    <a:pt x="1" y="83"/>
                    <a:pt x="11" y="65"/>
                  </a:cubicBezTo>
                  <a:cubicBezTo>
                    <a:pt x="23" y="45"/>
                    <a:pt x="73" y="69"/>
                    <a:pt x="86" y="62"/>
                  </a:cubicBezTo>
                  <a:cubicBezTo>
                    <a:pt x="97" y="55"/>
                    <a:pt x="100" y="0"/>
                    <a:pt x="121" y="0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1" name="Freeform 6"/>
            <p:cNvSpPr>
              <a:spLocks/>
            </p:cNvSpPr>
            <p:nvPr/>
          </p:nvSpPr>
          <p:spPr bwMode="auto">
            <a:xfrm>
              <a:off x="6956137" y="3256746"/>
              <a:ext cx="936625" cy="962025"/>
            </a:xfrm>
            <a:custGeom>
              <a:avLst/>
              <a:gdLst>
                <a:gd name="T0" fmla="*/ 129 w 247"/>
                <a:gd name="T1" fmla="*/ 1 h 254"/>
                <a:gd name="T2" fmla="*/ 162 w 247"/>
                <a:gd name="T3" fmla="*/ 63 h 254"/>
                <a:gd name="T4" fmla="*/ 237 w 247"/>
                <a:gd name="T5" fmla="*/ 71 h 254"/>
                <a:gd name="T6" fmla="*/ 198 w 247"/>
                <a:gd name="T7" fmla="*/ 131 h 254"/>
                <a:gd name="T8" fmla="*/ 229 w 247"/>
                <a:gd name="T9" fmla="*/ 196 h 254"/>
                <a:gd name="T10" fmla="*/ 156 w 247"/>
                <a:gd name="T11" fmla="*/ 193 h 254"/>
                <a:gd name="T12" fmla="*/ 116 w 247"/>
                <a:gd name="T13" fmla="*/ 252 h 254"/>
                <a:gd name="T14" fmla="*/ 84 w 247"/>
                <a:gd name="T15" fmla="*/ 189 h 254"/>
                <a:gd name="T16" fmla="*/ 11 w 247"/>
                <a:gd name="T17" fmla="*/ 182 h 254"/>
                <a:gd name="T18" fmla="*/ 49 w 247"/>
                <a:gd name="T19" fmla="*/ 121 h 254"/>
                <a:gd name="T20" fmla="*/ 18 w 247"/>
                <a:gd name="T21" fmla="*/ 59 h 254"/>
                <a:gd name="T22" fmla="*/ 91 w 247"/>
                <a:gd name="T23" fmla="*/ 60 h 254"/>
                <a:gd name="T24" fmla="*/ 129 w 247"/>
                <a:gd name="T25" fmla="*/ 1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4">
                  <a:moveTo>
                    <a:pt x="129" y="1"/>
                  </a:moveTo>
                  <a:cubicBezTo>
                    <a:pt x="150" y="2"/>
                    <a:pt x="151" y="57"/>
                    <a:pt x="162" y="63"/>
                  </a:cubicBezTo>
                  <a:cubicBezTo>
                    <a:pt x="174" y="70"/>
                    <a:pt x="226" y="49"/>
                    <a:pt x="237" y="71"/>
                  </a:cubicBezTo>
                  <a:cubicBezTo>
                    <a:pt x="247" y="91"/>
                    <a:pt x="199" y="118"/>
                    <a:pt x="198" y="131"/>
                  </a:cubicBezTo>
                  <a:cubicBezTo>
                    <a:pt x="197" y="144"/>
                    <a:pt x="241" y="177"/>
                    <a:pt x="229" y="196"/>
                  </a:cubicBezTo>
                  <a:cubicBezTo>
                    <a:pt x="217" y="214"/>
                    <a:pt x="169" y="187"/>
                    <a:pt x="156" y="193"/>
                  </a:cubicBezTo>
                  <a:cubicBezTo>
                    <a:pt x="144" y="199"/>
                    <a:pt x="137" y="254"/>
                    <a:pt x="116" y="252"/>
                  </a:cubicBezTo>
                  <a:cubicBezTo>
                    <a:pt x="95" y="251"/>
                    <a:pt x="95" y="196"/>
                    <a:pt x="84" y="189"/>
                  </a:cubicBezTo>
                  <a:cubicBezTo>
                    <a:pt x="73" y="182"/>
                    <a:pt x="21" y="204"/>
                    <a:pt x="11" y="182"/>
                  </a:cubicBezTo>
                  <a:cubicBezTo>
                    <a:pt x="0" y="161"/>
                    <a:pt x="48" y="134"/>
                    <a:pt x="49" y="121"/>
                  </a:cubicBezTo>
                  <a:cubicBezTo>
                    <a:pt x="50" y="108"/>
                    <a:pt x="7" y="76"/>
                    <a:pt x="18" y="59"/>
                  </a:cubicBezTo>
                  <a:cubicBezTo>
                    <a:pt x="30" y="40"/>
                    <a:pt x="78" y="66"/>
                    <a:pt x="91" y="60"/>
                  </a:cubicBezTo>
                  <a:cubicBezTo>
                    <a:pt x="103" y="54"/>
                    <a:pt x="109" y="0"/>
                    <a:pt x="129" y="1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2" name="Freeform 7"/>
            <p:cNvSpPr>
              <a:spLocks/>
            </p:cNvSpPr>
            <p:nvPr/>
          </p:nvSpPr>
          <p:spPr bwMode="auto">
            <a:xfrm>
              <a:off x="6956137" y="3259921"/>
              <a:ext cx="936625" cy="955675"/>
            </a:xfrm>
            <a:custGeom>
              <a:avLst/>
              <a:gdLst>
                <a:gd name="T0" fmla="*/ 137 w 247"/>
                <a:gd name="T1" fmla="*/ 2 h 252"/>
                <a:gd name="T2" fmla="*/ 165 w 247"/>
                <a:gd name="T3" fmla="*/ 65 h 252"/>
                <a:gd name="T4" fmla="*/ 239 w 247"/>
                <a:gd name="T5" fmla="*/ 77 h 252"/>
                <a:gd name="T6" fmla="*/ 197 w 247"/>
                <a:gd name="T7" fmla="*/ 134 h 252"/>
                <a:gd name="T8" fmla="*/ 224 w 247"/>
                <a:gd name="T9" fmla="*/ 200 h 252"/>
                <a:gd name="T10" fmla="*/ 152 w 247"/>
                <a:gd name="T11" fmla="*/ 193 h 252"/>
                <a:gd name="T12" fmla="*/ 109 w 247"/>
                <a:gd name="T13" fmla="*/ 250 h 252"/>
                <a:gd name="T14" fmla="*/ 81 w 247"/>
                <a:gd name="T15" fmla="*/ 185 h 252"/>
                <a:gd name="T16" fmla="*/ 9 w 247"/>
                <a:gd name="T17" fmla="*/ 174 h 252"/>
                <a:gd name="T18" fmla="*/ 50 w 247"/>
                <a:gd name="T19" fmla="*/ 116 h 252"/>
                <a:gd name="T20" fmla="*/ 23 w 247"/>
                <a:gd name="T21" fmla="*/ 52 h 252"/>
                <a:gd name="T22" fmla="*/ 95 w 247"/>
                <a:gd name="T23" fmla="*/ 58 h 252"/>
                <a:gd name="T24" fmla="*/ 137 w 247"/>
                <a:gd name="T25" fmla="*/ 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2">
                  <a:moveTo>
                    <a:pt x="137" y="2"/>
                  </a:moveTo>
                  <a:cubicBezTo>
                    <a:pt x="157" y="4"/>
                    <a:pt x="155" y="58"/>
                    <a:pt x="165" y="65"/>
                  </a:cubicBezTo>
                  <a:cubicBezTo>
                    <a:pt x="177" y="73"/>
                    <a:pt x="229" y="55"/>
                    <a:pt x="239" y="77"/>
                  </a:cubicBezTo>
                  <a:cubicBezTo>
                    <a:pt x="247" y="98"/>
                    <a:pt x="198" y="121"/>
                    <a:pt x="197" y="134"/>
                  </a:cubicBezTo>
                  <a:cubicBezTo>
                    <a:pt x="196" y="147"/>
                    <a:pt x="237" y="182"/>
                    <a:pt x="224" y="200"/>
                  </a:cubicBezTo>
                  <a:cubicBezTo>
                    <a:pt x="210" y="217"/>
                    <a:pt x="164" y="188"/>
                    <a:pt x="152" y="193"/>
                  </a:cubicBezTo>
                  <a:cubicBezTo>
                    <a:pt x="140" y="198"/>
                    <a:pt x="130" y="252"/>
                    <a:pt x="109" y="250"/>
                  </a:cubicBezTo>
                  <a:cubicBezTo>
                    <a:pt x="88" y="247"/>
                    <a:pt x="91" y="192"/>
                    <a:pt x="81" y="185"/>
                  </a:cubicBezTo>
                  <a:cubicBezTo>
                    <a:pt x="70" y="177"/>
                    <a:pt x="18" y="196"/>
                    <a:pt x="9" y="174"/>
                  </a:cubicBezTo>
                  <a:cubicBezTo>
                    <a:pt x="0" y="153"/>
                    <a:pt x="49" y="129"/>
                    <a:pt x="50" y="116"/>
                  </a:cubicBezTo>
                  <a:cubicBezTo>
                    <a:pt x="52" y="104"/>
                    <a:pt x="11" y="69"/>
                    <a:pt x="23" y="52"/>
                  </a:cubicBezTo>
                  <a:cubicBezTo>
                    <a:pt x="37" y="35"/>
                    <a:pt x="83" y="63"/>
                    <a:pt x="95" y="58"/>
                  </a:cubicBezTo>
                  <a:cubicBezTo>
                    <a:pt x="107" y="53"/>
                    <a:pt x="116" y="0"/>
                    <a:pt x="137" y="2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3" name="Freeform 8"/>
            <p:cNvSpPr>
              <a:spLocks/>
            </p:cNvSpPr>
            <p:nvPr/>
          </p:nvSpPr>
          <p:spPr bwMode="auto">
            <a:xfrm>
              <a:off x="6951375" y="3259921"/>
              <a:ext cx="944563" cy="950913"/>
            </a:xfrm>
            <a:custGeom>
              <a:avLst/>
              <a:gdLst>
                <a:gd name="T0" fmla="*/ 145 w 249"/>
                <a:gd name="T1" fmla="*/ 4 h 251"/>
                <a:gd name="T2" fmla="*/ 170 w 249"/>
                <a:gd name="T3" fmla="*/ 69 h 251"/>
                <a:gd name="T4" fmla="*/ 242 w 249"/>
                <a:gd name="T5" fmla="*/ 84 h 251"/>
                <a:gd name="T6" fmla="*/ 197 w 249"/>
                <a:gd name="T7" fmla="*/ 138 h 251"/>
                <a:gd name="T8" fmla="*/ 219 w 249"/>
                <a:gd name="T9" fmla="*/ 205 h 251"/>
                <a:gd name="T10" fmla="*/ 148 w 249"/>
                <a:gd name="T11" fmla="*/ 194 h 251"/>
                <a:gd name="T12" fmla="*/ 103 w 249"/>
                <a:gd name="T13" fmla="*/ 248 h 251"/>
                <a:gd name="T14" fmla="*/ 79 w 249"/>
                <a:gd name="T15" fmla="*/ 182 h 251"/>
                <a:gd name="T16" fmla="*/ 8 w 249"/>
                <a:gd name="T17" fmla="*/ 168 h 251"/>
                <a:gd name="T18" fmla="*/ 52 w 249"/>
                <a:gd name="T19" fmla="*/ 112 h 251"/>
                <a:gd name="T20" fmla="*/ 30 w 249"/>
                <a:gd name="T21" fmla="*/ 47 h 251"/>
                <a:gd name="T22" fmla="*/ 100 w 249"/>
                <a:gd name="T23" fmla="*/ 56 h 251"/>
                <a:gd name="T24" fmla="*/ 145 w 249"/>
                <a:gd name="T25" fmla="*/ 4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9" h="251">
                  <a:moveTo>
                    <a:pt x="145" y="4"/>
                  </a:moveTo>
                  <a:cubicBezTo>
                    <a:pt x="165" y="7"/>
                    <a:pt x="160" y="61"/>
                    <a:pt x="170" y="69"/>
                  </a:cubicBezTo>
                  <a:cubicBezTo>
                    <a:pt x="180" y="77"/>
                    <a:pt x="233" y="62"/>
                    <a:pt x="242" y="84"/>
                  </a:cubicBezTo>
                  <a:cubicBezTo>
                    <a:pt x="249" y="105"/>
                    <a:pt x="199" y="126"/>
                    <a:pt x="197" y="138"/>
                  </a:cubicBezTo>
                  <a:cubicBezTo>
                    <a:pt x="195" y="150"/>
                    <a:pt x="234" y="188"/>
                    <a:pt x="219" y="205"/>
                  </a:cubicBezTo>
                  <a:cubicBezTo>
                    <a:pt x="205" y="222"/>
                    <a:pt x="161" y="190"/>
                    <a:pt x="148" y="194"/>
                  </a:cubicBezTo>
                  <a:cubicBezTo>
                    <a:pt x="137" y="199"/>
                    <a:pt x="124" y="251"/>
                    <a:pt x="103" y="248"/>
                  </a:cubicBezTo>
                  <a:cubicBezTo>
                    <a:pt x="83" y="244"/>
                    <a:pt x="88" y="190"/>
                    <a:pt x="79" y="182"/>
                  </a:cubicBezTo>
                  <a:cubicBezTo>
                    <a:pt x="69" y="173"/>
                    <a:pt x="16" y="189"/>
                    <a:pt x="8" y="168"/>
                  </a:cubicBezTo>
                  <a:cubicBezTo>
                    <a:pt x="0" y="147"/>
                    <a:pt x="50" y="125"/>
                    <a:pt x="52" y="112"/>
                  </a:cubicBezTo>
                  <a:cubicBezTo>
                    <a:pt x="55" y="100"/>
                    <a:pt x="16" y="63"/>
                    <a:pt x="30" y="47"/>
                  </a:cubicBezTo>
                  <a:cubicBezTo>
                    <a:pt x="44" y="30"/>
                    <a:pt x="88" y="61"/>
                    <a:pt x="100" y="56"/>
                  </a:cubicBezTo>
                  <a:cubicBezTo>
                    <a:pt x="112" y="52"/>
                    <a:pt x="125" y="0"/>
                    <a:pt x="145" y="4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4" name="Freeform 9"/>
            <p:cNvSpPr>
              <a:spLocks/>
            </p:cNvSpPr>
            <p:nvPr/>
          </p:nvSpPr>
          <p:spPr bwMode="auto">
            <a:xfrm>
              <a:off x="6948200" y="3263096"/>
              <a:ext cx="950913" cy="947738"/>
            </a:xfrm>
            <a:custGeom>
              <a:avLst/>
              <a:gdLst>
                <a:gd name="T0" fmla="*/ 153 w 251"/>
                <a:gd name="T1" fmla="*/ 5 h 250"/>
                <a:gd name="T2" fmla="*/ 174 w 251"/>
                <a:gd name="T3" fmla="*/ 71 h 250"/>
                <a:gd name="T4" fmla="*/ 244 w 251"/>
                <a:gd name="T5" fmla="*/ 90 h 250"/>
                <a:gd name="T6" fmla="*/ 197 w 251"/>
                <a:gd name="T7" fmla="*/ 141 h 250"/>
                <a:gd name="T8" fmla="*/ 215 w 251"/>
                <a:gd name="T9" fmla="*/ 209 h 250"/>
                <a:gd name="T10" fmla="*/ 145 w 251"/>
                <a:gd name="T11" fmla="*/ 194 h 250"/>
                <a:gd name="T12" fmla="*/ 97 w 251"/>
                <a:gd name="T13" fmla="*/ 245 h 250"/>
                <a:gd name="T14" fmla="*/ 76 w 251"/>
                <a:gd name="T15" fmla="*/ 177 h 250"/>
                <a:gd name="T16" fmla="*/ 7 w 251"/>
                <a:gd name="T17" fmla="*/ 160 h 250"/>
                <a:gd name="T18" fmla="*/ 54 w 251"/>
                <a:gd name="T19" fmla="*/ 108 h 250"/>
                <a:gd name="T20" fmla="*/ 36 w 251"/>
                <a:gd name="T21" fmla="*/ 40 h 250"/>
                <a:gd name="T22" fmla="*/ 105 w 251"/>
                <a:gd name="T23" fmla="*/ 54 h 250"/>
                <a:gd name="T24" fmla="*/ 153 w 251"/>
                <a:gd name="T25" fmla="*/ 5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50">
                  <a:moveTo>
                    <a:pt x="153" y="5"/>
                  </a:moveTo>
                  <a:cubicBezTo>
                    <a:pt x="173" y="9"/>
                    <a:pt x="165" y="62"/>
                    <a:pt x="174" y="71"/>
                  </a:cubicBezTo>
                  <a:cubicBezTo>
                    <a:pt x="184" y="80"/>
                    <a:pt x="238" y="68"/>
                    <a:pt x="244" y="90"/>
                  </a:cubicBezTo>
                  <a:cubicBezTo>
                    <a:pt x="251" y="111"/>
                    <a:pt x="200" y="129"/>
                    <a:pt x="197" y="141"/>
                  </a:cubicBezTo>
                  <a:cubicBezTo>
                    <a:pt x="194" y="153"/>
                    <a:pt x="231" y="193"/>
                    <a:pt x="215" y="209"/>
                  </a:cubicBezTo>
                  <a:cubicBezTo>
                    <a:pt x="199" y="225"/>
                    <a:pt x="158" y="191"/>
                    <a:pt x="145" y="194"/>
                  </a:cubicBezTo>
                  <a:cubicBezTo>
                    <a:pt x="133" y="198"/>
                    <a:pt x="117" y="250"/>
                    <a:pt x="97" y="245"/>
                  </a:cubicBezTo>
                  <a:cubicBezTo>
                    <a:pt x="77" y="240"/>
                    <a:pt x="86" y="186"/>
                    <a:pt x="76" y="177"/>
                  </a:cubicBezTo>
                  <a:cubicBezTo>
                    <a:pt x="67" y="169"/>
                    <a:pt x="14" y="181"/>
                    <a:pt x="7" y="160"/>
                  </a:cubicBezTo>
                  <a:cubicBezTo>
                    <a:pt x="0" y="139"/>
                    <a:pt x="51" y="120"/>
                    <a:pt x="54" y="108"/>
                  </a:cubicBezTo>
                  <a:cubicBezTo>
                    <a:pt x="57" y="95"/>
                    <a:pt x="21" y="56"/>
                    <a:pt x="36" y="40"/>
                  </a:cubicBezTo>
                  <a:cubicBezTo>
                    <a:pt x="51" y="25"/>
                    <a:pt x="93" y="58"/>
                    <a:pt x="105" y="54"/>
                  </a:cubicBezTo>
                  <a:cubicBezTo>
                    <a:pt x="117" y="51"/>
                    <a:pt x="133" y="0"/>
                    <a:pt x="153" y="5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5" name="Freeform 10"/>
            <p:cNvSpPr>
              <a:spLocks/>
            </p:cNvSpPr>
            <p:nvPr/>
          </p:nvSpPr>
          <p:spPr bwMode="auto">
            <a:xfrm>
              <a:off x="6948200" y="3263096"/>
              <a:ext cx="950913" cy="944563"/>
            </a:xfrm>
            <a:custGeom>
              <a:avLst/>
              <a:gdLst>
                <a:gd name="T0" fmla="*/ 160 w 251"/>
                <a:gd name="T1" fmla="*/ 6 h 249"/>
                <a:gd name="T2" fmla="*/ 178 w 251"/>
                <a:gd name="T3" fmla="*/ 74 h 249"/>
                <a:gd name="T4" fmla="*/ 246 w 251"/>
                <a:gd name="T5" fmla="*/ 97 h 249"/>
                <a:gd name="T6" fmla="*/ 196 w 251"/>
                <a:gd name="T7" fmla="*/ 145 h 249"/>
                <a:gd name="T8" fmla="*/ 209 w 251"/>
                <a:gd name="T9" fmla="*/ 215 h 249"/>
                <a:gd name="T10" fmla="*/ 141 w 251"/>
                <a:gd name="T11" fmla="*/ 195 h 249"/>
                <a:gd name="T12" fmla="*/ 91 w 251"/>
                <a:gd name="T13" fmla="*/ 243 h 249"/>
                <a:gd name="T14" fmla="*/ 73 w 251"/>
                <a:gd name="T15" fmla="*/ 174 h 249"/>
                <a:gd name="T16" fmla="*/ 5 w 251"/>
                <a:gd name="T17" fmla="*/ 153 h 249"/>
                <a:gd name="T18" fmla="*/ 55 w 251"/>
                <a:gd name="T19" fmla="*/ 104 h 249"/>
                <a:gd name="T20" fmla="*/ 42 w 251"/>
                <a:gd name="T21" fmla="*/ 35 h 249"/>
                <a:gd name="T22" fmla="*/ 109 w 251"/>
                <a:gd name="T23" fmla="*/ 53 h 249"/>
                <a:gd name="T24" fmla="*/ 160 w 251"/>
                <a:gd name="T25" fmla="*/ 6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49">
                  <a:moveTo>
                    <a:pt x="160" y="6"/>
                  </a:moveTo>
                  <a:cubicBezTo>
                    <a:pt x="181" y="12"/>
                    <a:pt x="169" y="65"/>
                    <a:pt x="178" y="74"/>
                  </a:cubicBezTo>
                  <a:cubicBezTo>
                    <a:pt x="187" y="84"/>
                    <a:pt x="241" y="76"/>
                    <a:pt x="246" y="97"/>
                  </a:cubicBezTo>
                  <a:cubicBezTo>
                    <a:pt x="251" y="118"/>
                    <a:pt x="199" y="133"/>
                    <a:pt x="196" y="145"/>
                  </a:cubicBezTo>
                  <a:cubicBezTo>
                    <a:pt x="192" y="157"/>
                    <a:pt x="226" y="199"/>
                    <a:pt x="209" y="215"/>
                  </a:cubicBezTo>
                  <a:cubicBezTo>
                    <a:pt x="193" y="230"/>
                    <a:pt x="154" y="193"/>
                    <a:pt x="141" y="195"/>
                  </a:cubicBezTo>
                  <a:cubicBezTo>
                    <a:pt x="129" y="198"/>
                    <a:pt x="110" y="249"/>
                    <a:pt x="91" y="243"/>
                  </a:cubicBezTo>
                  <a:cubicBezTo>
                    <a:pt x="70" y="237"/>
                    <a:pt x="82" y="184"/>
                    <a:pt x="73" y="174"/>
                  </a:cubicBezTo>
                  <a:cubicBezTo>
                    <a:pt x="64" y="165"/>
                    <a:pt x="11" y="174"/>
                    <a:pt x="5" y="153"/>
                  </a:cubicBezTo>
                  <a:cubicBezTo>
                    <a:pt x="0" y="132"/>
                    <a:pt x="52" y="116"/>
                    <a:pt x="55" y="104"/>
                  </a:cubicBezTo>
                  <a:cubicBezTo>
                    <a:pt x="59" y="92"/>
                    <a:pt x="25" y="50"/>
                    <a:pt x="42" y="35"/>
                  </a:cubicBezTo>
                  <a:cubicBezTo>
                    <a:pt x="58" y="20"/>
                    <a:pt x="97" y="56"/>
                    <a:pt x="109" y="53"/>
                  </a:cubicBezTo>
                  <a:cubicBezTo>
                    <a:pt x="122" y="50"/>
                    <a:pt x="141" y="0"/>
                    <a:pt x="160" y="6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6" name="Freeform 11"/>
            <p:cNvSpPr>
              <a:spLocks/>
            </p:cNvSpPr>
            <p:nvPr/>
          </p:nvSpPr>
          <p:spPr bwMode="auto">
            <a:xfrm>
              <a:off x="6945025" y="3267858"/>
              <a:ext cx="958850" cy="936625"/>
            </a:xfrm>
            <a:custGeom>
              <a:avLst/>
              <a:gdLst>
                <a:gd name="T0" fmla="*/ 169 w 253"/>
                <a:gd name="T1" fmla="*/ 7 h 247"/>
                <a:gd name="T2" fmla="*/ 182 w 253"/>
                <a:gd name="T3" fmla="*/ 77 h 247"/>
                <a:gd name="T4" fmla="*/ 249 w 253"/>
                <a:gd name="T5" fmla="*/ 104 h 247"/>
                <a:gd name="T6" fmla="*/ 196 w 253"/>
                <a:gd name="T7" fmla="*/ 148 h 247"/>
                <a:gd name="T8" fmla="*/ 205 w 253"/>
                <a:gd name="T9" fmla="*/ 219 h 247"/>
                <a:gd name="T10" fmla="*/ 137 w 253"/>
                <a:gd name="T11" fmla="*/ 196 h 247"/>
                <a:gd name="T12" fmla="*/ 85 w 253"/>
                <a:gd name="T13" fmla="*/ 240 h 247"/>
                <a:gd name="T14" fmla="*/ 71 w 253"/>
                <a:gd name="T15" fmla="*/ 170 h 247"/>
                <a:gd name="T16" fmla="*/ 5 w 253"/>
                <a:gd name="T17" fmla="*/ 145 h 247"/>
                <a:gd name="T18" fmla="*/ 57 w 253"/>
                <a:gd name="T19" fmla="*/ 100 h 247"/>
                <a:gd name="T20" fmla="*/ 48 w 253"/>
                <a:gd name="T21" fmla="*/ 29 h 247"/>
                <a:gd name="T22" fmla="*/ 115 w 253"/>
                <a:gd name="T23" fmla="*/ 51 h 247"/>
                <a:gd name="T24" fmla="*/ 169 w 253"/>
                <a:gd name="T25" fmla="*/ 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7">
                  <a:moveTo>
                    <a:pt x="169" y="7"/>
                  </a:moveTo>
                  <a:cubicBezTo>
                    <a:pt x="189" y="15"/>
                    <a:pt x="174" y="67"/>
                    <a:pt x="182" y="77"/>
                  </a:cubicBezTo>
                  <a:cubicBezTo>
                    <a:pt x="191" y="87"/>
                    <a:pt x="245" y="82"/>
                    <a:pt x="249" y="104"/>
                  </a:cubicBezTo>
                  <a:cubicBezTo>
                    <a:pt x="253" y="124"/>
                    <a:pt x="200" y="136"/>
                    <a:pt x="196" y="148"/>
                  </a:cubicBezTo>
                  <a:cubicBezTo>
                    <a:pt x="191" y="160"/>
                    <a:pt x="223" y="204"/>
                    <a:pt x="205" y="219"/>
                  </a:cubicBezTo>
                  <a:cubicBezTo>
                    <a:pt x="187" y="233"/>
                    <a:pt x="150" y="193"/>
                    <a:pt x="137" y="196"/>
                  </a:cubicBezTo>
                  <a:cubicBezTo>
                    <a:pt x="125" y="198"/>
                    <a:pt x="104" y="247"/>
                    <a:pt x="85" y="240"/>
                  </a:cubicBezTo>
                  <a:cubicBezTo>
                    <a:pt x="65" y="233"/>
                    <a:pt x="79" y="180"/>
                    <a:pt x="71" y="170"/>
                  </a:cubicBezTo>
                  <a:cubicBezTo>
                    <a:pt x="63" y="160"/>
                    <a:pt x="9" y="166"/>
                    <a:pt x="5" y="145"/>
                  </a:cubicBezTo>
                  <a:cubicBezTo>
                    <a:pt x="0" y="124"/>
                    <a:pt x="53" y="111"/>
                    <a:pt x="57" y="100"/>
                  </a:cubicBezTo>
                  <a:cubicBezTo>
                    <a:pt x="61" y="87"/>
                    <a:pt x="30" y="43"/>
                    <a:pt x="48" y="29"/>
                  </a:cubicBezTo>
                  <a:cubicBezTo>
                    <a:pt x="65" y="15"/>
                    <a:pt x="102" y="54"/>
                    <a:pt x="115" y="51"/>
                  </a:cubicBezTo>
                  <a:cubicBezTo>
                    <a:pt x="127" y="49"/>
                    <a:pt x="149" y="0"/>
                    <a:pt x="169" y="7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7" name="Freeform 12"/>
            <p:cNvSpPr>
              <a:spLocks/>
            </p:cNvSpPr>
            <p:nvPr/>
          </p:nvSpPr>
          <p:spPr bwMode="auto">
            <a:xfrm>
              <a:off x="6945025" y="3271033"/>
              <a:ext cx="958850" cy="928688"/>
            </a:xfrm>
            <a:custGeom>
              <a:avLst/>
              <a:gdLst>
                <a:gd name="T0" fmla="*/ 176 w 253"/>
                <a:gd name="T1" fmla="*/ 8 h 245"/>
                <a:gd name="T2" fmla="*/ 185 w 253"/>
                <a:gd name="T3" fmla="*/ 79 h 245"/>
                <a:gd name="T4" fmla="*/ 251 w 253"/>
                <a:gd name="T5" fmla="*/ 110 h 245"/>
                <a:gd name="T6" fmla="*/ 195 w 253"/>
                <a:gd name="T7" fmla="*/ 151 h 245"/>
                <a:gd name="T8" fmla="*/ 200 w 253"/>
                <a:gd name="T9" fmla="*/ 223 h 245"/>
                <a:gd name="T10" fmla="*/ 133 w 253"/>
                <a:gd name="T11" fmla="*/ 196 h 245"/>
                <a:gd name="T12" fmla="*/ 78 w 253"/>
                <a:gd name="T13" fmla="*/ 238 h 245"/>
                <a:gd name="T14" fmla="*/ 67 w 253"/>
                <a:gd name="T15" fmla="*/ 166 h 245"/>
                <a:gd name="T16" fmla="*/ 3 w 253"/>
                <a:gd name="T17" fmla="*/ 138 h 245"/>
                <a:gd name="T18" fmla="*/ 58 w 253"/>
                <a:gd name="T19" fmla="*/ 95 h 245"/>
                <a:gd name="T20" fmla="*/ 54 w 253"/>
                <a:gd name="T21" fmla="*/ 22 h 245"/>
                <a:gd name="T22" fmla="*/ 119 w 253"/>
                <a:gd name="T23" fmla="*/ 49 h 245"/>
                <a:gd name="T24" fmla="*/ 176 w 253"/>
                <a:gd name="T25" fmla="*/ 8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5">
                  <a:moveTo>
                    <a:pt x="176" y="8"/>
                  </a:moveTo>
                  <a:cubicBezTo>
                    <a:pt x="196" y="17"/>
                    <a:pt x="178" y="68"/>
                    <a:pt x="185" y="79"/>
                  </a:cubicBezTo>
                  <a:cubicBezTo>
                    <a:pt x="193" y="90"/>
                    <a:pt x="248" y="88"/>
                    <a:pt x="251" y="110"/>
                  </a:cubicBezTo>
                  <a:cubicBezTo>
                    <a:pt x="253" y="130"/>
                    <a:pt x="199" y="139"/>
                    <a:pt x="195" y="151"/>
                  </a:cubicBezTo>
                  <a:cubicBezTo>
                    <a:pt x="190" y="163"/>
                    <a:pt x="219" y="210"/>
                    <a:pt x="200" y="223"/>
                  </a:cubicBezTo>
                  <a:cubicBezTo>
                    <a:pt x="181" y="237"/>
                    <a:pt x="146" y="194"/>
                    <a:pt x="133" y="196"/>
                  </a:cubicBezTo>
                  <a:cubicBezTo>
                    <a:pt x="121" y="197"/>
                    <a:pt x="97" y="245"/>
                    <a:pt x="78" y="238"/>
                  </a:cubicBezTo>
                  <a:cubicBezTo>
                    <a:pt x="58" y="229"/>
                    <a:pt x="75" y="177"/>
                    <a:pt x="67" y="166"/>
                  </a:cubicBezTo>
                  <a:cubicBezTo>
                    <a:pt x="60" y="155"/>
                    <a:pt x="6" y="159"/>
                    <a:pt x="3" y="138"/>
                  </a:cubicBezTo>
                  <a:cubicBezTo>
                    <a:pt x="0" y="117"/>
                    <a:pt x="53" y="106"/>
                    <a:pt x="58" y="95"/>
                  </a:cubicBezTo>
                  <a:cubicBezTo>
                    <a:pt x="63" y="82"/>
                    <a:pt x="34" y="36"/>
                    <a:pt x="54" y="22"/>
                  </a:cubicBezTo>
                  <a:cubicBezTo>
                    <a:pt x="72" y="9"/>
                    <a:pt x="106" y="51"/>
                    <a:pt x="119" y="49"/>
                  </a:cubicBezTo>
                  <a:cubicBezTo>
                    <a:pt x="131" y="48"/>
                    <a:pt x="156" y="0"/>
                    <a:pt x="176" y="8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8" name="Freeform 13"/>
            <p:cNvSpPr>
              <a:spLocks/>
            </p:cNvSpPr>
            <p:nvPr/>
          </p:nvSpPr>
          <p:spPr bwMode="auto">
            <a:xfrm>
              <a:off x="6940262" y="3271033"/>
              <a:ext cx="966788" cy="928688"/>
            </a:xfrm>
            <a:custGeom>
              <a:avLst/>
              <a:gdLst>
                <a:gd name="T0" fmla="*/ 184 w 255"/>
                <a:gd name="T1" fmla="*/ 10 h 245"/>
                <a:gd name="T2" fmla="*/ 190 w 255"/>
                <a:gd name="T3" fmla="*/ 82 h 245"/>
                <a:gd name="T4" fmla="*/ 254 w 255"/>
                <a:gd name="T5" fmla="*/ 117 h 245"/>
                <a:gd name="T6" fmla="*/ 195 w 255"/>
                <a:gd name="T7" fmla="*/ 155 h 245"/>
                <a:gd name="T8" fmla="*/ 195 w 255"/>
                <a:gd name="T9" fmla="*/ 229 h 245"/>
                <a:gd name="T10" fmla="*/ 130 w 255"/>
                <a:gd name="T11" fmla="*/ 197 h 245"/>
                <a:gd name="T12" fmla="*/ 72 w 255"/>
                <a:gd name="T13" fmla="*/ 236 h 245"/>
                <a:gd name="T14" fmla="*/ 65 w 255"/>
                <a:gd name="T15" fmla="*/ 162 h 245"/>
                <a:gd name="T16" fmla="*/ 2 w 255"/>
                <a:gd name="T17" fmla="*/ 131 h 245"/>
                <a:gd name="T18" fmla="*/ 60 w 255"/>
                <a:gd name="T19" fmla="*/ 91 h 245"/>
                <a:gd name="T20" fmla="*/ 60 w 255"/>
                <a:gd name="T21" fmla="*/ 17 h 245"/>
                <a:gd name="T22" fmla="*/ 124 w 255"/>
                <a:gd name="T23" fmla="*/ 48 h 245"/>
                <a:gd name="T24" fmla="*/ 184 w 255"/>
                <a:gd name="T25" fmla="*/ 1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5" h="245">
                  <a:moveTo>
                    <a:pt x="184" y="10"/>
                  </a:moveTo>
                  <a:cubicBezTo>
                    <a:pt x="204" y="20"/>
                    <a:pt x="182" y="71"/>
                    <a:pt x="190" y="82"/>
                  </a:cubicBezTo>
                  <a:cubicBezTo>
                    <a:pt x="197" y="94"/>
                    <a:pt x="252" y="95"/>
                    <a:pt x="254" y="117"/>
                  </a:cubicBezTo>
                  <a:cubicBezTo>
                    <a:pt x="255" y="137"/>
                    <a:pt x="200" y="144"/>
                    <a:pt x="195" y="155"/>
                  </a:cubicBezTo>
                  <a:cubicBezTo>
                    <a:pt x="189" y="167"/>
                    <a:pt x="216" y="216"/>
                    <a:pt x="195" y="229"/>
                  </a:cubicBezTo>
                  <a:cubicBezTo>
                    <a:pt x="176" y="241"/>
                    <a:pt x="143" y="196"/>
                    <a:pt x="130" y="197"/>
                  </a:cubicBezTo>
                  <a:cubicBezTo>
                    <a:pt x="118" y="197"/>
                    <a:pt x="91" y="245"/>
                    <a:pt x="72" y="236"/>
                  </a:cubicBezTo>
                  <a:cubicBezTo>
                    <a:pt x="52" y="226"/>
                    <a:pt x="73" y="174"/>
                    <a:pt x="65" y="162"/>
                  </a:cubicBezTo>
                  <a:cubicBezTo>
                    <a:pt x="58" y="152"/>
                    <a:pt x="3" y="152"/>
                    <a:pt x="2" y="131"/>
                  </a:cubicBezTo>
                  <a:cubicBezTo>
                    <a:pt x="0" y="110"/>
                    <a:pt x="55" y="103"/>
                    <a:pt x="60" y="91"/>
                  </a:cubicBezTo>
                  <a:cubicBezTo>
                    <a:pt x="66" y="79"/>
                    <a:pt x="39" y="30"/>
                    <a:pt x="60" y="17"/>
                  </a:cubicBezTo>
                  <a:cubicBezTo>
                    <a:pt x="79" y="5"/>
                    <a:pt x="111" y="49"/>
                    <a:pt x="124" y="48"/>
                  </a:cubicBezTo>
                  <a:cubicBezTo>
                    <a:pt x="137" y="48"/>
                    <a:pt x="165" y="0"/>
                    <a:pt x="184" y="10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9" name="Freeform 14"/>
            <p:cNvSpPr>
              <a:spLocks/>
            </p:cNvSpPr>
            <p:nvPr/>
          </p:nvSpPr>
          <p:spPr bwMode="auto">
            <a:xfrm>
              <a:off x="6940262" y="3271033"/>
              <a:ext cx="971550" cy="933450"/>
            </a:xfrm>
            <a:custGeom>
              <a:avLst/>
              <a:gdLst>
                <a:gd name="T0" fmla="*/ 0 w 256"/>
                <a:gd name="T1" fmla="*/ 124 h 246"/>
                <a:gd name="T2" fmla="*/ 61 w 256"/>
                <a:gd name="T3" fmla="*/ 88 h 246"/>
                <a:gd name="T4" fmla="*/ 65 w 256"/>
                <a:gd name="T5" fmla="*/ 11 h 246"/>
                <a:gd name="T6" fmla="*/ 128 w 256"/>
                <a:gd name="T7" fmla="*/ 47 h 246"/>
                <a:gd name="T8" fmla="*/ 191 w 256"/>
                <a:gd name="T9" fmla="*/ 12 h 246"/>
                <a:gd name="T10" fmla="*/ 193 w 256"/>
                <a:gd name="T11" fmla="*/ 86 h 246"/>
                <a:gd name="T12" fmla="*/ 255 w 256"/>
                <a:gd name="T13" fmla="*/ 124 h 246"/>
                <a:gd name="T14" fmla="*/ 194 w 256"/>
                <a:gd name="T15" fmla="*/ 159 h 246"/>
                <a:gd name="T16" fmla="*/ 190 w 256"/>
                <a:gd name="T17" fmla="*/ 234 h 246"/>
                <a:gd name="T18" fmla="*/ 125 w 256"/>
                <a:gd name="T19" fmla="*/ 198 h 246"/>
                <a:gd name="T20" fmla="*/ 65 w 256"/>
                <a:gd name="T21" fmla="*/ 234 h 246"/>
                <a:gd name="T22" fmla="*/ 62 w 256"/>
                <a:gd name="T23" fmla="*/ 159 h 246"/>
                <a:gd name="T24" fmla="*/ 0 w 256"/>
                <a:gd name="T25" fmla="*/ 124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6" h="246">
                  <a:moveTo>
                    <a:pt x="0" y="124"/>
                  </a:moveTo>
                  <a:cubicBezTo>
                    <a:pt x="0" y="103"/>
                    <a:pt x="55" y="99"/>
                    <a:pt x="61" y="88"/>
                  </a:cubicBezTo>
                  <a:cubicBezTo>
                    <a:pt x="67" y="75"/>
                    <a:pt x="43" y="24"/>
                    <a:pt x="65" y="11"/>
                  </a:cubicBezTo>
                  <a:cubicBezTo>
                    <a:pt x="85" y="0"/>
                    <a:pt x="115" y="47"/>
                    <a:pt x="128" y="47"/>
                  </a:cubicBezTo>
                  <a:cubicBezTo>
                    <a:pt x="141" y="47"/>
                    <a:pt x="172" y="1"/>
                    <a:pt x="191" y="12"/>
                  </a:cubicBezTo>
                  <a:cubicBezTo>
                    <a:pt x="211" y="23"/>
                    <a:pt x="186" y="73"/>
                    <a:pt x="193" y="86"/>
                  </a:cubicBezTo>
                  <a:cubicBezTo>
                    <a:pt x="200" y="98"/>
                    <a:pt x="256" y="102"/>
                    <a:pt x="255" y="124"/>
                  </a:cubicBezTo>
                  <a:cubicBezTo>
                    <a:pt x="255" y="145"/>
                    <a:pt x="200" y="148"/>
                    <a:pt x="194" y="159"/>
                  </a:cubicBezTo>
                  <a:cubicBezTo>
                    <a:pt x="187" y="171"/>
                    <a:pt x="212" y="222"/>
                    <a:pt x="190" y="234"/>
                  </a:cubicBezTo>
                  <a:cubicBezTo>
                    <a:pt x="169" y="246"/>
                    <a:pt x="139" y="198"/>
                    <a:pt x="125" y="198"/>
                  </a:cubicBezTo>
                  <a:cubicBezTo>
                    <a:pt x="113" y="197"/>
                    <a:pt x="83" y="244"/>
                    <a:pt x="65" y="234"/>
                  </a:cubicBezTo>
                  <a:cubicBezTo>
                    <a:pt x="46" y="223"/>
                    <a:pt x="69" y="172"/>
                    <a:pt x="62" y="159"/>
                  </a:cubicBezTo>
                  <a:cubicBezTo>
                    <a:pt x="55" y="148"/>
                    <a:pt x="0" y="145"/>
                    <a:pt x="0" y="124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</p:grpSp>
      <p:cxnSp>
        <p:nvCxnSpPr>
          <p:cNvPr id="80" name="直接连接符 79"/>
          <p:cNvCxnSpPr/>
          <p:nvPr userDrawn="1"/>
        </p:nvCxnSpPr>
        <p:spPr>
          <a:xfrm flipH="1">
            <a:off x="821081" y="658889"/>
            <a:ext cx="8322919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2018/11/5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2018/11/5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0" y="1333829"/>
            <a:ext cx="3655181" cy="617934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  <a:lvl6pPr marL="1714500" indent="0">
              <a:buNone/>
              <a:defRPr sz="1400"/>
            </a:lvl6pPr>
            <a:lvl7pPr marL="2057400" indent="0">
              <a:buNone/>
              <a:defRPr sz="1400"/>
            </a:lvl7pPr>
            <a:lvl8pPr marL="2400300" indent="0">
              <a:buNone/>
              <a:defRPr sz="1400"/>
            </a:lvl8pPr>
            <a:lvl9pPr marL="27432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0" y="1999034"/>
            <a:ext cx="3655181" cy="26432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333829"/>
            <a:ext cx="3673182" cy="617934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  <a:lvl6pPr marL="1714500" indent="0">
              <a:buNone/>
              <a:defRPr sz="1400"/>
            </a:lvl6pPr>
            <a:lvl7pPr marL="2057400" indent="0">
              <a:buNone/>
              <a:defRPr sz="1400"/>
            </a:lvl7pPr>
            <a:lvl8pPr marL="2400300" indent="0">
              <a:buNone/>
              <a:defRPr sz="1400"/>
            </a:lvl8pPr>
            <a:lvl9pPr marL="27432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1999034"/>
            <a:ext cx="3673182" cy="26432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2018/11/5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2018/11/5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2018/11/5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3124012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342900"/>
            <a:ext cx="4629150" cy="4052888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3124012" cy="2858691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400"/>
            </a:lvl2pPr>
            <a:lvl3pPr marL="685800" indent="0">
              <a:buNone/>
              <a:defRPr sz="1200"/>
            </a:lvl3pPr>
            <a:lvl4pPr marL="1028700" indent="0">
              <a:buNone/>
              <a:defRPr sz="1100"/>
            </a:lvl4pPr>
            <a:lvl5pPr marL="1371600" indent="0">
              <a:buNone/>
              <a:defRPr sz="1100"/>
            </a:lvl5pPr>
            <a:lvl6pPr marL="1714500" indent="0">
              <a:buNone/>
              <a:defRPr sz="1100"/>
            </a:lvl6pPr>
            <a:lvl7pPr marL="2057400" indent="0">
              <a:buNone/>
              <a:defRPr sz="1100"/>
            </a:lvl7pPr>
            <a:lvl8pPr marL="2400300" indent="0">
              <a:buNone/>
              <a:defRPr sz="1100"/>
            </a:lvl8pPr>
            <a:lvl9pPr marL="2743200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2018/11/5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2018/11/5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43"/>
            <a:ext cx="7886700" cy="435887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2018/11/5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2018/11/5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audio" Target="../media/audio1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341095" y="1828840"/>
            <a:ext cx="5340191" cy="43858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US" altLang="zh-CN" sz="2400" dirty="0"/>
              <a:t>Data Mining with Big Data</a:t>
            </a:r>
            <a:endParaRPr lang="zh-CN" altLang="zh-CN" sz="2400" dirty="0"/>
          </a:p>
        </p:txBody>
      </p:sp>
      <p:sp>
        <p:nvSpPr>
          <p:cNvPr id="3075" name="文本框 3074"/>
          <p:cNvSpPr txBox="1"/>
          <p:nvPr/>
        </p:nvSpPr>
        <p:spPr>
          <a:xfrm>
            <a:off x="3404878" y="2949155"/>
            <a:ext cx="3824261" cy="253916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68580" tIns="34290" rIns="68580" bIns="34290" anchor="t">
            <a:spAutoFit/>
          </a:bodyPr>
          <a:lstStyle/>
          <a:p>
            <a:pPr lvl="0" algn="r" eaLnBrk="0" hangingPunct="0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                                                      </a:t>
            </a: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--By</a:t>
            </a: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马文康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-1920593" y="-1867716"/>
            <a:ext cx="4342716" cy="4321430"/>
            <a:chOff x="6940262" y="3251983"/>
            <a:chExt cx="971550" cy="966788"/>
          </a:xfrm>
        </p:grpSpPr>
        <p:sp>
          <p:nvSpPr>
            <p:cNvPr id="39" name="Freeform 5"/>
            <p:cNvSpPr>
              <a:spLocks/>
            </p:cNvSpPr>
            <p:nvPr/>
          </p:nvSpPr>
          <p:spPr bwMode="auto">
            <a:xfrm>
              <a:off x="6959312" y="3251983"/>
              <a:ext cx="928688" cy="966788"/>
            </a:xfrm>
            <a:custGeom>
              <a:avLst/>
              <a:gdLst>
                <a:gd name="T0" fmla="*/ 121 w 245"/>
                <a:gd name="T1" fmla="*/ 0 h 255"/>
                <a:gd name="T2" fmla="*/ 158 w 245"/>
                <a:gd name="T3" fmla="*/ 61 h 255"/>
                <a:gd name="T4" fmla="*/ 234 w 245"/>
                <a:gd name="T5" fmla="*/ 65 h 255"/>
                <a:gd name="T6" fmla="*/ 198 w 245"/>
                <a:gd name="T7" fmla="*/ 128 h 255"/>
                <a:gd name="T8" fmla="*/ 233 w 245"/>
                <a:gd name="T9" fmla="*/ 191 h 255"/>
                <a:gd name="T10" fmla="*/ 160 w 245"/>
                <a:gd name="T11" fmla="*/ 193 h 255"/>
                <a:gd name="T12" fmla="*/ 122 w 245"/>
                <a:gd name="T13" fmla="*/ 255 h 255"/>
                <a:gd name="T14" fmla="*/ 87 w 245"/>
                <a:gd name="T15" fmla="*/ 193 h 255"/>
                <a:gd name="T16" fmla="*/ 11 w 245"/>
                <a:gd name="T17" fmla="*/ 190 h 255"/>
                <a:gd name="T18" fmla="*/ 47 w 245"/>
                <a:gd name="T19" fmla="*/ 125 h 255"/>
                <a:gd name="T20" fmla="*/ 11 w 245"/>
                <a:gd name="T21" fmla="*/ 65 h 255"/>
                <a:gd name="T22" fmla="*/ 86 w 245"/>
                <a:gd name="T23" fmla="*/ 62 h 255"/>
                <a:gd name="T24" fmla="*/ 121 w 245"/>
                <a:gd name="T25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5" h="255">
                  <a:moveTo>
                    <a:pt x="121" y="0"/>
                  </a:moveTo>
                  <a:cubicBezTo>
                    <a:pt x="142" y="0"/>
                    <a:pt x="147" y="55"/>
                    <a:pt x="158" y="61"/>
                  </a:cubicBezTo>
                  <a:cubicBezTo>
                    <a:pt x="170" y="67"/>
                    <a:pt x="222" y="43"/>
                    <a:pt x="234" y="65"/>
                  </a:cubicBezTo>
                  <a:cubicBezTo>
                    <a:pt x="245" y="85"/>
                    <a:pt x="198" y="115"/>
                    <a:pt x="198" y="128"/>
                  </a:cubicBezTo>
                  <a:cubicBezTo>
                    <a:pt x="198" y="141"/>
                    <a:pt x="244" y="172"/>
                    <a:pt x="233" y="191"/>
                  </a:cubicBezTo>
                  <a:cubicBezTo>
                    <a:pt x="222" y="211"/>
                    <a:pt x="172" y="186"/>
                    <a:pt x="160" y="193"/>
                  </a:cubicBezTo>
                  <a:cubicBezTo>
                    <a:pt x="148" y="200"/>
                    <a:pt x="143" y="255"/>
                    <a:pt x="122" y="255"/>
                  </a:cubicBezTo>
                  <a:cubicBezTo>
                    <a:pt x="101" y="255"/>
                    <a:pt x="98" y="199"/>
                    <a:pt x="87" y="193"/>
                  </a:cubicBezTo>
                  <a:cubicBezTo>
                    <a:pt x="75" y="187"/>
                    <a:pt x="24" y="212"/>
                    <a:pt x="11" y="190"/>
                  </a:cubicBezTo>
                  <a:cubicBezTo>
                    <a:pt x="0" y="169"/>
                    <a:pt x="47" y="138"/>
                    <a:pt x="47" y="125"/>
                  </a:cubicBezTo>
                  <a:cubicBezTo>
                    <a:pt x="48" y="113"/>
                    <a:pt x="1" y="83"/>
                    <a:pt x="11" y="65"/>
                  </a:cubicBezTo>
                  <a:cubicBezTo>
                    <a:pt x="23" y="45"/>
                    <a:pt x="73" y="69"/>
                    <a:pt x="86" y="62"/>
                  </a:cubicBezTo>
                  <a:cubicBezTo>
                    <a:pt x="97" y="55"/>
                    <a:pt x="100" y="0"/>
                    <a:pt x="121" y="0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0" name="Freeform 6"/>
            <p:cNvSpPr>
              <a:spLocks/>
            </p:cNvSpPr>
            <p:nvPr/>
          </p:nvSpPr>
          <p:spPr bwMode="auto">
            <a:xfrm>
              <a:off x="6956137" y="3256746"/>
              <a:ext cx="936625" cy="962025"/>
            </a:xfrm>
            <a:custGeom>
              <a:avLst/>
              <a:gdLst>
                <a:gd name="T0" fmla="*/ 129 w 247"/>
                <a:gd name="T1" fmla="*/ 1 h 254"/>
                <a:gd name="T2" fmla="*/ 162 w 247"/>
                <a:gd name="T3" fmla="*/ 63 h 254"/>
                <a:gd name="T4" fmla="*/ 237 w 247"/>
                <a:gd name="T5" fmla="*/ 71 h 254"/>
                <a:gd name="T6" fmla="*/ 198 w 247"/>
                <a:gd name="T7" fmla="*/ 131 h 254"/>
                <a:gd name="T8" fmla="*/ 229 w 247"/>
                <a:gd name="T9" fmla="*/ 196 h 254"/>
                <a:gd name="T10" fmla="*/ 156 w 247"/>
                <a:gd name="T11" fmla="*/ 193 h 254"/>
                <a:gd name="T12" fmla="*/ 116 w 247"/>
                <a:gd name="T13" fmla="*/ 252 h 254"/>
                <a:gd name="T14" fmla="*/ 84 w 247"/>
                <a:gd name="T15" fmla="*/ 189 h 254"/>
                <a:gd name="T16" fmla="*/ 11 w 247"/>
                <a:gd name="T17" fmla="*/ 182 h 254"/>
                <a:gd name="T18" fmla="*/ 49 w 247"/>
                <a:gd name="T19" fmla="*/ 121 h 254"/>
                <a:gd name="T20" fmla="*/ 18 w 247"/>
                <a:gd name="T21" fmla="*/ 59 h 254"/>
                <a:gd name="T22" fmla="*/ 91 w 247"/>
                <a:gd name="T23" fmla="*/ 60 h 254"/>
                <a:gd name="T24" fmla="*/ 129 w 247"/>
                <a:gd name="T25" fmla="*/ 1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4">
                  <a:moveTo>
                    <a:pt x="129" y="1"/>
                  </a:moveTo>
                  <a:cubicBezTo>
                    <a:pt x="150" y="2"/>
                    <a:pt x="151" y="57"/>
                    <a:pt x="162" y="63"/>
                  </a:cubicBezTo>
                  <a:cubicBezTo>
                    <a:pt x="174" y="70"/>
                    <a:pt x="226" y="49"/>
                    <a:pt x="237" y="71"/>
                  </a:cubicBezTo>
                  <a:cubicBezTo>
                    <a:pt x="247" y="91"/>
                    <a:pt x="199" y="118"/>
                    <a:pt x="198" y="131"/>
                  </a:cubicBezTo>
                  <a:cubicBezTo>
                    <a:pt x="197" y="144"/>
                    <a:pt x="241" y="177"/>
                    <a:pt x="229" y="196"/>
                  </a:cubicBezTo>
                  <a:cubicBezTo>
                    <a:pt x="217" y="214"/>
                    <a:pt x="169" y="187"/>
                    <a:pt x="156" y="193"/>
                  </a:cubicBezTo>
                  <a:cubicBezTo>
                    <a:pt x="144" y="199"/>
                    <a:pt x="137" y="254"/>
                    <a:pt x="116" y="252"/>
                  </a:cubicBezTo>
                  <a:cubicBezTo>
                    <a:pt x="95" y="251"/>
                    <a:pt x="95" y="196"/>
                    <a:pt x="84" y="189"/>
                  </a:cubicBezTo>
                  <a:cubicBezTo>
                    <a:pt x="73" y="182"/>
                    <a:pt x="21" y="204"/>
                    <a:pt x="11" y="182"/>
                  </a:cubicBezTo>
                  <a:cubicBezTo>
                    <a:pt x="0" y="161"/>
                    <a:pt x="48" y="134"/>
                    <a:pt x="49" y="121"/>
                  </a:cubicBezTo>
                  <a:cubicBezTo>
                    <a:pt x="50" y="108"/>
                    <a:pt x="7" y="76"/>
                    <a:pt x="18" y="59"/>
                  </a:cubicBezTo>
                  <a:cubicBezTo>
                    <a:pt x="30" y="40"/>
                    <a:pt x="78" y="66"/>
                    <a:pt x="91" y="60"/>
                  </a:cubicBezTo>
                  <a:cubicBezTo>
                    <a:pt x="103" y="54"/>
                    <a:pt x="109" y="0"/>
                    <a:pt x="129" y="1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>
              <a:spLocks/>
            </p:cNvSpPr>
            <p:nvPr/>
          </p:nvSpPr>
          <p:spPr bwMode="auto">
            <a:xfrm>
              <a:off x="6956137" y="3259921"/>
              <a:ext cx="936625" cy="955675"/>
            </a:xfrm>
            <a:custGeom>
              <a:avLst/>
              <a:gdLst>
                <a:gd name="T0" fmla="*/ 137 w 247"/>
                <a:gd name="T1" fmla="*/ 2 h 252"/>
                <a:gd name="T2" fmla="*/ 165 w 247"/>
                <a:gd name="T3" fmla="*/ 65 h 252"/>
                <a:gd name="T4" fmla="*/ 239 w 247"/>
                <a:gd name="T5" fmla="*/ 77 h 252"/>
                <a:gd name="T6" fmla="*/ 197 w 247"/>
                <a:gd name="T7" fmla="*/ 134 h 252"/>
                <a:gd name="T8" fmla="*/ 224 w 247"/>
                <a:gd name="T9" fmla="*/ 200 h 252"/>
                <a:gd name="T10" fmla="*/ 152 w 247"/>
                <a:gd name="T11" fmla="*/ 193 h 252"/>
                <a:gd name="T12" fmla="*/ 109 w 247"/>
                <a:gd name="T13" fmla="*/ 250 h 252"/>
                <a:gd name="T14" fmla="*/ 81 w 247"/>
                <a:gd name="T15" fmla="*/ 185 h 252"/>
                <a:gd name="T16" fmla="*/ 9 w 247"/>
                <a:gd name="T17" fmla="*/ 174 h 252"/>
                <a:gd name="T18" fmla="*/ 50 w 247"/>
                <a:gd name="T19" fmla="*/ 116 h 252"/>
                <a:gd name="T20" fmla="*/ 23 w 247"/>
                <a:gd name="T21" fmla="*/ 52 h 252"/>
                <a:gd name="T22" fmla="*/ 95 w 247"/>
                <a:gd name="T23" fmla="*/ 58 h 252"/>
                <a:gd name="T24" fmla="*/ 137 w 247"/>
                <a:gd name="T25" fmla="*/ 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2">
                  <a:moveTo>
                    <a:pt x="137" y="2"/>
                  </a:moveTo>
                  <a:cubicBezTo>
                    <a:pt x="157" y="4"/>
                    <a:pt x="155" y="58"/>
                    <a:pt x="165" y="65"/>
                  </a:cubicBezTo>
                  <a:cubicBezTo>
                    <a:pt x="177" y="73"/>
                    <a:pt x="229" y="55"/>
                    <a:pt x="239" y="77"/>
                  </a:cubicBezTo>
                  <a:cubicBezTo>
                    <a:pt x="247" y="98"/>
                    <a:pt x="198" y="121"/>
                    <a:pt x="197" y="134"/>
                  </a:cubicBezTo>
                  <a:cubicBezTo>
                    <a:pt x="196" y="147"/>
                    <a:pt x="237" y="182"/>
                    <a:pt x="224" y="200"/>
                  </a:cubicBezTo>
                  <a:cubicBezTo>
                    <a:pt x="210" y="217"/>
                    <a:pt x="164" y="188"/>
                    <a:pt x="152" y="193"/>
                  </a:cubicBezTo>
                  <a:cubicBezTo>
                    <a:pt x="140" y="198"/>
                    <a:pt x="130" y="252"/>
                    <a:pt x="109" y="250"/>
                  </a:cubicBezTo>
                  <a:cubicBezTo>
                    <a:pt x="88" y="247"/>
                    <a:pt x="91" y="192"/>
                    <a:pt x="81" y="185"/>
                  </a:cubicBezTo>
                  <a:cubicBezTo>
                    <a:pt x="70" y="177"/>
                    <a:pt x="18" y="196"/>
                    <a:pt x="9" y="174"/>
                  </a:cubicBezTo>
                  <a:cubicBezTo>
                    <a:pt x="0" y="153"/>
                    <a:pt x="49" y="129"/>
                    <a:pt x="50" y="116"/>
                  </a:cubicBezTo>
                  <a:cubicBezTo>
                    <a:pt x="52" y="104"/>
                    <a:pt x="11" y="69"/>
                    <a:pt x="23" y="52"/>
                  </a:cubicBezTo>
                  <a:cubicBezTo>
                    <a:pt x="37" y="35"/>
                    <a:pt x="83" y="63"/>
                    <a:pt x="95" y="58"/>
                  </a:cubicBezTo>
                  <a:cubicBezTo>
                    <a:pt x="107" y="53"/>
                    <a:pt x="116" y="0"/>
                    <a:pt x="137" y="2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Freeform 8"/>
            <p:cNvSpPr>
              <a:spLocks/>
            </p:cNvSpPr>
            <p:nvPr/>
          </p:nvSpPr>
          <p:spPr bwMode="auto">
            <a:xfrm>
              <a:off x="6951375" y="3259921"/>
              <a:ext cx="944563" cy="950913"/>
            </a:xfrm>
            <a:custGeom>
              <a:avLst/>
              <a:gdLst>
                <a:gd name="T0" fmla="*/ 145 w 249"/>
                <a:gd name="T1" fmla="*/ 4 h 251"/>
                <a:gd name="T2" fmla="*/ 170 w 249"/>
                <a:gd name="T3" fmla="*/ 69 h 251"/>
                <a:gd name="T4" fmla="*/ 242 w 249"/>
                <a:gd name="T5" fmla="*/ 84 h 251"/>
                <a:gd name="T6" fmla="*/ 197 w 249"/>
                <a:gd name="T7" fmla="*/ 138 h 251"/>
                <a:gd name="T8" fmla="*/ 219 w 249"/>
                <a:gd name="T9" fmla="*/ 205 h 251"/>
                <a:gd name="T10" fmla="*/ 148 w 249"/>
                <a:gd name="T11" fmla="*/ 194 h 251"/>
                <a:gd name="T12" fmla="*/ 103 w 249"/>
                <a:gd name="T13" fmla="*/ 248 h 251"/>
                <a:gd name="T14" fmla="*/ 79 w 249"/>
                <a:gd name="T15" fmla="*/ 182 h 251"/>
                <a:gd name="T16" fmla="*/ 8 w 249"/>
                <a:gd name="T17" fmla="*/ 168 h 251"/>
                <a:gd name="T18" fmla="*/ 52 w 249"/>
                <a:gd name="T19" fmla="*/ 112 h 251"/>
                <a:gd name="T20" fmla="*/ 30 w 249"/>
                <a:gd name="T21" fmla="*/ 47 h 251"/>
                <a:gd name="T22" fmla="*/ 100 w 249"/>
                <a:gd name="T23" fmla="*/ 56 h 251"/>
                <a:gd name="T24" fmla="*/ 145 w 249"/>
                <a:gd name="T25" fmla="*/ 4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9" h="251">
                  <a:moveTo>
                    <a:pt x="145" y="4"/>
                  </a:moveTo>
                  <a:cubicBezTo>
                    <a:pt x="165" y="7"/>
                    <a:pt x="160" y="61"/>
                    <a:pt x="170" y="69"/>
                  </a:cubicBezTo>
                  <a:cubicBezTo>
                    <a:pt x="180" y="77"/>
                    <a:pt x="233" y="62"/>
                    <a:pt x="242" y="84"/>
                  </a:cubicBezTo>
                  <a:cubicBezTo>
                    <a:pt x="249" y="105"/>
                    <a:pt x="199" y="126"/>
                    <a:pt x="197" y="138"/>
                  </a:cubicBezTo>
                  <a:cubicBezTo>
                    <a:pt x="195" y="150"/>
                    <a:pt x="234" y="188"/>
                    <a:pt x="219" y="205"/>
                  </a:cubicBezTo>
                  <a:cubicBezTo>
                    <a:pt x="205" y="222"/>
                    <a:pt x="161" y="190"/>
                    <a:pt x="148" y="194"/>
                  </a:cubicBezTo>
                  <a:cubicBezTo>
                    <a:pt x="137" y="199"/>
                    <a:pt x="124" y="251"/>
                    <a:pt x="103" y="248"/>
                  </a:cubicBezTo>
                  <a:cubicBezTo>
                    <a:pt x="83" y="244"/>
                    <a:pt x="88" y="190"/>
                    <a:pt x="79" y="182"/>
                  </a:cubicBezTo>
                  <a:cubicBezTo>
                    <a:pt x="69" y="173"/>
                    <a:pt x="16" y="189"/>
                    <a:pt x="8" y="168"/>
                  </a:cubicBezTo>
                  <a:cubicBezTo>
                    <a:pt x="0" y="147"/>
                    <a:pt x="50" y="125"/>
                    <a:pt x="52" y="112"/>
                  </a:cubicBezTo>
                  <a:cubicBezTo>
                    <a:pt x="55" y="100"/>
                    <a:pt x="16" y="63"/>
                    <a:pt x="30" y="47"/>
                  </a:cubicBezTo>
                  <a:cubicBezTo>
                    <a:pt x="44" y="30"/>
                    <a:pt x="88" y="61"/>
                    <a:pt x="100" y="56"/>
                  </a:cubicBezTo>
                  <a:cubicBezTo>
                    <a:pt x="112" y="52"/>
                    <a:pt x="125" y="0"/>
                    <a:pt x="145" y="4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3" name="Freeform 9"/>
            <p:cNvSpPr>
              <a:spLocks/>
            </p:cNvSpPr>
            <p:nvPr/>
          </p:nvSpPr>
          <p:spPr bwMode="auto">
            <a:xfrm>
              <a:off x="6948200" y="3263096"/>
              <a:ext cx="950913" cy="947738"/>
            </a:xfrm>
            <a:custGeom>
              <a:avLst/>
              <a:gdLst>
                <a:gd name="T0" fmla="*/ 153 w 251"/>
                <a:gd name="T1" fmla="*/ 5 h 250"/>
                <a:gd name="T2" fmla="*/ 174 w 251"/>
                <a:gd name="T3" fmla="*/ 71 h 250"/>
                <a:gd name="T4" fmla="*/ 244 w 251"/>
                <a:gd name="T5" fmla="*/ 90 h 250"/>
                <a:gd name="T6" fmla="*/ 197 w 251"/>
                <a:gd name="T7" fmla="*/ 141 h 250"/>
                <a:gd name="T8" fmla="*/ 215 w 251"/>
                <a:gd name="T9" fmla="*/ 209 h 250"/>
                <a:gd name="T10" fmla="*/ 145 w 251"/>
                <a:gd name="T11" fmla="*/ 194 h 250"/>
                <a:gd name="T12" fmla="*/ 97 w 251"/>
                <a:gd name="T13" fmla="*/ 245 h 250"/>
                <a:gd name="T14" fmla="*/ 76 w 251"/>
                <a:gd name="T15" fmla="*/ 177 h 250"/>
                <a:gd name="T16" fmla="*/ 7 w 251"/>
                <a:gd name="T17" fmla="*/ 160 h 250"/>
                <a:gd name="T18" fmla="*/ 54 w 251"/>
                <a:gd name="T19" fmla="*/ 108 h 250"/>
                <a:gd name="T20" fmla="*/ 36 w 251"/>
                <a:gd name="T21" fmla="*/ 40 h 250"/>
                <a:gd name="T22" fmla="*/ 105 w 251"/>
                <a:gd name="T23" fmla="*/ 54 h 250"/>
                <a:gd name="T24" fmla="*/ 153 w 251"/>
                <a:gd name="T25" fmla="*/ 5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50">
                  <a:moveTo>
                    <a:pt x="153" y="5"/>
                  </a:moveTo>
                  <a:cubicBezTo>
                    <a:pt x="173" y="9"/>
                    <a:pt x="165" y="62"/>
                    <a:pt x="174" y="71"/>
                  </a:cubicBezTo>
                  <a:cubicBezTo>
                    <a:pt x="184" y="80"/>
                    <a:pt x="238" y="68"/>
                    <a:pt x="244" y="90"/>
                  </a:cubicBezTo>
                  <a:cubicBezTo>
                    <a:pt x="251" y="111"/>
                    <a:pt x="200" y="129"/>
                    <a:pt x="197" y="141"/>
                  </a:cubicBezTo>
                  <a:cubicBezTo>
                    <a:pt x="194" y="153"/>
                    <a:pt x="231" y="193"/>
                    <a:pt x="215" y="209"/>
                  </a:cubicBezTo>
                  <a:cubicBezTo>
                    <a:pt x="199" y="225"/>
                    <a:pt x="158" y="191"/>
                    <a:pt x="145" y="194"/>
                  </a:cubicBezTo>
                  <a:cubicBezTo>
                    <a:pt x="133" y="198"/>
                    <a:pt x="117" y="250"/>
                    <a:pt x="97" y="245"/>
                  </a:cubicBezTo>
                  <a:cubicBezTo>
                    <a:pt x="77" y="240"/>
                    <a:pt x="86" y="186"/>
                    <a:pt x="76" y="177"/>
                  </a:cubicBezTo>
                  <a:cubicBezTo>
                    <a:pt x="67" y="169"/>
                    <a:pt x="14" y="181"/>
                    <a:pt x="7" y="160"/>
                  </a:cubicBezTo>
                  <a:cubicBezTo>
                    <a:pt x="0" y="139"/>
                    <a:pt x="51" y="120"/>
                    <a:pt x="54" y="108"/>
                  </a:cubicBezTo>
                  <a:cubicBezTo>
                    <a:pt x="57" y="95"/>
                    <a:pt x="21" y="56"/>
                    <a:pt x="36" y="40"/>
                  </a:cubicBezTo>
                  <a:cubicBezTo>
                    <a:pt x="51" y="25"/>
                    <a:pt x="93" y="58"/>
                    <a:pt x="105" y="54"/>
                  </a:cubicBezTo>
                  <a:cubicBezTo>
                    <a:pt x="117" y="51"/>
                    <a:pt x="133" y="0"/>
                    <a:pt x="153" y="5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4" name="Freeform 10"/>
            <p:cNvSpPr>
              <a:spLocks/>
            </p:cNvSpPr>
            <p:nvPr/>
          </p:nvSpPr>
          <p:spPr bwMode="auto">
            <a:xfrm>
              <a:off x="6948200" y="3263096"/>
              <a:ext cx="950913" cy="944563"/>
            </a:xfrm>
            <a:custGeom>
              <a:avLst/>
              <a:gdLst>
                <a:gd name="T0" fmla="*/ 160 w 251"/>
                <a:gd name="T1" fmla="*/ 6 h 249"/>
                <a:gd name="T2" fmla="*/ 178 w 251"/>
                <a:gd name="T3" fmla="*/ 74 h 249"/>
                <a:gd name="T4" fmla="*/ 246 w 251"/>
                <a:gd name="T5" fmla="*/ 97 h 249"/>
                <a:gd name="T6" fmla="*/ 196 w 251"/>
                <a:gd name="T7" fmla="*/ 145 h 249"/>
                <a:gd name="T8" fmla="*/ 209 w 251"/>
                <a:gd name="T9" fmla="*/ 215 h 249"/>
                <a:gd name="T10" fmla="*/ 141 w 251"/>
                <a:gd name="T11" fmla="*/ 195 h 249"/>
                <a:gd name="T12" fmla="*/ 91 w 251"/>
                <a:gd name="T13" fmla="*/ 243 h 249"/>
                <a:gd name="T14" fmla="*/ 73 w 251"/>
                <a:gd name="T15" fmla="*/ 174 h 249"/>
                <a:gd name="T16" fmla="*/ 5 w 251"/>
                <a:gd name="T17" fmla="*/ 153 h 249"/>
                <a:gd name="T18" fmla="*/ 55 w 251"/>
                <a:gd name="T19" fmla="*/ 104 h 249"/>
                <a:gd name="T20" fmla="*/ 42 w 251"/>
                <a:gd name="T21" fmla="*/ 35 h 249"/>
                <a:gd name="T22" fmla="*/ 109 w 251"/>
                <a:gd name="T23" fmla="*/ 53 h 249"/>
                <a:gd name="T24" fmla="*/ 160 w 251"/>
                <a:gd name="T25" fmla="*/ 6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49">
                  <a:moveTo>
                    <a:pt x="160" y="6"/>
                  </a:moveTo>
                  <a:cubicBezTo>
                    <a:pt x="181" y="12"/>
                    <a:pt x="169" y="65"/>
                    <a:pt x="178" y="74"/>
                  </a:cubicBezTo>
                  <a:cubicBezTo>
                    <a:pt x="187" y="84"/>
                    <a:pt x="241" y="76"/>
                    <a:pt x="246" y="97"/>
                  </a:cubicBezTo>
                  <a:cubicBezTo>
                    <a:pt x="251" y="118"/>
                    <a:pt x="199" y="133"/>
                    <a:pt x="196" y="145"/>
                  </a:cubicBezTo>
                  <a:cubicBezTo>
                    <a:pt x="192" y="157"/>
                    <a:pt x="226" y="199"/>
                    <a:pt x="209" y="215"/>
                  </a:cubicBezTo>
                  <a:cubicBezTo>
                    <a:pt x="193" y="230"/>
                    <a:pt x="154" y="193"/>
                    <a:pt x="141" y="195"/>
                  </a:cubicBezTo>
                  <a:cubicBezTo>
                    <a:pt x="129" y="198"/>
                    <a:pt x="110" y="249"/>
                    <a:pt x="91" y="243"/>
                  </a:cubicBezTo>
                  <a:cubicBezTo>
                    <a:pt x="70" y="237"/>
                    <a:pt x="82" y="184"/>
                    <a:pt x="73" y="174"/>
                  </a:cubicBezTo>
                  <a:cubicBezTo>
                    <a:pt x="64" y="165"/>
                    <a:pt x="11" y="174"/>
                    <a:pt x="5" y="153"/>
                  </a:cubicBezTo>
                  <a:cubicBezTo>
                    <a:pt x="0" y="132"/>
                    <a:pt x="52" y="116"/>
                    <a:pt x="55" y="104"/>
                  </a:cubicBezTo>
                  <a:cubicBezTo>
                    <a:pt x="59" y="92"/>
                    <a:pt x="25" y="50"/>
                    <a:pt x="42" y="35"/>
                  </a:cubicBezTo>
                  <a:cubicBezTo>
                    <a:pt x="58" y="20"/>
                    <a:pt x="97" y="56"/>
                    <a:pt x="109" y="53"/>
                  </a:cubicBezTo>
                  <a:cubicBezTo>
                    <a:pt x="122" y="50"/>
                    <a:pt x="141" y="0"/>
                    <a:pt x="160" y="6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Freeform 11"/>
            <p:cNvSpPr>
              <a:spLocks/>
            </p:cNvSpPr>
            <p:nvPr/>
          </p:nvSpPr>
          <p:spPr bwMode="auto">
            <a:xfrm>
              <a:off x="6945025" y="3267858"/>
              <a:ext cx="958850" cy="936625"/>
            </a:xfrm>
            <a:custGeom>
              <a:avLst/>
              <a:gdLst>
                <a:gd name="T0" fmla="*/ 169 w 253"/>
                <a:gd name="T1" fmla="*/ 7 h 247"/>
                <a:gd name="T2" fmla="*/ 182 w 253"/>
                <a:gd name="T3" fmla="*/ 77 h 247"/>
                <a:gd name="T4" fmla="*/ 249 w 253"/>
                <a:gd name="T5" fmla="*/ 104 h 247"/>
                <a:gd name="T6" fmla="*/ 196 w 253"/>
                <a:gd name="T7" fmla="*/ 148 h 247"/>
                <a:gd name="T8" fmla="*/ 205 w 253"/>
                <a:gd name="T9" fmla="*/ 219 h 247"/>
                <a:gd name="T10" fmla="*/ 137 w 253"/>
                <a:gd name="T11" fmla="*/ 196 h 247"/>
                <a:gd name="T12" fmla="*/ 85 w 253"/>
                <a:gd name="T13" fmla="*/ 240 h 247"/>
                <a:gd name="T14" fmla="*/ 71 w 253"/>
                <a:gd name="T15" fmla="*/ 170 h 247"/>
                <a:gd name="T16" fmla="*/ 5 w 253"/>
                <a:gd name="T17" fmla="*/ 145 h 247"/>
                <a:gd name="T18" fmla="*/ 57 w 253"/>
                <a:gd name="T19" fmla="*/ 100 h 247"/>
                <a:gd name="T20" fmla="*/ 48 w 253"/>
                <a:gd name="T21" fmla="*/ 29 h 247"/>
                <a:gd name="T22" fmla="*/ 115 w 253"/>
                <a:gd name="T23" fmla="*/ 51 h 247"/>
                <a:gd name="T24" fmla="*/ 169 w 253"/>
                <a:gd name="T25" fmla="*/ 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7">
                  <a:moveTo>
                    <a:pt x="169" y="7"/>
                  </a:moveTo>
                  <a:cubicBezTo>
                    <a:pt x="189" y="15"/>
                    <a:pt x="174" y="67"/>
                    <a:pt x="182" y="77"/>
                  </a:cubicBezTo>
                  <a:cubicBezTo>
                    <a:pt x="191" y="87"/>
                    <a:pt x="245" y="82"/>
                    <a:pt x="249" y="104"/>
                  </a:cubicBezTo>
                  <a:cubicBezTo>
                    <a:pt x="253" y="124"/>
                    <a:pt x="200" y="136"/>
                    <a:pt x="196" y="148"/>
                  </a:cubicBezTo>
                  <a:cubicBezTo>
                    <a:pt x="191" y="160"/>
                    <a:pt x="223" y="204"/>
                    <a:pt x="205" y="219"/>
                  </a:cubicBezTo>
                  <a:cubicBezTo>
                    <a:pt x="187" y="233"/>
                    <a:pt x="150" y="193"/>
                    <a:pt x="137" y="196"/>
                  </a:cubicBezTo>
                  <a:cubicBezTo>
                    <a:pt x="125" y="198"/>
                    <a:pt x="104" y="247"/>
                    <a:pt x="85" y="240"/>
                  </a:cubicBezTo>
                  <a:cubicBezTo>
                    <a:pt x="65" y="233"/>
                    <a:pt x="79" y="180"/>
                    <a:pt x="71" y="170"/>
                  </a:cubicBezTo>
                  <a:cubicBezTo>
                    <a:pt x="63" y="160"/>
                    <a:pt x="9" y="166"/>
                    <a:pt x="5" y="145"/>
                  </a:cubicBezTo>
                  <a:cubicBezTo>
                    <a:pt x="0" y="124"/>
                    <a:pt x="53" y="111"/>
                    <a:pt x="57" y="100"/>
                  </a:cubicBezTo>
                  <a:cubicBezTo>
                    <a:pt x="61" y="87"/>
                    <a:pt x="30" y="43"/>
                    <a:pt x="48" y="29"/>
                  </a:cubicBezTo>
                  <a:cubicBezTo>
                    <a:pt x="65" y="15"/>
                    <a:pt x="102" y="54"/>
                    <a:pt x="115" y="51"/>
                  </a:cubicBezTo>
                  <a:cubicBezTo>
                    <a:pt x="127" y="49"/>
                    <a:pt x="149" y="0"/>
                    <a:pt x="169" y="7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Freeform 12"/>
            <p:cNvSpPr>
              <a:spLocks/>
            </p:cNvSpPr>
            <p:nvPr/>
          </p:nvSpPr>
          <p:spPr bwMode="auto">
            <a:xfrm>
              <a:off x="6945025" y="3271033"/>
              <a:ext cx="958850" cy="928688"/>
            </a:xfrm>
            <a:custGeom>
              <a:avLst/>
              <a:gdLst>
                <a:gd name="T0" fmla="*/ 176 w 253"/>
                <a:gd name="T1" fmla="*/ 8 h 245"/>
                <a:gd name="T2" fmla="*/ 185 w 253"/>
                <a:gd name="T3" fmla="*/ 79 h 245"/>
                <a:gd name="T4" fmla="*/ 251 w 253"/>
                <a:gd name="T5" fmla="*/ 110 h 245"/>
                <a:gd name="T6" fmla="*/ 195 w 253"/>
                <a:gd name="T7" fmla="*/ 151 h 245"/>
                <a:gd name="T8" fmla="*/ 200 w 253"/>
                <a:gd name="T9" fmla="*/ 223 h 245"/>
                <a:gd name="T10" fmla="*/ 133 w 253"/>
                <a:gd name="T11" fmla="*/ 196 h 245"/>
                <a:gd name="T12" fmla="*/ 78 w 253"/>
                <a:gd name="T13" fmla="*/ 238 h 245"/>
                <a:gd name="T14" fmla="*/ 67 w 253"/>
                <a:gd name="T15" fmla="*/ 166 h 245"/>
                <a:gd name="T16" fmla="*/ 3 w 253"/>
                <a:gd name="T17" fmla="*/ 138 h 245"/>
                <a:gd name="T18" fmla="*/ 58 w 253"/>
                <a:gd name="T19" fmla="*/ 95 h 245"/>
                <a:gd name="T20" fmla="*/ 54 w 253"/>
                <a:gd name="T21" fmla="*/ 22 h 245"/>
                <a:gd name="T22" fmla="*/ 119 w 253"/>
                <a:gd name="T23" fmla="*/ 49 h 245"/>
                <a:gd name="T24" fmla="*/ 176 w 253"/>
                <a:gd name="T25" fmla="*/ 8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5">
                  <a:moveTo>
                    <a:pt x="176" y="8"/>
                  </a:moveTo>
                  <a:cubicBezTo>
                    <a:pt x="196" y="17"/>
                    <a:pt x="178" y="68"/>
                    <a:pt x="185" y="79"/>
                  </a:cubicBezTo>
                  <a:cubicBezTo>
                    <a:pt x="193" y="90"/>
                    <a:pt x="248" y="88"/>
                    <a:pt x="251" y="110"/>
                  </a:cubicBezTo>
                  <a:cubicBezTo>
                    <a:pt x="253" y="130"/>
                    <a:pt x="199" y="139"/>
                    <a:pt x="195" y="151"/>
                  </a:cubicBezTo>
                  <a:cubicBezTo>
                    <a:pt x="190" y="163"/>
                    <a:pt x="219" y="210"/>
                    <a:pt x="200" y="223"/>
                  </a:cubicBezTo>
                  <a:cubicBezTo>
                    <a:pt x="181" y="237"/>
                    <a:pt x="146" y="194"/>
                    <a:pt x="133" y="196"/>
                  </a:cubicBezTo>
                  <a:cubicBezTo>
                    <a:pt x="121" y="197"/>
                    <a:pt x="97" y="245"/>
                    <a:pt x="78" y="238"/>
                  </a:cubicBezTo>
                  <a:cubicBezTo>
                    <a:pt x="58" y="229"/>
                    <a:pt x="75" y="177"/>
                    <a:pt x="67" y="166"/>
                  </a:cubicBezTo>
                  <a:cubicBezTo>
                    <a:pt x="60" y="155"/>
                    <a:pt x="6" y="159"/>
                    <a:pt x="3" y="138"/>
                  </a:cubicBezTo>
                  <a:cubicBezTo>
                    <a:pt x="0" y="117"/>
                    <a:pt x="53" y="106"/>
                    <a:pt x="58" y="95"/>
                  </a:cubicBezTo>
                  <a:cubicBezTo>
                    <a:pt x="63" y="82"/>
                    <a:pt x="34" y="36"/>
                    <a:pt x="54" y="22"/>
                  </a:cubicBezTo>
                  <a:cubicBezTo>
                    <a:pt x="72" y="9"/>
                    <a:pt x="106" y="51"/>
                    <a:pt x="119" y="49"/>
                  </a:cubicBezTo>
                  <a:cubicBezTo>
                    <a:pt x="131" y="48"/>
                    <a:pt x="156" y="0"/>
                    <a:pt x="176" y="8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Freeform 13"/>
            <p:cNvSpPr>
              <a:spLocks/>
            </p:cNvSpPr>
            <p:nvPr/>
          </p:nvSpPr>
          <p:spPr bwMode="auto">
            <a:xfrm>
              <a:off x="6940262" y="3271033"/>
              <a:ext cx="966788" cy="928688"/>
            </a:xfrm>
            <a:custGeom>
              <a:avLst/>
              <a:gdLst>
                <a:gd name="T0" fmla="*/ 184 w 255"/>
                <a:gd name="T1" fmla="*/ 10 h 245"/>
                <a:gd name="T2" fmla="*/ 190 w 255"/>
                <a:gd name="T3" fmla="*/ 82 h 245"/>
                <a:gd name="T4" fmla="*/ 254 w 255"/>
                <a:gd name="T5" fmla="*/ 117 h 245"/>
                <a:gd name="T6" fmla="*/ 195 w 255"/>
                <a:gd name="T7" fmla="*/ 155 h 245"/>
                <a:gd name="T8" fmla="*/ 195 w 255"/>
                <a:gd name="T9" fmla="*/ 229 h 245"/>
                <a:gd name="T10" fmla="*/ 130 w 255"/>
                <a:gd name="T11" fmla="*/ 197 h 245"/>
                <a:gd name="T12" fmla="*/ 72 w 255"/>
                <a:gd name="T13" fmla="*/ 236 h 245"/>
                <a:gd name="T14" fmla="*/ 65 w 255"/>
                <a:gd name="T15" fmla="*/ 162 h 245"/>
                <a:gd name="T16" fmla="*/ 2 w 255"/>
                <a:gd name="T17" fmla="*/ 131 h 245"/>
                <a:gd name="T18" fmla="*/ 60 w 255"/>
                <a:gd name="T19" fmla="*/ 91 h 245"/>
                <a:gd name="T20" fmla="*/ 60 w 255"/>
                <a:gd name="T21" fmla="*/ 17 h 245"/>
                <a:gd name="T22" fmla="*/ 124 w 255"/>
                <a:gd name="T23" fmla="*/ 48 h 245"/>
                <a:gd name="T24" fmla="*/ 184 w 255"/>
                <a:gd name="T25" fmla="*/ 1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5" h="245">
                  <a:moveTo>
                    <a:pt x="184" y="10"/>
                  </a:moveTo>
                  <a:cubicBezTo>
                    <a:pt x="204" y="20"/>
                    <a:pt x="182" y="71"/>
                    <a:pt x="190" y="82"/>
                  </a:cubicBezTo>
                  <a:cubicBezTo>
                    <a:pt x="197" y="94"/>
                    <a:pt x="252" y="95"/>
                    <a:pt x="254" y="117"/>
                  </a:cubicBezTo>
                  <a:cubicBezTo>
                    <a:pt x="255" y="137"/>
                    <a:pt x="200" y="144"/>
                    <a:pt x="195" y="155"/>
                  </a:cubicBezTo>
                  <a:cubicBezTo>
                    <a:pt x="189" y="167"/>
                    <a:pt x="216" y="216"/>
                    <a:pt x="195" y="229"/>
                  </a:cubicBezTo>
                  <a:cubicBezTo>
                    <a:pt x="176" y="241"/>
                    <a:pt x="143" y="196"/>
                    <a:pt x="130" y="197"/>
                  </a:cubicBezTo>
                  <a:cubicBezTo>
                    <a:pt x="118" y="197"/>
                    <a:pt x="91" y="245"/>
                    <a:pt x="72" y="236"/>
                  </a:cubicBezTo>
                  <a:cubicBezTo>
                    <a:pt x="52" y="226"/>
                    <a:pt x="73" y="174"/>
                    <a:pt x="65" y="162"/>
                  </a:cubicBezTo>
                  <a:cubicBezTo>
                    <a:pt x="58" y="152"/>
                    <a:pt x="3" y="152"/>
                    <a:pt x="2" y="131"/>
                  </a:cubicBezTo>
                  <a:cubicBezTo>
                    <a:pt x="0" y="110"/>
                    <a:pt x="55" y="103"/>
                    <a:pt x="60" y="91"/>
                  </a:cubicBezTo>
                  <a:cubicBezTo>
                    <a:pt x="66" y="79"/>
                    <a:pt x="39" y="30"/>
                    <a:pt x="60" y="17"/>
                  </a:cubicBezTo>
                  <a:cubicBezTo>
                    <a:pt x="79" y="5"/>
                    <a:pt x="111" y="49"/>
                    <a:pt x="124" y="48"/>
                  </a:cubicBezTo>
                  <a:cubicBezTo>
                    <a:pt x="137" y="48"/>
                    <a:pt x="165" y="0"/>
                    <a:pt x="184" y="10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Freeform 14"/>
            <p:cNvSpPr>
              <a:spLocks/>
            </p:cNvSpPr>
            <p:nvPr/>
          </p:nvSpPr>
          <p:spPr bwMode="auto">
            <a:xfrm>
              <a:off x="6940262" y="3271033"/>
              <a:ext cx="971550" cy="933450"/>
            </a:xfrm>
            <a:custGeom>
              <a:avLst/>
              <a:gdLst>
                <a:gd name="T0" fmla="*/ 0 w 256"/>
                <a:gd name="T1" fmla="*/ 124 h 246"/>
                <a:gd name="T2" fmla="*/ 61 w 256"/>
                <a:gd name="T3" fmla="*/ 88 h 246"/>
                <a:gd name="T4" fmla="*/ 65 w 256"/>
                <a:gd name="T5" fmla="*/ 11 h 246"/>
                <a:gd name="T6" fmla="*/ 128 w 256"/>
                <a:gd name="T7" fmla="*/ 47 h 246"/>
                <a:gd name="T8" fmla="*/ 191 w 256"/>
                <a:gd name="T9" fmla="*/ 12 h 246"/>
                <a:gd name="T10" fmla="*/ 193 w 256"/>
                <a:gd name="T11" fmla="*/ 86 h 246"/>
                <a:gd name="T12" fmla="*/ 255 w 256"/>
                <a:gd name="T13" fmla="*/ 124 h 246"/>
                <a:gd name="T14" fmla="*/ 194 w 256"/>
                <a:gd name="T15" fmla="*/ 159 h 246"/>
                <a:gd name="T16" fmla="*/ 190 w 256"/>
                <a:gd name="T17" fmla="*/ 234 h 246"/>
                <a:gd name="T18" fmla="*/ 125 w 256"/>
                <a:gd name="T19" fmla="*/ 198 h 246"/>
                <a:gd name="T20" fmla="*/ 65 w 256"/>
                <a:gd name="T21" fmla="*/ 234 h 246"/>
                <a:gd name="T22" fmla="*/ 62 w 256"/>
                <a:gd name="T23" fmla="*/ 159 h 246"/>
                <a:gd name="T24" fmla="*/ 0 w 256"/>
                <a:gd name="T25" fmla="*/ 124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6" h="246">
                  <a:moveTo>
                    <a:pt x="0" y="124"/>
                  </a:moveTo>
                  <a:cubicBezTo>
                    <a:pt x="0" y="103"/>
                    <a:pt x="55" y="99"/>
                    <a:pt x="61" y="88"/>
                  </a:cubicBezTo>
                  <a:cubicBezTo>
                    <a:pt x="67" y="75"/>
                    <a:pt x="43" y="24"/>
                    <a:pt x="65" y="11"/>
                  </a:cubicBezTo>
                  <a:cubicBezTo>
                    <a:pt x="85" y="0"/>
                    <a:pt x="115" y="47"/>
                    <a:pt x="128" y="47"/>
                  </a:cubicBezTo>
                  <a:cubicBezTo>
                    <a:pt x="141" y="47"/>
                    <a:pt x="172" y="1"/>
                    <a:pt x="191" y="12"/>
                  </a:cubicBezTo>
                  <a:cubicBezTo>
                    <a:pt x="211" y="23"/>
                    <a:pt x="186" y="73"/>
                    <a:pt x="193" y="86"/>
                  </a:cubicBezTo>
                  <a:cubicBezTo>
                    <a:pt x="200" y="98"/>
                    <a:pt x="256" y="102"/>
                    <a:pt x="255" y="124"/>
                  </a:cubicBezTo>
                  <a:cubicBezTo>
                    <a:pt x="255" y="145"/>
                    <a:pt x="200" y="148"/>
                    <a:pt x="194" y="159"/>
                  </a:cubicBezTo>
                  <a:cubicBezTo>
                    <a:pt x="187" y="171"/>
                    <a:pt x="212" y="222"/>
                    <a:pt x="190" y="234"/>
                  </a:cubicBezTo>
                  <a:cubicBezTo>
                    <a:pt x="169" y="246"/>
                    <a:pt x="139" y="198"/>
                    <a:pt x="125" y="198"/>
                  </a:cubicBezTo>
                  <a:cubicBezTo>
                    <a:pt x="113" y="197"/>
                    <a:pt x="83" y="244"/>
                    <a:pt x="65" y="234"/>
                  </a:cubicBezTo>
                  <a:cubicBezTo>
                    <a:pt x="46" y="223"/>
                    <a:pt x="69" y="172"/>
                    <a:pt x="62" y="159"/>
                  </a:cubicBezTo>
                  <a:cubicBezTo>
                    <a:pt x="55" y="148"/>
                    <a:pt x="0" y="145"/>
                    <a:pt x="0" y="124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777746" y="1475858"/>
            <a:ext cx="1454502" cy="1671956"/>
            <a:chOff x="5900667" y="-231575"/>
            <a:chExt cx="2044290" cy="2349920"/>
          </a:xfrm>
        </p:grpSpPr>
        <p:grpSp>
          <p:nvGrpSpPr>
            <p:cNvPr id="49" name="Group 4"/>
            <p:cNvGrpSpPr>
              <a:grpSpLocks noChangeAspect="1"/>
            </p:cNvGrpSpPr>
            <p:nvPr/>
          </p:nvGrpSpPr>
          <p:grpSpPr bwMode="auto">
            <a:xfrm>
              <a:off x="6322090" y="72485"/>
              <a:ext cx="1168465" cy="2045860"/>
              <a:chOff x="2724" y="205"/>
              <a:chExt cx="2232" cy="3908"/>
            </a:xfrm>
            <a:noFill/>
          </p:grpSpPr>
          <p:sp>
            <p:nvSpPr>
              <p:cNvPr id="51" name="Freeform 5"/>
              <p:cNvSpPr>
                <a:spLocks/>
              </p:cNvSpPr>
              <p:nvPr/>
            </p:nvSpPr>
            <p:spPr bwMode="auto">
              <a:xfrm>
                <a:off x="3373" y="3255"/>
                <a:ext cx="960" cy="858"/>
              </a:xfrm>
              <a:custGeom>
                <a:avLst/>
                <a:gdLst>
                  <a:gd name="T0" fmla="*/ 224 w 447"/>
                  <a:gd name="T1" fmla="*/ 5 h 400"/>
                  <a:gd name="T2" fmla="*/ 39 w 447"/>
                  <a:gd name="T3" fmla="*/ 0 h 400"/>
                  <a:gd name="T4" fmla="*/ 3 w 447"/>
                  <a:gd name="T5" fmla="*/ 0 h 400"/>
                  <a:gd name="T6" fmla="*/ 3 w 447"/>
                  <a:gd name="T7" fmla="*/ 43 h 400"/>
                  <a:gd name="T8" fmla="*/ 17 w 447"/>
                  <a:gd name="T9" fmla="*/ 61 h 400"/>
                  <a:gd name="T10" fmla="*/ 3 w 447"/>
                  <a:gd name="T11" fmla="*/ 88 h 400"/>
                  <a:gd name="T12" fmla="*/ 3 w 447"/>
                  <a:gd name="T13" fmla="*/ 105 h 400"/>
                  <a:gd name="T14" fmla="*/ 17 w 447"/>
                  <a:gd name="T15" fmla="*/ 122 h 400"/>
                  <a:gd name="T16" fmla="*/ 0 w 447"/>
                  <a:gd name="T17" fmla="*/ 150 h 400"/>
                  <a:gd name="T18" fmla="*/ 0 w 447"/>
                  <a:gd name="T19" fmla="*/ 166 h 400"/>
                  <a:gd name="T20" fmla="*/ 17 w 447"/>
                  <a:gd name="T21" fmla="*/ 180 h 400"/>
                  <a:gd name="T22" fmla="*/ 3 w 447"/>
                  <a:gd name="T23" fmla="*/ 214 h 400"/>
                  <a:gd name="T24" fmla="*/ 3 w 447"/>
                  <a:gd name="T25" fmla="*/ 225 h 400"/>
                  <a:gd name="T26" fmla="*/ 17 w 447"/>
                  <a:gd name="T27" fmla="*/ 258 h 400"/>
                  <a:gd name="T28" fmla="*/ 28 w 447"/>
                  <a:gd name="T29" fmla="*/ 275 h 400"/>
                  <a:gd name="T30" fmla="*/ 41 w 447"/>
                  <a:gd name="T31" fmla="*/ 293 h 400"/>
                  <a:gd name="T32" fmla="*/ 80 w 447"/>
                  <a:gd name="T33" fmla="*/ 330 h 400"/>
                  <a:gd name="T34" fmla="*/ 92 w 447"/>
                  <a:gd name="T35" fmla="*/ 330 h 400"/>
                  <a:gd name="T36" fmla="*/ 142 w 447"/>
                  <a:gd name="T37" fmla="*/ 387 h 400"/>
                  <a:gd name="T38" fmla="*/ 197 w 447"/>
                  <a:gd name="T39" fmla="*/ 399 h 400"/>
                  <a:gd name="T40" fmla="*/ 223 w 447"/>
                  <a:gd name="T41" fmla="*/ 394 h 400"/>
                  <a:gd name="T42" fmla="*/ 250 w 447"/>
                  <a:gd name="T43" fmla="*/ 399 h 400"/>
                  <a:gd name="T44" fmla="*/ 304 w 447"/>
                  <a:gd name="T45" fmla="*/ 387 h 400"/>
                  <a:gd name="T46" fmla="*/ 355 w 447"/>
                  <a:gd name="T47" fmla="*/ 330 h 400"/>
                  <a:gd name="T48" fmla="*/ 366 w 447"/>
                  <a:gd name="T49" fmla="*/ 330 h 400"/>
                  <a:gd name="T50" fmla="*/ 405 w 447"/>
                  <a:gd name="T51" fmla="*/ 293 h 400"/>
                  <a:gd name="T52" fmla="*/ 418 w 447"/>
                  <a:gd name="T53" fmla="*/ 275 h 400"/>
                  <a:gd name="T54" fmla="*/ 430 w 447"/>
                  <a:gd name="T55" fmla="*/ 258 h 400"/>
                  <a:gd name="T56" fmla="*/ 444 w 447"/>
                  <a:gd name="T57" fmla="*/ 225 h 400"/>
                  <a:gd name="T58" fmla="*/ 444 w 447"/>
                  <a:gd name="T59" fmla="*/ 214 h 400"/>
                  <a:gd name="T60" fmla="*/ 430 w 447"/>
                  <a:gd name="T61" fmla="*/ 180 h 400"/>
                  <a:gd name="T62" fmla="*/ 447 w 447"/>
                  <a:gd name="T63" fmla="*/ 166 h 400"/>
                  <a:gd name="T64" fmla="*/ 447 w 447"/>
                  <a:gd name="T65" fmla="*/ 150 h 400"/>
                  <a:gd name="T66" fmla="*/ 430 w 447"/>
                  <a:gd name="T67" fmla="*/ 122 h 400"/>
                  <a:gd name="T68" fmla="*/ 444 w 447"/>
                  <a:gd name="T69" fmla="*/ 105 h 400"/>
                  <a:gd name="T70" fmla="*/ 444 w 447"/>
                  <a:gd name="T71" fmla="*/ 88 h 400"/>
                  <a:gd name="T72" fmla="*/ 430 w 447"/>
                  <a:gd name="T73" fmla="*/ 61 h 400"/>
                  <a:gd name="T74" fmla="*/ 444 w 447"/>
                  <a:gd name="T75" fmla="*/ 43 h 400"/>
                  <a:gd name="T76" fmla="*/ 444 w 447"/>
                  <a:gd name="T77" fmla="*/ 0 h 400"/>
                  <a:gd name="T78" fmla="*/ 224 w 447"/>
                  <a:gd name="T79" fmla="*/ 5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447" h="400">
                    <a:moveTo>
                      <a:pt x="224" y="5"/>
                    </a:moveTo>
                    <a:cubicBezTo>
                      <a:pt x="224" y="5"/>
                      <a:pt x="112" y="3"/>
                      <a:pt x="39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3" y="43"/>
                      <a:pt x="5" y="56"/>
                      <a:pt x="17" y="61"/>
                    </a:cubicBezTo>
                    <a:cubicBezTo>
                      <a:pt x="17" y="61"/>
                      <a:pt x="19" y="79"/>
                      <a:pt x="3" y="88"/>
                    </a:cubicBezTo>
                    <a:cubicBezTo>
                      <a:pt x="3" y="105"/>
                      <a:pt x="3" y="105"/>
                      <a:pt x="3" y="105"/>
                    </a:cubicBezTo>
                    <a:cubicBezTo>
                      <a:pt x="3" y="105"/>
                      <a:pt x="14" y="114"/>
                      <a:pt x="17" y="122"/>
                    </a:cubicBezTo>
                    <a:cubicBezTo>
                      <a:pt x="19" y="130"/>
                      <a:pt x="5" y="148"/>
                      <a:pt x="0" y="150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166"/>
                      <a:pt x="13" y="168"/>
                      <a:pt x="17" y="180"/>
                    </a:cubicBezTo>
                    <a:cubicBezTo>
                      <a:pt x="21" y="192"/>
                      <a:pt x="10" y="210"/>
                      <a:pt x="3" y="214"/>
                    </a:cubicBezTo>
                    <a:cubicBezTo>
                      <a:pt x="3" y="225"/>
                      <a:pt x="3" y="225"/>
                      <a:pt x="3" y="225"/>
                    </a:cubicBezTo>
                    <a:cubicBezTo>
                      <a:pt x="3" y="225"/>
                      <a:pt x="25" y="238"/>
                      <a:pt x="17" y="258"/>
                    </a:cubicBezTo>
                    <a:cubicBezTo>
                      <a:pt x="17" y="258"/>
                      <a:pt x="10" y="268"/>
                      <a:pt x="28" y="275"/>
                    </a:cubicBezTo>
                    <a:cubicBezTo>
                      <a:pt x="28" y="275"/>
                      <a:pt x="38" y="285"/>
                      <a:pt x="41" y="293"/>
                    </a:cubicBezTo>
                    <a:cubicBezTo>
                      <a:pt x="45" y="301"/>
                      <a:pt x="72" y="329"/>
                      <a:pt x="80" y="330"/>
                    </a:cubicBezTo>
                    <a:cubicBezTo>
                      <a:pt x="92" y="330"/>
                      <a:pt x="92" y="330"/>
                      <a:pt x="92" y="330"/>
                    </a:cubicBezTo>
                    <a:cubicBezTo>
                      <a:pt x="92" y="330"/>
                      <a:pt x="129" y="369"/>
                      <a:pt x="142" y="387"/>
                    </a:cubicBezTo>
                    <a:cubicBezTo>
                      <a:pt x="142" y="387"/>
                      <a:pt x="172" y="400"/>
                      <a:pt x="197" y="399"/>
                    </a:cubicBezTo>
                    <a:cubicBezTo>
                      <a:pt x="197" y="399"/>
                      <a:pt x="213" y="394"/>
                      <a:pt x="223" y="394"/>
                    </a:cubicBezTo>
                    <a:cubicBezTo>
                      <a:pt x="234" y="394"/>
                      <a:pt x="250" y="399"/>
                      <a:pt x="250" y="399"/>
                    </a:cubicBezTo>
                    <a:cubicBezTo>
                      <a:pt x="275" y="400"/>
                      <a:pt x="304" y="387"/>
                      <a:pt x="304" y="387"/>
                    </a:cubicBezTo>
                    <a:cubicBezTo>
                      <a:pt x="317" y="369"/>
                      <a:pt x="355" y="330"/>
                      <a:pt x="355" y="330"/>
                    </a:cubicBezTo>
                    <a:cubicBezTo>
                      <a:pt x="366" y="330"/>
                      <a:pt x="366" y="330"/>
                      <a:pt x="366" y="330"/>
                    </a:cubicBezTo>
                    <a:cubicBezTo>
                      <a:pt x="374" y="329"/>
                      <a:pt x="401" y="301"/>
                      <a:pt x="405" y="293"/>
                    </a:cubicBezTo>
                    <a:cubicBezTo>
                      <a:pt x="409" y="285"/>
                      <a:pt x="418" y="275"/>
                      <a:pt x="418" y="275"/>
                    </a:cubicBezTo>
                    <a:cubicBezTo>
                      <a:pt x="436" y="268"/>
                      <a:pt x="430" y="258"/>
                      <a:pt x="430" y="258"/>
                    </a:cubicBezTo>
                    <a:cubicBezTo>
                      <a:pt x="422" y="238"/>
                      <a:pt x="444" y="225"/>
                      <a:pt x="444" y="225"/>
                    </a:cubicBezTo>
                    <a:cubicBezTo>
                      <a:pt x="444" y="214"/>
                      <a:pt x="444" y="214"/>
                      <a:pt x="444" y="214"/>
                    </a:cubicBezTo>
                    <a:cubicBezTo>
                      <a:pt x="436" y="210"/>
                      <a:pt x="426" y="192"/>
                      <a:pt x="430" y="180"/>
                    </a:cubicBezTo>
                    <a:cubicBezTo>
                      <a:pt x="434" y="168"/>
                      <a:pt x="447" y="166"/>
                      <a:pt x="447" y="166"/>
                    </a:cubicBezTo>
                    <a:cubicBezTo>
                      <a:pt x="447" y="150"/>
                      <a:pt x="447" y="150"/>
                      <a:pt x="447" y="150"/>
                    </a:cubicBezTo>
                    <a:cubicBezTo>
                      <a:pt x="442" y="148"/>
                      <a:pt x="427" y="130"/>
                      <a:pt x="430" y="122"/>
                    </a:cubicBezTo>
                    <a:cubicBezTo>
                      <a:pt x="433" y="114"/>
                      <a:pt x="444" y="105"/>
                      <a:pt x="444" y="105"/>
                    </a:cubicBezTo>
                    <a:cubicBezTo>
                      <a:pt x="444" y="88"/>
                      <a:pt x="444" y="88"/>
                      <a:pt x="444" y="88"/>
                    </a:cubicBezTo>
                    <a:cubicBezTo>
                      <a:pt x="427" y="79"/>
                      <a:pt x="430" y="61"/>
                      <a:pt x="430" y="61"/>
                    </a:cubicBezTo>
                    <a:cubicBezTo>
                      <a:pt x="442" y="56"/>
                      <a:pt x="444" y="43"/>
                      <a:pt x="444" y="43"/>
                    </a:cubicBezTo>
                    <a:cubicBezTo>
                      <a:pt x="444" y="0"/>
                      <a:pt x="444" y="0"/>
                      <a:pt x="444" y="0"/>
                    </a:cubicBezTo>
                    <a:cubicBezTo>
                      <a:pt x="383" y="3"/>
                      <a:pt x="224" y="5"/>
                      <a:pt x="224" y="5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2" name="Freeform 6"/>
              <p:cNvSpPr>
                <a:spLocks/>
              </p:cNvSpPr>
              <p:nvPr/>
            </p:nvSpPr>
            <p:spPr bwMode="auto">
              <a:xfrm>
                <a:off x="3596" y="3285"/>
                <a:ext cx="728" cy="75"/>
              </a:xfrm>
              <a:custGeom>
                <a:avLst/>
                <a:gdLst>
                  <a:gd name="T0" fmla="*/ 0 w 339"/>
                  <a:gd name="T1" fmla="*/ 2 h 35"/>
                  <a:gd name="T2" fmla="*/ 321 w 339"/>
                  <a:gd name="T3" fmla="*/ 0 h 35"/>
                  <a:gd name="T4" fmla="*/ 314 w 339"/>
                  <a:gd name="T5" fmla="*/ 35 h 35"/>
                  <a:gd name="T6" fmla="*/ 7 w 339"/>
                  <a:gd name="T7" fmla="*/ 31 h 35"/>
                  <a:gd name="T8" fmla="*/ 278 w 339"/>
                  <a:gd name="T9" fmla="*/ 17 h 35"/>
                  <a:gd name="T10" fmla="*/ 0 w 339"/>
                  <a:gd name="T11" fmla="*/ 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9" h="35">
                    <a:moveTo>
                      <a:pt x="0" y="2"/>
                    </a:moveTo>
                    <a:cubicBezTo>
                      <a:pt x="0" y="2"/>
                      <a:pt x="238" y="11"/>
                      <a:pt x="321" y="0"/>
                    </a:cubicBezTo>
                    <a:cubicBezTo>
                      <a:pt x="321" y="0"/>
                      <a:pt x="339" y="21"/>
                      <a:pt x="314" y="35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7" y="31"/>
                      <a:pt x="264" y="26"/>
                      <a:pt x="278" y="17"/>
                    </a:cubicBezTo>
                    <a:cubicBezTo>
                      <a:pt x="278" y="17"/>
                      <a:pt x="69" y="4"/>
                      <a:pt x="0" y="2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Freeform 7"/>
              <p:cNvSpPr>
                <a:spLocks/>
              </p:cNvSpPr>
              <p:nvPr/>
            </p:nvSpPr>
            <p:spPr bwMode="auto">
              <a:xfrm>
                <a:off x="3446" y="3399"/>
                <a:ext cx="792" cy="70"/>
              </a:xfrm>
              <a:custGeom>
                <a:avLst/>
                <a:gdLst>
                  <a:gd name="T0" fmla="*/ 0 w 369"/>
                  <a:gd name="T1" fmla="*/ 0 h 33"/>
                  <a:gd name="T2" fmla="*/ 369 w 369"/>
                  <a:gd name="T3" fmla="*/ 0 h 33"/>
                  <a:gd name="T4" fmla="*/ 0 w 369"/>
                  <a:gd name="T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3">
                    <a:moveTo>
                      <a:pt x="0" y="0"/>
                    </a:moveTo>
                    <a:cubicBezTo>
                      <a:pt x="0" y="0"/>
                      <a:pt x="203" y="20"/>
                      <a:pt x="369" y="0"/>
                    </a:cubicBezTo>
                    <a:cubicBezTo>
                      <a:pt x="369" y="0"/>
                      <a:pt x="143" y="33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4" name="Freeform 8"/>
              <p:cNvSpPr>
                <a:spLocks/>
              </p:cNvSpPr>
              <p:nvPr/>
            </p:nvSpPr>
            <p:spPr bwMode="auto">
              <a:xfrm>
                <a:off x="3450" y="3502"/>
                <a:ext cx="793" cy="70"/>
              </a:xfrm>
              <a:custGeom>
                <a:avLst/>
                <a:gdLst>
                  <a:gd name="T0" fmla="*/ 0 w 369"/>
                  <a:gd name="T1" fmla="*/ 0 h 33"/>
                  <a:gd name="T2" fmla="*/ 369 w 369"/>
                  <a:gd name="T3" fmla="*/ 0 h 33"/>
                  <a:gd name="T4" fmla="*/ 0 w 369"/>
                  <a:gd name="T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3">
                    <a:moveTo>
                      <a:pt x="0" y="0"/>
                    </a:moveTo>
                    <a:cubicBezTo>
                      <a:pt x="0" y="0"/>
                      <a:pt x="204" y="20"/>
                      <a:pt x="369" y="0"/>
                    </a:cubicBezTo>
                    <a:cubicBezTo>
                      <a:pt x="369" y="0"/>
                      <a:pt x="144" y="33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Freeform 9"/>
              <p:cNvSpPr>
                <a:spLocks/>
              </p:cNvSpPr>
              <p:nvPr/>
            </p:nvSpPr>
            <p:spPr bwMode="auto">
              <a:xfrm>
                <a:off x="3450" y="3622"/>
                <a:ext cx="793" cy="68"/>
              </a:xfrm>
              <a:custGeom>
                <a:avLst/>
                <a:gdLst>
                  <a:gd name="T0" fmla="*/ 0 w 369"/>
                  <a:gd name="T1" fmla="*/ 0 h 32"/>
                  <a:gd name="T2" fmla="*/ 369 w 369"/>
                  <a:gd name="T3" fmla="*/ 0 h 32"/>
                  <a:gd name="T4" fmla="*/ 0 w 369"/>
                  <a:gd name="T5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2">
                    <a:moveTo>
                      <a:pt x="0" y="0"/>
                    </a:moveTo>
                    <a:cubicBezTo>
                      <a:pt x="0" y="0"/>
                      <a:pt x="204" y="19"/>
                      <a:pt x="369" y="0"/>
                    </a:cubicBezTo>
                    <a:cubicBezTo>
                      <a:pt x="369" y="0"/>
                      <a:pt x="144" y="32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6" name="Freeform 10"/>
              <p:cNvSpPr>
                <a:spLocks/>
              </p:cNvSpPr>
              <p:nvPr/>
            </p:nvSpPr>
            <p:spPr bwMode="auto">
              <a:xfrm>
                <a:off x="3459" y="3725"/>
                <a:ext cx="792" cy="68"/>
              </a:xfrm>
              <a:custGeom>
                <a:avLst/>
                <a:gdLst>
                  <a:gd name="T0" fmla="*/ 0 w 369"/>
                  <a:gd name="T1" fmla="*/ 0 h 32"/>
                  <a:gd name="T2" fmla="*/ 369 w 369"/>
                  <a:gd name="T3" fmla="*/ 0 h 32"/>
                  <a:gd name="T4" fmla="*/ 0 w 369"/>
                  <a:gd name="T5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2">
                    <a:moveTo>
                      <a:pt x="0" y="0"/>
                    </a:moveTo>
                    <a:cubicBezTo>
                      <a:pt x="0" y="0"/>
                      <a:pt x="203" y="19"/>
                      <a:pt x="369" y="0"/>
                    </a:cubicBezTo>
                    <a:cubicBezTo>
                      <a:pt x="369" y="0"/>
                      <a:pt x="144" y="32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7" name="Freeform 11"/>
              <p:cNvSpPr>
                <a:spLocks/>
              </p:cNvSpPr>
              <p:nvPr/>
            </p:nvSpPr>
            <p:spPr bwMode="auto">
              <a:xfrm>
                <a:off x="3457" y="3826"/>
                <a:ext cx="792" cy="68"/>
              </a:xfrm>
              <a:custGeom>
                <a:avLst/>
                <a:gdLst>
                  <a:gd name="T0" fmla="*/ 0 w 369"/>
                  <a:gd name="T1" fmla="*/ 0 h 32"/>
                  <a:gd name="T2" fmla="*/ 369 w 369"/>
                  <a:gd name="T3" fmla="*/ 0 h 32"/>
                  <a:gd name="T4" fmla="*/ 0 w 369"/>
                  <a:gd name="T5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2">
                    <a:moveTo>
                      <a:pt x="0" y="0"/>
                    </a:moveTo>
                    <a:cubicBezTo>
                      <a:pt x="0" y="0"/>
                      <a:pt x="203" y="19"/>
                      <a:pt x="369" y="0"/>
                    </a:cubicBezTo>
                    <a:cubicBezTo>
                      <a:pt x="369" y="0"/>
                      <a:pt x="144" y="32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8" name="Freeform 12"/>
              <p:cNvSpPr>
                <a:spLocks/>
              </p:cNvSpPr>
              <p:nvPr/>
            </p:nvSpPr>
            <p:spPr bwMode="auto">
              <a:xfrm>
                <a:off x="3841" y="3941"/>
                <a:ext cx="275" cy="140"/>
              </a:xfrm>
              <a:custGeom>
                <a:avLst/>
                <a:gdLst>
                  <a:gd name="T0" fmla="*/ 0 w 128"/>
                  <a:gd name="T1" fmla="*/ 0 h 65"/>
                  <a:gd name="T2" fmla="*/ 128 w 128"/>
                  <a:gd name="T3" fmla="*/ 0 h 65"/>
                  <a:gd name="T4" fmla="*/ 71 w 128"/>
                  <a:gd name="T5" fmla="*/ 65 h 65"/>
                  <a:gd name="T6" fmla="*/ 69 w 128"/>
                  <a:gd name="T7" fmla="*/ 18 h 65"/>
                  <a:gd name="T8" fmla="*/ 0 w 128"/>
                  <a:gd name="T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" h="65">
                    <a:moveTo>
                      <a:pt x="0" y="0"/>
                    </a:moveTo>
                    <a:cubicBezTo>
                      <a:pt x="0" y="0"/>
                      <a:pt x="95" y="6"/>
                      <a:pt x="128" y="0"/>
                    </a:cubicBezTo>
                    <a:cubicBezTo>
                      <a:pt x="71" y="65"/>
                      <a:pt x="71" y="65"/>
                      <a:pt x="71" y="65"/>
                    </a:cubicBezTo>
                    <a:cubicBezTo>
                      <a:pt x="71" y="65"/>
                      <a:pt x="94" y="19"/>
                      <a:pt x="69" y="18"/>
                    </a:cubicBezTo>
                    <a:cubicBezTo>
                      <a:pt x="45" y="17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9" name="Freeform 13"/>
              <p:cNvSpPr>
                <a:spLocks/>
              </p:cNvSpPr>
              <p:nvPr/>
            </p:nvSpPr>
            <p:spPr bwMode="auto">
              <a:xfrm>
                <a:off x="3650" y="3422"/>
                <a:ext cx="281" cy="103"/>
              </a:xfrm>
              <a:custGeom>
                <a:avLst/>
                <a:gdLst>
                  <a:gd name="T0" fmla="*/ 65 w 131"/>
                  <a:gd name="T1" fmla="*/ 1 h 48"/>
                  <a:gd name="T2" fmla="*/ 0 w 131"/>
                  <a:gd name="T3" fmla="*/ 1 h 48"/>
                  <a:gd name="T4" fmla="*/ 91 w 131"/>
                  <a:gd name="T5" fmla="*/ 45 h 48"/>
                  <a:gd name="T6" fmla="*/ 131 w 131"/>
                  <a:gd name="T7" fmla="*/ 48 h 48"/>
                  <a:gd name="T8" fmla="*/ 90 w 131"/>
                  <a:gd name="T9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48">
                    <a:moveTo>
                      <a:pt x="65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23" y="34"/>
                      <a:pt x="91" y="45"/>
                    </a:cubicBezTo>
                    <a:cubicBezTo>
                      <a:pt x="83" y="48"/>
                      <a:pt x="131" y="48"/>
                      <a:pt x="131" y="48"/>
                    </a:cubicBezTo>
                    <a:cubicBezTo>
                      <a:pt x="131" y="48"/>
                      <a:pt x="83" y="10"/>
                      <a:pt x="90" y="0"/>
                    </a:cubicBezTo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0" name="Freeform 14"/>
              <p:cNvSpPr>
                <a:spLocks/>
              </p:cNvSpPr>
              <p:nvPr/>
            </p:nvSpPr>
            <p:spPr bwMode="auto">
              <a:xfrm>
                <a:off x="3656" y="3519"/>
                <a:ext cx="282" cy="129"/>
              </a:xfrm>
              <a:custGeom>
                <a:avLst/>
                <a:gdLst>
                  <a:gd name="T0" fmla="*/ 65 w 131"/>
                  <a:gd name="T1" fmla="*/ 2 h 60"/>
                  <a:gd name="T2" fmla="*/ 0 w 131"/>
                  <a:gd name="T3" fmla="*/ 2 h 60"/>
                  <a:gd name="T4" fmla="*/ 91 w 131"/>
                  <a:gd name="T5" fmla="*/ 56 h 60"/>
                  <a:gd name="T6" fmla="*/ 131 w 131"/>
                  <a:gd name="T7" fmla="*/ 60 h 60"/>
                  <a:gd name="T8" fmla="*/ 89 w 131"/>
                  <a:gd name="T9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60">
                    <a:moveTo>
                      <a:pt x="65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123" y="43"/>
                      <a:pt x="91" y="56"/>
                    </a:cubicBezTo>
                    <a:cubicBezTo>
                      <a:pt x="83" y="60"/>
                      <a:pt x="131" y="60"/>
                      <a:pt x="131" y="60"/>
                    </a:cubicBezTo>
                    <a:cubicBezTo>
                      <a:pt x="131" y="60"/>
                      <a:pt x="83" y="13"/>
                      <a:pt x="89" y="0"/>
                    </a:cubicBezTo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1" name="Freeform 15"/>
              <p:cNvSpPr>
                <a:spLocks/>
              </p:cNvSpPr>
              <p:nvPr/>
            </p:nvSpPr>
            <p:spPr bwMode="auto">
              <a:xfrm>
                <a:off x="3759" y="3641"/>
                <a:ext cx="282" cy="109"/>
              </a:xfrm>
              <a:custGeom>
                <a:avLst/>
                <a:gdLst>
                  <a:gd name="T0" fmla="*/ 65 w 131"/>
                  <a:gd name="T1" fmla="*/ 1 h 51"/>
                  <a:gd name="T2" fmla="*/ 0 w 131"/>
                  <a:gd name="T3" fmla="*/ 1 h 51"/>
                  <a:gd name="T4" fmla="*/ 91 w 131"/>
                  <a:gd name="T5" fmla="*/ 48 h 51"/>
                  <a:gd name="T6" fmla="*/ 131 w 131"/>
                  <a:gd name="T7" fmla="*/ 51 h 51"/>
                  <a:gd name="T8" fmla="*/ 89 w 131"/>
                  <a:gd name="T9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51">
                    <a:moveTo>
                      <a:pt x="65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23" y="37"/>
                      <a:pt x="91" y="48"/>
                    </a:cubicBezTo>
                    <a:cubicBezTo>
                      <a:pt x="83" y="51"/>
                      <a:pt x="131" y="51"/>
                      <a:pt x="131" y="51"/>
                    </a:cubicBezTo>
                    <a:cubicBezTo>
                      <a:pt x="131" y="51"/>
                      <a:pt x="83" y="11"/>
                      <a:pt x="89" y="0"/>
                    </a:cubicBezTo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Freeform 16"/>
              <p:cNvSpPr>
                <a:spLocks/>
              </p:cNvSpPr>
              <p:nvPr/>
            </p:nvSpPr>
            <p:spPr bwMode="auto">
              <a:xfrm>
                <a:off x="3588" y="3746"/>
                <a:ext cx="279" cy="110"/>
              </a:xfrm>
              <a:custGeom>
                <a:avLst/>
                <a:gdLst>
                  <a:gd name="T0" fmla="*/ 64 w 130"/>
                  <a:gd name="T1" fmla="*/ 1 h 51"/>
                  <a:gd name="T2" fmla="*/ 0 w 130"/>
                  <a:gd name="T3" fmla="*/ 1 h 51"/>
                  <a:gd name="T4" fmla="*/ 90 w 130"/>
                  <a:gd name="T5" fmla="*/ 48 h 51"/>
                  <a:gd name="T6" fmla="*/ 130 w 130"/>
                  <a:gd name="T7" fmla="*/ 51 h 51"/>
                  <a:gd name="T8" fmla="*/ 89 w 130"/>
                  <a:gd name="T9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0" h="51">
                    <a:moveTo>
                      <a:pt x="64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22" y="37"/>
                      <a:pt x="90" y="48"/>
                    </a:cubicBezTo>
                    <a:cubicBezTo>
                      <a:pt x="83" y="51"/>
                      <a:pt x="130" y="51"/>
                      <a:pt x="130" y="51"/>
                    </a:cubicBezTo>
                    <a:cubicBezTo>
                      <a:pt x="130" y="51"/>
                      <a:pt x="83" y="11"/>
                      <a:pt x="89" y="0"/>
                    </a:cubicBezTo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3" name="Freeform 17"/>
              <p:cNvSpPr>
                <a:spLocks/>
              </p:cNvSpPr>
              <p:nvPr/>
            </p:nvSpPr>
            <p:spPr bwMode="auto">
              <a:xfrm>
                <a:off x="2831" y="355"/>
                <a:ext cx="2073" cy="2894"/>
              </a:xfrm>
              <a:custGeom>
                <a:avLst/>
                <a:gdLst>
                  <a:gd name="T0" fmla="*/ 1178 w 2073"/>
                  <a:gd name="T1" fmla="*/ 2465 h 2894"/>
                  <a:gd name="T2" fmla="*/ 1487 w 2073"/>
                  <a:gd name="T3" fmla="*/ 2894 h 2894"/>
                  <a:gd name="T4" fmla="*/ 1803 w 2073"/>
                  <a:gd name="T5" fmla="*/ 2226 h 2894"/>
                  <a:gd name="T6" fmla="*/ 2073 w 2073"/>
                  <a:gd name="T7" fmla="*/ 1446 h 2894"/>
                  <a:gd name="T8" fmla="*/ 0 w 2073"/>
                  <a:gd name="T9" fmla="*/ 581 h 2894"/>
                  <a:gd name="T10" fmla="*/ 653 w 2073"/>
                  <a:gd name="T11" fmla="*/ 0 h 2894"/>
                  <a:gd name="T12" fmla="*/ 1874 w 2073"/>
                  <a:gd name="T13" fmla="*/ 667 h 2894"/>
                  <a:gd name="T14" fmla="*/ 95 w 2073"/>
                  <a:gd name="T15" fmla="*/ 1731 h 2894"/>
                  <a:gd name="T16" fmla="*/ 1420 w 2073"/>
                  <a:gd name="T17" fmla="*/ 1742 h 2894"/>
                  <a:gd name="T18" fmla="*/ 1803 w 2073"/>
                  <a:gd name="T19" fmla="*/ 2226 h 2894"/>
                  <a:gd name="T20" fmla="*/ 535 w 2073"/>
                  <a:gd name="T21" fmla="*/ 2825 h 2894"/>
                  <a:gd name="T22" fmla="*/ 303 w 2073"/>
                  <a:gd name="T23" fmla="*/ 2437 h 2894"/>
                  <a:gd name="T24" fmla="*/ 230 w 2073"/>
                  <a:gd name="T25" fmla="*/ 2100 h 28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73" h="2894">
                    <a:moveTo>
                      <a:pt x="1178" y="2465"/>
                    </a:moveTo>
                    <a:lnTo>
                      <a:pt x="1487" y="2894"/>
                    </a:lnTo>
                    <a:lnTo>
                      <a:pt x="1803" y="2226"/>
                    </a:lnTo>
                    <a:lnTo>
                      <a:pt x="2073" y="1446"/>
                    </a:lnTo>
                    <a:lnTo>
                      <a:pt x="0" y="581"/>
                    </a:lnTo>
                    <a:lnTo>
                      <a:pt x="653" y="0"/>
                    </a:lnTo>
                    <a:lnTo>
                      <a:pt x="1874" y="667"/>
                    </a:lnTo>
                    <a:lnTo>
                      <a:pt x="95" y="1731"/>
                    </a:lnTo>
                    <a:lnTo>
                      <a:pt x="1420" y="1742"/>
                    </a:lnTo>
                    <a:lnTo>
                      <a:pt x="1803" y="2226"/>
                    </a:lnTo>
                    <a:lnTo>
                      <a:pt x="535" y="2825"/>
                    </a:lnTo>
                    <a:lnTo>
                      <a:pt x="303" y="2437"/>
                    </a:lnTo>
                    <a:lnTo>
                      <a:pt x="230" y="2100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4" name="Freeform 18"/>
              <p:cNvSpPr>
                <a:spLocks/>
              </p:cNvSpPr>
              <p:nvPr/>
            </p:nvSpPr>
            <p:spPr bwMode="auto">
              <a:xfrm>
                <a:off x="3822" y="409"/>
                <a:ext cx="1082" cy="1392"/>
              </a:xfrm>
              <a:custGeom>
                <a:avLst/>
                <a:gdLst>
                  <a:gd name="T0" fmla="*/ 328 w 1082"/>
                  <a:gd name="T1" fmla="*/ 311 h 1392"/>
                  <a:gd name="T2" fmla="*/ 541 w 1082"/>
                  <a:gd name="T3" fmla="*/ 0 h 1392"/>
                  <a:gd name="T4" fmla="*/ 883 w 1082"/>
                  <a:gd name="T5" fmla="*/ 613 h 1392"/>
                  <a:gd name="T6" fmla="*/ 1044 w 1082"/>
                  <a:gd name="T7" fmla="*/ 532 h 1392"/>
                  <a:gd name="T8" fmla="*/ 1082 w 1082"/>
                  <a:gd name="T9" fmla="*/ 1392 h 1392"/>
                  <a:gd name="T10" fmla="*/ 883 w 1082"/>
                  <a:gd name="T11" fmla="*/ 613 h 1392"/>
                  <a:gd name="T12" fmla="*/ 0 w 1082"/>
                  <a:gd name="T13" fmla="*/ 392 h 1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82" h="1392">
                    <a:moveTo>
                      <a:pt x="328" y="311"/>
                    </a:moveTo>
                    <a:lnTo>
                      <a:pt x="541" y="0"/>
                    </a:lnTo>
                    <a:lnTo>
                      <a:pt x="883" y="613"/>
                    </a:lnTo>
                    <a:lnTo>
                      <a:pt x="1044" y="532"/>
                    </a:lnTo>
                    <a:lnTo>
                      <a:pt x="1082" y="1392"/>
                    </a:lnTo>
                    <a:lnTo>
                      <a:pt x="883" y="613"/>
                    </a:lnTo>
                    <a:lnTo>
                      <a:pt x="0" y="392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5" name="Freeform 19"/>
              <p:cNvSpPr>
                <a:spLocks/>
              </p:cNvSpPr>
              <p:nvPr/>
            </p:nvSpPr>
            <p:spPr bwMode="auto">
              <a:xfrm>
                <a:off x="2782" y="666"/>
                <a:ext cx="1259" cy="2154"/>
              </a:xfrm>
              <a:custGeom>
                <a:avLst/>
                <a:gdLst>
                  <a:gd name="T0" fmla="*/ 1023 w 1259"/>
                  <a:gd name="T1" fmla="*/ 684 h 2154"/>
                  <a:gd name="T2" fmla="*/ 1040 w 1259"/>
                  <a:gd name="T3" fmla="*/ 135 h 2154"/>
                  <a:gd name="T4" fmla="*/ 352 w 1259"/>
                  <a:gd name="T5" fmla="*/ 0 h 2154"/>
                  <a:gd name="T6" fmla="*/ 629 w 1259"/>
                  <a:gd name="T7" fmla="*/ 517 h 2154"/>
                  <a:gd name="T8" fmla="*/ 0 w 1259"/>
                  <a:gd name="T9" fmla="*/ 849 h 2154"/>
                  <a:gd name="T10" fmla="*/ 144 w 1259"/>
                  <a:gd name="T11" fmla="*/ 1420 h 2154"/>
                  <a:gd name="T12" fmla="*/ 279 w 1259"/>
                  <a:gd name="T13" fmla="*/ 1789 h 2154"/>
                  <a:gd name="T14" fmla="*/ 883 w 1259"/>
                  <a:gd name="T15" fmla="*/ 1426 h 2154"/>
                  <a:gd name="T16" fmla="*/ 352 w 1259"/>
                  <a:gd name="T17" fmla="*/ 2126 h 2154"/>
                  <a:gd name="T18" fmla="*/ 1259 w 1259"/>
                  <a:gd name="T19" fmla="*/ 2154 h 2154"/>
                  <a:gd name="T20" fmla="*/ 960 w 1259"/>
                  <a:gd name="T21" fmla="*/ 931 h 2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59" h="2154">
                    <a:moveTo>
                      <a:pt x="1023" y="684"/>
                    </a:moveTo>
                    <a:lnTo>
                      <a:pt x="1040" y="135"/>
                    </a:lnTo>
                    <a:lnTo>
                      <a:pt x="352" y="0"/>
                    </a:lnTo>
                    <a:lnTo>
                      <a:pt x="629" y="517"/>
                    </a:lnTo>
                    <a:lnTo>
                      <a:pt x="0" y="849"/>
                    </a:lnTo>
                    <a:lnTo>
                      <a:pt x="144" y="1420"/>
                    </a:lnTo>
                    <a:lnTo>
                      <a:pt x="279" y="1789"/>
                    </a:lnTo>
                    <a:lnTo>
                      <a:pt x="883" y="1426"/>
                    </a:lnTo>
                    <a:lnTo>
                      <a:pt x="352" y="2126"/>
                    </a:lnTo>
                    <a:lnTo>
                      <a:pt x="1259" y="2154"/>
                    </a:lnTo>
                    <a:lnTo>
                      <a:pt x="960" y="931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6" name="Line 20"/>
              <p:cNvSpPr>
                <a:spLocks noChangeShapeType="1"/>
              </p:cNvSpPr>
              <p:nvPr/>
            </p:nvSpPr>
            <p:spPr bwMode="auto">
              <a:xfrm flipH="1">
                <a:off x="2782" y="936"/>
                <a:ext cx="49" cy="579"/>
              </a:xfrm>
              <a:prstGeom prst="line">
                <a:avLst/>
              </a:pr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7" name="Freeform 21"/>
              <p:cNvSpPr>
                <a:spLocks/>
              </p:cNvSpPr>
              <p:nvPr/>
            </p:nvSpPr>
            <p:spPr bwMode="auto">
              <a:xfrm>
                <a:off x="3484" y="276"/>
                <a:ext cx="1382" cy="665"/>
              </a:xfrm>
              <a:custGeom>
                <a:avLst/>
                <a:gdLst>
                  <a:gd name="T0" fmla="*/ 1382 w 1382"/>
                  <a:gd name="T1" fmla="*/ 665 h 665"/>
                  <a:gd name="T2" fmla="*/ 879 w 1382"/>
                  <a:gd name="T3" fmla="*/ 133 h 665"/>
                  <a:gd name="T4" fmla="*/ 430 w 1382"/>
                  <a:gd name="T5" fmla="*/ 0 h 665"/>
                  <a:gd name="T6" fmla="*/ 0 w 1382"/>
                  <a:gd name="T7" fmla="*/ 79 h 6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82" h="665">
                    <a:moveTo>
                      <a:pt x="1382" y="665"/>
                    </a:moveTo>
                    <a:lnTo>
                      <a:pt x="879" y="133"/>
                    </a:lnTo>
                    <a:lnTo>
                      <a:pt x="430" y="0"/>
                    </a:lnTo>
                    <a:lnTo>
                      <a:pt x="0" y="79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8" name="Line 22"/>
              <p:cNvSpPr>
                <a:spLocks noChangeShapeType="1"/>
              </p:cNvSpPr>
              <p:nvPr/>
            </p:nvSpPr>
            <p:spPr bwMode="auto">
              <a:xfrm flipV="1">
                <a:off x="3326" y="1183"/>
                <a:ext cx="85" cy="665"/>
              </a:xfrm>
              <a:prstGeom prst="line">
                <a:avLst/>
              </a:pr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9" name="Freeform 23"/>
              <p:cNvSpPr>
                <a:spLocks/>
              </p:cNvSpPr>
              <p:nvPr/>
            </p:nvSpPr>
            <p:spPr bwMode="auto">
              <a:xfrm>
                <a:off x="4002" y="1443"/>
                <a:ext cx="797" cy="654"/>
              </a:xfrm>
              <a:custGeom>
                <a:avLst/>
                <a:gdLst>
                  <a:gd name="T0" fmla="*/ 797 w 797"/>
                  <a:gd name="T1" fmla="*/ 366 h 654"/>
                  <a:gd name="T2" fmla="*/ 249 w 797"/>
                  <a:gd name="T3" fmla="*/ 654 h 654"/>
                  <a:gd name="T4" fmla="*/ 0 w 797"/>
                  <a:gd name="T5" fmla="*/ 0 h 6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97" h="654">
                    <a:moveTo>
                      <a:pt x="797" y="366"/>
                    </a:moveTo>
                    <a:lnTo>
                      <a:pt x="249" y="654"/>
                    </a:lnTo>
                    <a:lnTo>
                      <a:pt x="0" y="0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0" name="Line 24"/>
              <p:cNvSpPr>
                <a:spLocks noChangeShapeType="1"/>
              </p:cNvSpPr>
              <p:nvPr/>
            </p:nvSpPr>
            <p:spPr bwMode="auto">
              <a:xfrm>
                <a:off x="3457" y="2378"/>
                <a:ext cx="584" cy="442"/>
              </a:xfrm>
              <a:prstGeom prst="line">
                <a:avLst/>
              </a:pr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1" name="Line 25"/>
              <p:cNvSpPr>
                <a:spLocks noChangeShapeType="1"/>
              </p:cNvSpPr>
              <p:nvPr/>
            </p:nvSpPr>
            <p:spPr bwMode="auto">
              <a:xfrm flipH="1">
                <a:off x="4049" y="2311"/>
                <a:ext cx="355" cy="498"/>
              </a:xfrm>
              <a:prstGeom prst="line">
                <a:avLst/>
              </a:pr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2" name="Oval 26"/>
              <p:cNvSpPr>
                <a:spLocks noChangeArrowheads="1"/>
              </p:cNvSpPr>
              <p:nvPr/>
            </p:nvSpPr>
            <p:spPr bwMode="auto">
              <a:xfrm>
                <a:off x="3068" y="2708"/>
                <a:ext cx="159" cy="161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3" name="Oval 27"/>
              <p:cNvSpPr>
                <a:spLocks noChangeArrowheads="1"/>
              </p:cNvSpPr>
              <p:nvPr/>
            </p:nvSpPr>
            <p:spPr bwMode="auto">
              <a:xfrm>
                <a:off x="3946" y="2708"/>
                <a:ext cx="204" cy="202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4" name="Oval 28"/>
              <p:cNvSpPr>
                <a:spLocks noChangeArrowheads="1"/>
              </p:cNvSpPr>
              <p:nvPr/>
            </p:nvSpPr>
            <p:spPr bwMode="auto">
              <a:xfrm>
                <a:off x="4554" y="2513"/>
                <a:ext cx="131" cy="131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5" name="Oval 29"/>
              <p:cNvSpPr>
                <a:spLocks noChangeArrowheads="1"/>
              </p:cNvSpPr>
              <p:nvPr/>
            </p:nvSpPr>
            <p:spPr bwMode="auto">
              <a:xfrm>
                <a:off x="4189" y="2024"/>
                <a:ext cx="127" cy="12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6" name="Oval 30"/>
              <p:cNvSpPr>
                <a:spLocks noChangeArrowheads="1"/>
              </p:cNvSpPr>
              <p:nvPr/>
            </p:nvSpPr>
            <p:spPr bwMode="auto">
              <a:xfrm>
                <a:off x="3822" y="2043"/>
                <a:ext cx="124" cy="127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7" name="Oval 31"/>
              <p:cNvSpPr>
                <a:spLocks noChangeArrowheads="1"/>
              </p:cNvSpPr>
              <p:nvPr/>
            </p:nvSpPr>
            <p:spPr bwMode="auto">
              <a:xfrm>
                <a:off x="3936" y="1352"/>
                <a:ext cx="219" cy="21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8" name="Oval 32"/>
              <p:cNvSpPr>
                <a:spLocks noChangeArrowheads="1"/>
              </p:cNvSpPr>
              <p:nvPr/>
            </p:nvSpPr>
            <p:spPr bwMode="auto">
              <a:xfrm>
                <a:off x="4778" y="1713"/>
                <a:ext cx="178" cy="178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9" name="Oval 33"/>
              <p:cNvSpPr>
                <a:spLocks noChangeArrowheads="1"/>
              </p:cNvSpPr>
              <p:nvPr/>
            </p:nvSpPr>
            <p:spPr bwMode="auto">
              <a:xfrm>
                <a:off x="4601" y="960"/>
                <a:ext cx="140" cy="137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0" name="Oval 34"/>
              <p:cNvSpPr>
                <a:spLocks noChangeArrowheads="1"/>
              </p:cNvSpPr>
              <p:nvPr/>
            </p:nvSpPr>
            <p:spPr bwMode="auto">
              <a:xfrm>
                <a:off x="4299" y="355"/>
                <a:ext cx="105" cy="10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1" name="Oval 35"/>
              <p:cNvSpPr>
                <a:spLocks noChangeArrowheads="1"/>
              </p:cNvSpPr>
              <p:nvPr/>
            </p:nvSpPr>
            <p:spPr bwMode="auto">
              <a:xfrm>
                <a:off x="4103" y="666"/>
                <a:ext cx="112" cy="10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2" name="Oval 36"/>
              <p:cNvSpPr>
                <a:spLocks noChangeArrowheads="1"/>
              </p:cNvSpPr>
              <p:nvPr/>
            </p:nvSpPr>
            <p:spPr bwMode="auto">
              <a:xfrm>
                <a:off x="3431" y="310"/>
                <a:ext cx="139" cy="13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3" name="Oval 37"/>
              <p:cNvSpPr>
                <a:spLocks noChangeArrowheads="1"/>
              </p:cNvSpPr>
              <p:nvPr/>
            </p:nvSpPr>
            <p:spPr bwMode="auto">
              <a:xfrm>
                <a:off x="3852" y="205"/>
                <a:ext cx="150" cy="15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4" name="Oval 38"/>
              <p:cNvSpPr>
                <a:spLocks noChangeArrowheads="1"/>
              </p:cNvSpPr>
              <p:nvPr/>
            </p:nvSpPr>
            <p:spPr bwMode="auto">
              <a:xfrm>
                <a:off x="3742" y="722"/>
                <a:ext cx="142" cy="141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5" name="Oval 39"/>
              <p:cNvSpPr>
                <a:spLocks noChangeArrowheads="1"/>
              </p:cNvSpPr>
              <p:nvPr/>
            </p:nvSpPr>
            <p:spPr bwMode="auto">
              <a:xfrm>
                <a:off x="3326" y="1121"/>
                <a:ext cx="150" cy="15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6" name="Oval 40"/>
              <p:cNvSpPr>
                <a:spLocks noChangeArrowheads="1"/>
              </p:cNvSpPr>
              <p:nvPr/>
            </p:nvSpPr>
            <p:spPr bwMode="auto">
              <a:xfrm>
                <a:off x="3742" y="1299"/>
                <a:ext cx="103" cy="10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7" name="Oval 41"/>
              <p:cNvSpPr>
                <a:spLocks noChangeArrowheads="1"/>
              </p:cNvSpPr>
              <p:nvPr/>
            </p:nvSpPr>
            <p:spPr bwMode="auto">
              <a:xfrm>
                <a:off x="3697" y="1556"/>
                <a:ext cx="97" cy="9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8" name="Oval 42"/>
              <p:cNvSpPr>
                <a:spLocks noChangeArrowheads="1"/>
              </p:cNvSpPr>
              <p:nvPr/>
            </p:nvSpPr>
            <p:spPr bwMode="auto">
              <a:xfrm>
                <a:off x="3596" y="2026"/>
                <a:ext cx="146" cy="148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9" name="Oval 43"/>
              <p:cNvSpPr>
                <a:spLocks noChangeArrowheads="1"/>
              </p:cNvSpPr>
              <p:nvPr/>
            </p:nvSpPr>
            <p:spPr bwMode="auto">
              <a:xfrm>
                <a:off x="2993" y="2408"/>
                <a:ext cx="113" cy="11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0" name="Oval 44"/>
              <p:cNvSpPr>
                <a:spLocks noChangeArrowheads="1"/>
              </p:cNvSpPr>
              <p:nvPr/>
            </p:nvSpPr>
            <p:spPr bwMode="auto">
              <a:xfrm>
                <a:off x="2881" y="2043"/>
                <a:ext cx="112" cy="112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1" name="Oval 45"/>
              <p:cNvSpPr>
                <a:spLocks noChangeArrowheads="1"/>
              </p:cNvSpPr>
              <p:nvPr/>
            </p:nvSpPr>
            <p:spPr bwMode="auto">
              <a:xfrm>
                <a:off x="3291" y="1779"/>
                <a:ext cx="110" cy="11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2" name="Oval 46"/>
              <p:cNvSpPr>
                <a:spLocks noChangeArrowheads="1"/>
              </p:cNvSpPr>
              <p:nvPr/>
            </p:nvSpPr>
            <p:spPr bwMode="auto">
              <a:xfrm>
                <a:off x="2724" y="1432"/>
                <a:ext cx="170" cy="16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3" name="Oval 47"/>
              <p:cNvSpPr>
                <a:spLocks noChangeArrowheads="1"/>
              </p:cNvSpPr>
              <p:nvPr/>
            </p:nvSpPr>
            <p:spPr bwMode="auto">
              <a:xfrm>
                <a:off x="2780" y="878"/>
                <a:ext cx="122" cy="12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4" name="Oval 48"/>
              <p:cNvSpPr>
                <a:spLocks noChangeArrowheads="1"/>
              </p:cNvSpPr>
              <p:nvPr/>
            </p:nvSpPr>
            <p:spPr bwMode="auto">
              <a:xfrm>
                <a:off x="3089" y="617"/>
                <a:ext cx="105" cy="1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5" name="Oval 49"/>
              <p:cNvSpPr>
                <a:spLocks noChangeArrowheads="1"/>
              </p:cNvSpPr>
              <p:nvPr/>
            </p:nvSpPr>
            <p:spPr bwMode="auto">
              <a:xfrm>
                <a:off x="4810" y="881"/>
                <a:ext cx="94" cy="94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6" name="Oval 50"/>
              <p:cNvSpPr>
                <a:spLocks noChangeArrowheads="1"/>
              </p:cNvSpPr>
              <p:nvPr/>
            </p:nvSpPr>
            <p:spPr bwMode="auto">
              <a:xfrm>
                <a:off x="3326" y="3126"/>
                <a:ext cx="85" cy="8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7" name="Oval 51"/>
              <p:cNvSpPr>
                <a:spLocks noChangeArrowheads="1"/>
              </p:cNvSpPr>
              <p:nvPr/>
            </p:nvSpPr>
            <p:spPr bwMode="auto">
              <a:xfrm>
                <a:off x="4266" y="3178"/>
                <a:ext cx="95" cy="94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cxnSp>
          <p:nvCxnSpPr>
            <p:cNvPr id="98" name="直接连接符 97"/>
            <p:cNvCxnSpPr/>
            <p:nvPr/>
          </p:nvCxnSpPr>
          <p:spPr>
            <a:xfrm flipH="1">
              <a:off x="5966629" y="1288052"/>
              <a:ext cx="299176" cy="61263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flipH="1">
              <a:off x="5900667" y="1011655"/>
              <a:ext cx="319741" cy="5234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flipH="1" flipV="1">
              <a:off x="5900667" y="699121"/>
              <a:ext cx="285441" cy="5654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 flipH="1" flipV="1">
              <a:off x="6016363" y="301520"/>
              <a:ext cx="245611" cy="136373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flipH="1" flipV="1">
              <a:off x="6321043" y="-74620"/>
              <a:ext cx="130337" cy="202553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 flipH="1" flipV="1">
              <a:off x="6867211" y="-231575"/>
              <a:ext cx="1" cy="185652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 flipH="1">
              <a:off x="7280432" y="-39202"/>
              <a:ext cx="170861" cy="184338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>
            <a:xfrm flipH="1">
              <a:off x="7538294" y="263188"/>
              <a:ext cx="240414" cy="158327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 flipH="1">
              <a:off x="7640278" y="672160"/>
              <a:ext cx="304679" cy="83501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 flipH="1">
              <a:off x="7612855" y="1014272"/>
              <a:ext cx="332102" cy="1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 flipH="1" flipV="1">
              <a:off x="7506513" y="1267650"/>
              <a:ext cx="219368" cy="80768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9" name="组合 108"/>
          <p:cNvGrpSpPr/>
          <p:nvPr/>
        </p:nvGrpSpPr>
        <p:grpSpPr>
          <a:xfrm>
            <a:off x="6866205" y="3195256"/>
            <a:ext cx="4342716" cy="4321430"/>
            <a:chOff x="6940262" y="3251983"/>
            <a:chExt cx="971550" cy="966788"/>
          </a:xfrm>
        </p:grpSpPr>
        <p:sp>
          <p:nvSpPr>
            <p:cNvPr id="110" name="Freeform 5"/>
            <p:cNvSpPr>
              <a:spLocks/>
            </p:cNvSpPr>
            <p:nvPr/>
          </p:nvSpPr>
          <p:spPr bwMode="auto">
            <a:xfrm>
              <a:off x="6959312" y="3251983"/>
              <a:ext cx="928688" cy="966788"/>
            </a:xfrm>
            <a:custGeom>
              <a:avLst/>
              <a:gdLst>
                <a:gd name="T0" fmla="*/ 121 w 245"/>
                <a:gd name="T1" fmla="*/ 0 h 255"/>
                <a:gd name="T2" fmla="*/ 158 w 245"/>
                <a:gd name="T3" fmla="*/ 61 h 255"/>
                <a:gd name="T4" fmla="*/ 234 w 245"/>
                <a:gd name="T5" fmla="*/ 65 h 255"/>
                <a:gd name="T6" fmla="*/ 198 w 245"/>
                <a:gd name="T7" fmla="*/ 128 h 255"/>
                <a:gd name="T8" fmla="*/ 233 w 245"/>
                <a:gd name="T9" fmla="*/ 191 h 255"/>
                <a:gd name="T10" fmla="*/ 160 w 245"/>
                <a:gd name="T11" fmla="*/ 193 h 255"/>
                <a:gd name="T12" fmla="*/ 122 w 245"/>
                <a:gd name="T13" fmla="*/ 255 h 255"/>
                <a:gd name="T14" fmla="*/ 87 w 245"/>
                <a:gd name="T15" fmla="*/ 193 h 255"/>
                <a:gd name="T16" fmla="*/ 11 w 245"/>
                <a:gd name="T17" fmla="*/ 190 h 255"/>
                <a:gd name="T18" fmla="*/ 47 w 245"/>
                <a:gd name="T19" fmla="*/ 125 h 255"/>
                <a:gd name="T20" fmla="*/ 11 w 245"/>
                <a:gd name="T21" fmla="*/ 65 h 255"/>
                <a:gd name="T22" fmla="*/ 86 w 245"/>
                <a:gd name="T23" fmla="*/ 62 h 255"/>
                <a:gd name="T24" fmla="*/ 121 w 245"/>
                <a:gd name="T25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5" h="255">
                  <a:moveTo>
                    <a:pt x="121" y="0"/>
                  </a:moveTo>
                  <a:cubicBezTo>
                    <a:pt x="142" y="0"/>
                    <a:pt x="147" y="55"/>
                    <a:pt x="158" y="61"/>
                  </a:cubicBezTo>
                  <a:cubicBezTo>
                    <a:pt x="170" y="67"/>
                    <a:pt x="222" y="43"/>
                    <a:pt x="234" y="65"/>
                  </a:cubicBezTo>
                  <a:cubicBezTo>
                    <a:pt x="245" y="85"/>
                    <a:pt x="198" y="115"/>
                    <a:pt x="198" y="128"/>
                  </a:cubicBezTo>
                  <a:cubicBezTo>
                    <a:pt x="198" y="141"/>
                    <a:pt x="244" y="172"/>
                    <a:pt x="233" y="191"/>
                  </a:cubicBezTo>
                  <a:cubicBezTo>
                    <a:pt x="222" y="211"/>
                    <a:pt x="172" y="186"/>
                    <a:pt x="160" y="193"/>
                  </a:cubicBezTo>
                  <a:cubicBezTo>
                    <a:pt x="148" y="200"/>
                    <a:pt x="143" y="255"/>
                    <a:pt x="122" y="255"/>
                  </a:cubicBezTo>
                  <a:cubicBezTo>
                    <a:pt x="101" y="255"/>
                    <a:pt x="98" y="199"/>
                    <a:pt x="87" y="193"/>
                  </a:cubicBezTo>
                  <a:cubicBezTo>
                    <a:pt x="75" y="187"/>
                    <a:pt x="24" y="212"/>
                    <a:pt x="11" y="190"/>
                  </a:cubicBezTo>
                  <a:cubicBezTo>
                    <a:pt x="0" y="169"/>
                    <a:pt x="47" y="138"/>
                    <a:pt x="47" y="125"/>
                  </a:cubicBezTo>
                  <a:cubicBezTo>
                    <a:pt x="48" y="113"/>
                    <a:pt x="1" y="83"/>
                    <a:pt x="11" y="65"/>
                  </a:cubicBezTo>
                  <a:cubicBezTo>
                    <a:pt x="23" y="45"/>
                    <a:pt x="73" y="69"/>
                    <a:pt x="86" y="62"/>
                  </a:cubicBezTo>
                  <a:cubicBezTo>
                    <a:pt x="97" y="55"/>
                    <a:pt x="100" y="0"/>
                    <a:pt x="121" y="0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1" name="Freeform 6"/>
            <p:cNvSpPr>
              <a:spLocks/>
            </p:cNvSpPr>
            <p:nvPr/>
          </p:nvSpPr>
          <p:spPr bwMode="auto">
            <a:xfrm>
              <a:off x="6956137" y="3256746"/>
              <a:ext cx="936625" cy="962025"/>
            </a:xfrm>
            <a:custGeom>
              <a:avLst/>
              <a:gdLst>
                <a:gd name="T0" fmla="*/ 129 w 247"/>
                <a:gd name="T1" fmla="*/ 1 h 254"/>
                <a:gd name="T2" fmla="*/ 162 w 247"/>
                <a:gd name="T3" fmla="*/ 63 h 254"/>
                <a:gd name="T4" fmla="*/ 237 w 247"/>
                <a:gd name="T5" fmla="*/ 71 h 254"/>
                <a:gd name="T6" fmla="*/ 198 w 247"/>
                <a:gd name="T7" fmla="*/ 131 h 254"/>
                <a:gd name="T8" fmla="*/ 229 w 247"/>
                <a:gd name="T9" fmla="*/ 196 h 254"/>
                <a:gd name="T10" fmla="*/ 156 w 247"/>
                <a:gd name="T11" fmla="*/ 193 h 254"/>
                <a:gd name="T12" fmla="*/ 116 w 247"/>
                <a:gd name="T13" fmla="*/ 252 h 254"/>
                <a:gd name="T14" fmla="*/ 84 w 247"/>
                <a:gd name="T15" fmla="*/ 189 h 254"/>
                <a:gd name="T16" fmla="*/ 11 w 247"/>
                <a:gd name="T17" fmla="*/ 182 h 254"/>
                <a:gd name="T18" fmla="*/ 49 w 247"/>
                <a:gd name="T19" fmla="*/ 121 h 254"/>
                <a:gd name="T20" fmla="*/ 18 w 247"/>
                <a:gd name="T21" fmla="*/ 59 h 254"/>
                <a:gd name="T22" fmla="*/ 91 w 247"/>
                <a:gd name="T23" fmla="*/ 60 h 254"/>
                <a:gd name="T24" fmla="*/ 129 w 247"/>
                <a:gd name="T25" fmla="*/ 1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4">
                  <a:moveTo>
                    <a:pt x="129" y="1"/>
                  </a:moveTo>
                  <a:cubicBezTo>
                    <a:pt x="150" y="2"/>
                    <a:pt x="151" y="57"/>
                    <a:pt x="162" y="63"/>
                  </a:cubicBezTo>
                  <a:cubicBezTo>
                    <a:pt x="174" y="70"/>
                    <a:pt x="226" y="49"/>
                    <a:pt x="237" y="71"/>
                  </a:cubicBezTo>
                  <a:cubicBezTo>
                    <a:pt x="247" y="91"/>
                    <a:pt x="199" y="118"/>
                    <a:pt x="198" y="131"/>
                  </a:cubicBezTo>
                  <a:cubicBezTo>
                    <a:pt x="197" y="144"/>
                    <a:pt x="241" y="177"/>
                    <a:pt x="229" y="196"/>
                  </a:cubicBezTo>
                  <a:cubicBezTo>
                    <a:pt x="217" y="214"/>
                    <a:pt x="169" y="187"/>
                    <a:pt x="156" y="193"/>
                  </a:cubicBezTo>
                  <a:cubicBezTo>
                    <a:pt x="144" y="199"/>
                    <a:pt x="137" y="254"/>
                    <a:pt x="116" y="252"/>
                  </a:cubicBezTo>
                  <a:cubicBezTo>
                    <a:pt x="95" y="251"/>
                    <a:pt x="95" y="196"/>
                    <a:pt x="84" y="189"/>
                  </a:cubicBezTo>
                  <a:cubicBezTo>
                    <a:pt x="73" y="182"/>
                    <a:pt x="21" y="204"/>
                    <a:pt x="11" y="182"/>
                  </a:cubicBezTo>
                  <a:cubicBezTo>
                    <a:pt x="0" y="161"/>
                    <a:pt x="48" y="134"/>
                    <a:pt x="49" y="121"/>
                  </a:cubicBezTo>
                  <a:cubicBezTo>
                    <a:pt x="50" y="108"/>
                    <a:pt x="7" y="76"/>
                    <a:pt x="18" y="59"/>
                  </a:cubicBezTo>
                  <a:cubicBezTo>
                    <a:pt x="30" y="40"/>
                    <a:pt x="78" y="66"/>
                    <a:pt x="91" y="60"/>
                  </a:cubicBezTo>
                  <a:cubicBezTo>
                    <a:pt x="103" y="54"/>
                    <a:pt x="109" y="0"/>
                    <a:pt x="129" y="1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2" name="Freeform 7"/>
            <p:cNvSpPr>
              <a:spLocks/>
            </p:cNvSpPr>
            <p:nvPr/>
          </p:nvSpPr>
          <p:spPr bwMode="auto">
            <a:xfrm>
              <a:off x="6956137" y="3259921"/>
              <a:ext cx="936625" cy="955675"/>
            </a:xfrm>
            <a:custGeom>
              <a:avLst/>
              <a:gdLst>
                <a:gd name="T0" fmla="*/ 137 w 247"/>
                <a:gd name="T1" fmla="*/ 2 h 252"/>
                <a:gd name="T2" fmla="*/ 165 w 247"/>
                <a:gd name="T3" fmla="*/ 65 h 252"/>
                <a:gd name="T4" fmla="*/ 239 w 247"/>
                <a:gd name="T5" fmla="*/ 77 h 252"/>
                <a:gd name="T6" fmla="*/ 197 w 247"/>
                <a:gd name="T7" fmla="*/ 134 h 252"/>
                <a:gd name="T8" fmla="*/ 224 w 247"/>
                <a:gd name="T9" fmla="*/ 200 h 252"/>
                <a:gd name="T10" fmla="*/ 152 w 247"/>
                <a:gd name="T11" fmla="*/ 193 h 252"/>
                <a:gd name="T12" fmla="*/ 109 w 247"/>
                <a:gd name="T13" fmla="*/ 250 h 252"/>
                <a:gd name="T14" fmla="*/ 81 w 247"/>
                <a:gd name="T15" fmla="*/ 185 h 252"/>
                <a:gd name="T16" fmla="*/ 9 w 247"/>
                <a:gd name="T17" fmla="*/ 174 h 252"/>
                <a:gd name="T18" fmla="*/ 50 w 247"/>
                <a:gd name="T19" fmla="*/ 116 h 252"/>
                <a:gd name="T20" fmla="*/ 23 w 247"/>
                <a:gd name="T21" fmla="*/ 52 h 252"/>
                <a:gd name="T22" fmla="*/ 95 w 247"/>
                <a:gd name="T23" fmla="*/ 58 h 252"/>
                <a:gd name="T24" fmla="*/ 137 w 247"/>
                <a:gd name="T25" fmla="*/ 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2">
                  <a:moveTo>
                    <a:pt x="137" y="2"/>
                  </a:moveTo>
                  <a:cubicBezTo>
                    <a:pt x="157" y="4"/>
                    <a:pt x="155" y="58"/>
                    <a:pt x="165" y="65"/>
                  </a:cubicBezTo>
                  <a:cubicBezTo>
                    <a:pt x="177" y="73"/>
                    <a:pt x="229" y="55"/>
                    <a:pt x="239" y="77"/>
                  </a:cubicBezTo>
                  <a:cubicBezTo>
                    <a:pt x="247" y="98"/>
                    <a:pt x="198" y="121"/>
                    <a:pt x="197" y="134"/>
                  </a:cubicBezTo>
                  <a:cubicBezTo>
                    <a:pt x="196" y="147"/>
                    <a:pt x="237" y="182"/>
                    <a:pt x="224" y="200"/>
                  </a:cubicBezTo>
                  <a:cubicBezTo>
                    <a:pt x="210" y="217"/>
                    <a:pt x="164" y="188"/>
                    <a:pt x="152" y="193"/>
                  </a:cubicBezTo>
                  <a:cubicBezTo>
                    <a:pt x="140" y="198"/>
                    <a:pt x="130" y="252"/>
                    <a:pt x="109" y="250"/>
                  </a:cubicBezTo>
                  <a:cubicBezTo>
                    <a:pt x="88" y="247"/>
                    <a:pt x="91" y="192"/>
                    <a:pt x="81" y="185"/>
                  </a:cubicBezTo>
                  <a:cubicBezTo>
                    <a:pt x="70" y="177"/>
                    <a:pt x="18" y="196"/>
                    <a:pt x="9" y="174"/>
                  </a:cubicBezTo>
                  <a:cubicBezTo>
                    <a:pt x="0" y="153"/>
                    <a:pt x="49" y="129"/>
                    <a:pt x="50" y="116"/>
                  </a:cubicBezTo>
                  <a:cubicBezTo>
                    <a:pt x="52" y="104"/>
                    <a:pt x="11" y="69"/>
                    <a:pt x="23" y="52"/>
                  </a:cubicBezTo>
                  <a:cubicBezTo>
                    <a:pt x="37" y="35"/>
                    <a:pt x="83" y="63"/>
                    <a:pt x="95" y="58"/>
                  </a:cubicBezTo>
                  <a:cubicBezTo>
                    <a:pt x="107" y="53"/>
                    <a:pt x="116" y="0"/>
                    <a:pt x="137" y="2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3" name="Freeform 8"/>
            <p:cNvSpPr>
              <a:spLocks/>
            </p:cNvSpPr>
            <p:nvPr/>
          </p:nvSpPr>
          <p:spPr bwMode="auto">
            <a:xfrm>
              <a:off x="6951375" y="3259921"/>
              <a:ext cx="944563" cy="950913"/>
            </a:xfrm>
            <a:custGeom>
              <a:avLst/>
              <a:gdLst>
                <a:gd name="T0" fmla="*/ 145 w 249"/>
                <a:gd name="T1" fmla="*/ 4 h 251"/>
                <a:gd name="T2" fmla="*/ 170 w 249"/>
                <a:gd name="T3" fmla="*/ 69 h 251"/>
                <a:gd name="T4" fmla="*/ 242 w 249"/>
                <a:gd name="T5" fmla="*/ 84 h 251"/>
                <a:gd name="T6" fmla="*/ 197 w 249"/>
                <a:gd name="T7" fmla="*/ 138 h 251"/>
                <a:gd name="T8" fmla="*/ 219 w 249"/>
                <a:gd name="T9" fmla="*/ 205 h 251"/>
                <a:gd name="T10" fmla="*/ 148 w 249"/>
                <a:gd name="T11" fmla="*/ 194 h 251"/>
                <a:gd name="T12" fmla="*/ 103 w 249"/>
                <a:gd name="T13" fmla="*/ 248 h 251"/>
                <a:gd name="T14" fmla="*/ 79 w 249"/>
                <a:gd name="T15" fmla="*/ 182 h 251"/>
                <a:gd name="T16" fmla="*/ 8 w 249"/>
                <a:gd name="T17" fmla="*/ 168 h 251"/>
                <a:gd name="T18" fmla="*/ 52 w 249"/>
                <a:gd name="T19" fmla="*/ 112 h 251"/>
                <a:gd name="T20" fmla="*/ 30 w 249"/>
                <a:gd name="T21" fmla="*/ 47 h 251"/>
                <a:gd name="T22" fmla="*/ 100 w 249"/>
                <a:gd name="T23" fmla="*/ 56 h 251"/>
                <a:gd name="T24" fmla="*/ 145 w 249"/>
                <a:gd name="T25" fmla="*/ 4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9" h="251">
                  <a:moveTo>
                    <a:pt x="145" y="4"/>
                  </a:moveTo>
                  <a:cubicBezTo>
                    <a:pt x="165" y="7"/>
                    <a:pt x="160" y="61"/>
                    <a:pt x="170" y="69"/>
                  </a:cubicBezTo>
                  <a:cubicBezTo>
                    <a:pt x="180" y="77"/>
                    <a:pt x="233" y="62"/>
                    <a:pt x="242" y="84"/>
                  </a:cubicBezTo>
                  <a:cubicBezTo>
                    <a:pt x="249" y="105"/>
                    <a:pt x="199" y="126"/>
                    <a:pt x="197" y="138"/>
                  </a:cubicBezTo>
                  <a:cubicBezTo>
                    <a:pt x="195" y="150"/>
                    <a:pt x="234" y="188"/>
                    <a:pt x="219" y="205"/>
                  </a:cubicBezTo>
                  <a:cubicBezTo>
                    <a:pt x="205" y="222"/>
                    <a:pt x="161" y="190"/>
                    <a:pt x="148" y="194"/>
                  </a:cubicBezTo>
                  <a:cubicBezTo>
                    <a:pt x="137" y="199"/>
                    <a:pt x="124" y="251"/>
                    <a:pt x="103" y="248"/>
                  </a:cubicBezTo>
                  <a:cubicBezTo>
                    <a:pt x="83" y="244"/>
                    <a:pt x="88" y="190"/>
                    <a:pt x="79" y="182"/>
                  </a:cubicBezTo>
                  <a:cubicBezTo>
                    <a:pt x="69" y="173"/>
                    <a:pt x="16" y="189"/>
                    <a:pt x="8" y="168"/>
                  </a:cubicBezTo>
                  <a:cubicBezTo>
                    <a:pt x="0" y="147"/>
                    <a:pt x="50" y="125"/>
                    <a:pt x="52" y="112"/>
                  </a:cubicBezTo>
                  <a:cubicBezTo>
                    <a:pt x="55" y="100"/>
                    <a:pt x="16" y="63"/>
                    <a:pt x="30" y="47"/>
                  </a:cubicBezTo>
                  <a:cubicBezTo>
                    <a:pt x="44" y="30"/>
                    <a:pt x="88" y="61"/>
                    <a:pt x="100" y="56"/>
                  </a:cubicBezTo>
                  <a:cubicBezTo>
                    <a:pt x="112" y="52"/>
                    <a:pt x="125" y="0"/>
                    <a:pt x="145" y="4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4" name="Freeform 9"/>
            <p:cNvSpPr>
              <a:spLocks/>
            </p:cNvSpPr>
            <p:nvPr/>
          </p:nvSpPr>
          <p:spPr bwMode="auto">
            <a:xfrm>
              <a:off x="6948200" y="3263096"/>
              <a:ext cx="950913" cy="947738"/>
            </a:xfrm>
            <a:custGeom>
              <a:avLst/>
              <a:gdLst>
                <a:gd name="T0" fmla="*/ 153 w 251"/>
                <a:gd name="T1" fmla="*/ 5 h 250"/>
                <a:gd name="T2" fmla="*/ 174 w 251"/>
                <a:gd name="T3" fmla="*/ 71 h 250"/>
                <a:gd name="T4" fmla="*/ 244 w 251"/>
                <a:gd name="T5" fmla="*/ 90 h 250"/>
                <a:gd name="T6" fmla="*/ 197 w 251"/>
                <a:gd name="T7" fmla="*/ 141 h 250"/>
                <a:gd name="T8" fmla="*/ 215 w 251"/>
                <a:gd name="T9" fmla="*/ 209 h 250"/>
                <a:gd name="T10" fmla="*/ 145 w 251"/>
                <a:gd name="T11" fmla="*/ 194 h 250"/>
                <a:gd name="T12" fmla="*/ 97 w 251"/>
                <a:gd name="T13" fmla="*/ 245 h 250"/>
                <a:gd name="T14" fmla="*/ 76 w 251"/>
                <a:gd name="T15" fmla="*/ 177 h 250"/>
                <a:gd name="T16" fmla="*/ 7 w 251"/>
                <a:gd name="T17" fmla="*/ 160 h 250"/>
                <a:gd name="T18" fmla="*/ 54 w 251"/>
                <a:gd name="T19" fmla="*/ 108 h 250"/>
                <a:gd name="T20" fmla="*/ 36 w 251"/>
                <a:gd name="T21" fmla="*/ 40 h 250"/>
                <a:gd name="T22" fmla="*/ 105 w 251"/>
                <a:gd name="T23" fmla="*/ 54 h 250"/>
                <a:gd name="T24" fmla="*/ 153 w 251"/>
                <a:gd name="T25" fmla="*/ 5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50">
                  <a:moveTo>
                    <a:pt x="153" y="5"/>
                  </a:moveTo>
                  <a:cubicBezTo>
                    <a:pt x="173" y="9"/>
                    <a:pt x="165" y="62"/>
                    <a:pt x="174" y="71"/>
                  </a:cubicBezTo>
                  <a:cubicBezTo>
                    <a:pt x="184" y="80"/>
                    <a:pt x="238" y="68"/>
                    <a:pt x="244" y="90"/>
                  </a:cubicBezTo>
                  <a:cubicBezTo>
                    <a:pt x="251" y="111"/>
                    <a:pt x="200" y="129"/>
                    <a:pt x="197" y="141"/>
                  </a:cubicBezTo>
                  <a:cubicBezTo>
                    <a:pt x="194" y="153"/>
                    <a:pt x="231" y="193"/>
                    <a:pt x="215" y="209"/>
                  </a:cubicBezTo>
                  <a:cubicBezTo>
                    <a:pt x="199" y="225"/>
                    <a:pt x="158" y="191"/>
                    <a:pt x="145" y="194"/>
                  </a:cubicBezTo>
                  <a:cubicBezTo>
                    <a:pt x="133" y="198"/>
                    <a:pt x="117" y="250"/>
                    <a:pt x="97" y="245"/>
                  </a:cubicBezTo>
                  <a:cubicBezTo>
                    <a:pt x="77" y="240"/>
                    <a:pt x="86" y="186"/>
                    <a:pt x="76" y="177"/>
                  </a:cubicBezTo>
                  <a:cubicBezTo>
                    <a:pt x="67" y="169"/>
                    <a:pt x="14" y="181"/>
                    <a:pt x="7" y="160"/>
                  </a:cubicBezTo>
                  <a:cubicBezTo>
                    <a:pt x="0" y="139"/>
                    <a:pt x="51" y="120"/>
                    <a:pt x="54" y="108"/>
                  </a:cubicBezTo>
                  <a:cubicBezTo>
                    <a:pt x="57" y="95"/>
                    <a:pt x="21" y="56"/>
                    <a:pt x="36" y="40"/>
                  </a:cubicBezTo>
                  <a:cubicBezTo>
                    <a:pt x="51" y="25"/>
                    <a:pt x="93" y="58"/>
                    <a:pt x="105" y="54"/>
                  </a:cubicBezTo>
                  <a:cubicBezTo>
                    <a:pt x="117" y="51"/>
                    <a:pt x="133" y="0"/>
                    <a:pt x="153" y="5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5" name="Freeform 10"/>
            <p:cNvSpPr>
              <a:spLocks/>
            </p:cNvSpPr>
            <p:nvPr/>
          </p:nvSpPr>
          <p:spPr bwMode="auto">
            <a:xfrm>
              <a:off x="6948200" y="3263096"/>
              <a:ext cx="950913" cy="944563"/>
            </a:xfrm>
            <a:custGeom>
              <a:avLst/>
              <a:gdLst>
                <a:gd name="T0" fmla="*/ 160 w 251"/>
                <a:gd name="T1" fmla="*/ 6 h 249"/>
                <a:gd name="T2" fmla="*/ 178 w 251"/>
                <a:gd name="T3" fmla="*/ 74 h 249"/>
                <a:gd name="T4" fmla="*/ 246 w 251"/>
                <a:gd name="T5" fmla="*/ 97 h 249"/>
                <a:gd name="T6" fmla="*/ 196 w 251"/>
                <a:gd name="T7" fmla="*/ 145 h 249"/>
                <a:gd name="T8" fmla="*/ 209 w 251"/>
                <a:gd name="T9" fmla="*/ 215 h 249"/>
                <a:gd name="T10" fmla="*/ 141 w 251"/>
                <a:gd name="T11" fmla="*/ 195 h 249"/>
                <a:gd name="T12" fmla="*/ 91 w 251"/>
                <a:gd name="T13" fmla="*/ 243 h 249"/>
                <a:gd name="T14" fmla="*/ 73 w 251"/>
                <a:gd name="T15" fmla="*/ 174 h 249"/>
                <a:gd name="T16" fmla="*/ 5 w 251"/>
                <a:gd name="T17" fmla="*/ 153 h 249"/>
                <a:gd name="T18" fmla="*/ 55 w 251"/>
                <a:gd name="T19" fmla="*/ 104 h 249"/>
                <a:gd name="T20" fmla="*/ 42 w 251"/>
                <a:gd name="T21" fmla="*/ 35 h 249"/>
                <a:gd name="T22" fmla="*/ 109 w 251"/>
                <a:gd name="T23" fmla="*/ 53 h 249"/>
                <a:gd name="T24" fmla="*/ 160 w 251"/>
                <a:gd name="T25" fmla="*/ 6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49">
                  <a:moveTo>
                    <a:pt x="160" y="6"/>
                  </a:moveTo>
                  <a:cubicBezTo>
                    <a:pt x="181" y="12"/>
                    <a:pt x="169" y="65"/>
                    <a:pt x="178" y="74"/>
                  </a:cubicBezTo>
                  <a:cubicBezTo>
                    <a:pt x="187" y="84"/>
                    <a:pt x="241" y="76"/>
                    <a:pt x="246" y="97"/>
                  </a:cubicBezTo>
                  <a:cubicBezTo>
                    <a:pt x="251" y="118"/>
                    <a:pt x="199" y="133"/>
                    <a:pt x="196" y="145"/>
                  </a:cubicBezTo>
                  <a:cubicBezTo>
                    <a:pt x="192" y="157"/>
                    <a:pt x="226" y="199"/>
                    <a:pt x="209" y="215"/>
                  </a:cubicBezTo>
                  <a:cubicBezTo>
                    <a:pt x="193" y="230"/>
                    <a:pt x="154" y="193"/>
                    <a:pt x="141" y="195"/>
                  </a:cubicBezTo>
                  <a:cubicBezTo>
                    <a:pt x="129" y="198"/>
                    <a:pt x="110" y="249"/>
                    <a:pt x="91" y="243"/>
                  </a:cubicBezTo>
                  <a:cubicBezTo>
                    <a:pt x="70" y="237"/>
                    <a:pt x="82" y="184"/>
                    <a:pt x="73" y="174"/>
                  </a:cubicBezTo>
                  <a:cubicBezTo>
                    <a:pt x="64" y="165"/>
                    <a:pt x="11" y="174"/>
                    <a:pt x="5" y="153"/>
                  </a:cubicBezTo>
                  <a:cubicBezTo>
                    <a:pt x="0" y="132"/>
                    <a:pt x="52" y="116"/>
                    <a:pt x="55" y="104"/>
                  </a:cubicBezTo>
                  <a:cubicBezTo>
                    <a:pt x="59" y="92"/>
                    <a:pt x="25" y="50"/>
                    <a:pt x="42" y="35"/>
                  </a:cubicBezTo>
                  <a:cubicBezTo>
                    <a:pt x="58" y="20"/>
                    <a:pt x="97" y="56"/>
                    <a:pt x="109" y="53"/>
                  </a:cubicBezTo>
                  <a:cubicBezTo>
                    <a:pt x="122" y="50"/>
                    <a:pt x="141" y="0"/>
                    <a:pt x="160" y="6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6" name="Freeform 11"/>
            <p:cNvSpPr>
              <a:spLocks/>
            </p:cNvSpPr>
            <p:nvPr/>
          </p:nvSpPr>
          <p:spPr bwMode="auto">
            <a:xfrm>
              <a:off x="6945025" y="3267858"/>
              <a:ext cx="958850" cy="936625"/>
            </a:xfrm>
            <a:custGeom>
              <a:avLst/>
              <a:gdLst>
                <a:gd name="T0" fmla="*/ 169 w 253"/>
                <a:gd name="T1" fmla="*/ 7 h 247"/>
                <a:gd name="T2" fmla="*/ 182 w 253"/>
                <a:gd name="T3" fmla="*/ 77 h 247"/>
                <a:gd name="T4" fmla="*/ 249 w 253"/>
                <a:gd name="T5" fmla="*/ 104 h 247"/>
                <a:gd name="T6" fmla="*/ 196 w 253"/>
                <a:gd name="T7" fmla="*/ 148 h 247"/>
                <a:gd name="T8" fmla="*/ 205 w 253"/>
                <a:gd name="T9" fmla="*/ 219 h 247"/>
                <a:gd name="T10" fmla="*/ 137 w 253"/>
                <a:gd name="T11" fmla="*/ 196 h 247"/>
                <a:gd name="T12" fmla="*/ 85 w 253"/>
                <a:gd name="T13" fmla="*/ 240 h 247"/>
                <a:gd name="T14" fmla="*/ 71 w 253"/>
                <a:gd name="T15" fmla="*/ 170 h 247"/>
                <a:gd name="T16" fmla="*/ 5 w 253"/>
                <a:gd name="T17" fmla="*/ 145 h 247"/>
                <a:gd name="T18" fmla="*/ 57 w 253"/>
                <a:gd name="T19" fmla="*/ 100 h 247"/>
                <a:gd name="T20" fmla="*/ 48 w 253"/>
                <a:gd name="T21" fmla="*/ 29 h 247"/>
                <a:gd name="T22" fmla="*/ 115 w 253"/>
                <a:gd name="T23" fmla="*/ 51 h 247"/>
                <a:gd name="T24" fmla="*/ 169 w 253"/>
                <a:gd name="T25" fmla="*/ 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7">
                  <a:moveTo>
                    <a:pt x="169" y="7"/>
                  </a:moveTo>
                  <a:cubicBezTo>
                    <a:pt x="189" y="15"/>
                    <a:pt x="174" y="67"/>
                    <a:pt x="182" y="77"/>
                  </a:cubicBezTo>
                  <a:cubicBezTo>
                    <a:pt x="191" y="87"/>
                    <a:pt x="245" y="82"/>
                    <a:pt x="249" y="104"/>
                  </a:cubicBezTo>
                  <a:cubicBezTo>
                    <a:pt x="253" y="124"/>
                    <a:pt x="200" y="136"/>
                    <a:pt x="196" y="148"/>
                  </a:cubicBezTo>
                  <a:cubicBezTo>
                    <a:pt x="191" y="160"/>
                    <a:pt x="223" y="204"/>
                    <a:pt x="205" y="219"/>
                  </a:cubicBezTo>
                  <a:cubicBezTo>
                    <a:pt x="187" y="233"/>
                    <a:pt x="150" y="193"/>
                    <a:pt x="137" y="196"/>
                  </a:cubicBezTo>
                  <a:cubicBezTo>
                    <a:pt x="125" y="198"/>
                    <a:pt x="104" y="247"/>
                    <a:pt x="85" y="240"/>
                  </a:cubicBezTo>
                  <a:cubicBezTo>
                    <a:pt x="65" y="233"/>
                    <a:pt x="79" y="180"/>
                    <a:pt x="71" y="170"/>
                  </a:cubicBezTo>
                  <a:cubicBezTo>
                    <a:pt x="63" y="160"/>
                    <a:pt x="9" y="166"/>
                    <a:pt x="5" y="145"/>
                  </a:cubicBezTo>
                  <a:cubicBezTo>
                    <a:pt x="0" y="124"/>
                    <a:pt x="53" y="111"/>
                    <a:pt x="57" y="100"/>
                  </a:cubicBezTo>
                  <a:cubicBezTo>
                    <a:pt x="61" y="87"/>
                    <a:pt x="30" y="43"/>
                    <a:pt x="48" y="29"/>
                  </a:cubicBezTo>
                  <a:cubicBezTo>
                    <a:pt x="65" y="15"/>
                    <a:pt x="102" y="54"/>
                    <a:pt x="115" y="51"/>
                  </a:cubicBezTo>
                  <a:cubicBezTo>
                    <a:pt x="127" y="49"/>
                    <a:pt x="149" y="0"/>
                    <a:pt x="169" y="7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7" name="Freeform 12"/>
            <p:cNvSpPr>
              <a:spLocks/>
            </p:cNvSpPr>
            <p:nvPr/>
          </p:nvSpPr>
          <p:spPr bwMode="auto">
            <a:xfrm>
              <a:off x="6945025" y="3271033"/>
              <a:ext cx="958850" cy="928688"/>
            </a:xfrm>
            <a:custGeom>
              <a:avLst/>
              <a:gdLst>
                <a:gd name="T0" fmla="*/ 176 w 253"/>
                <a:gd name="T1" fmla="*/ 8 h 245"/>
                <a:gd name="T2" fmla="*/ 185 w 253"/>
                <a:gd name="T3" fmla="*/ 79 h 245"/>
                <a:gd name="T4" fmla="*/ 251 w 253"/>
                <a:gd name="T5" fmla="*/ 110 h 245"/>
                <a:gd name="T6" fmla="*/ 195 w 253"/>
                <a:gd name="T7" fmla="*/ 151 h 245"/>
                <a:gd name="T8" fmla="*/ 200 w 253"/>
                <a:gd name="T9" fmla="*/ 223 h 245"/>
                <a:gd name="T10" fmla="*/ 133 w 253"/>
                <a:gd name="T11" fmla="*/ 196 h 245"/>
                <a:gd name="T12" fmla="*/ 78 w 253"/>
                <a:gd name="T13" fmla="*/ 238 h 245"/>
                <a:gd name="T14" fmla="*/ 67 w 253"/>
                <a:gd name="T15" fmla="*/ 166 h 245"/>
                <a:gd name="T16" fmla="*/ 3 w 253"/>
                <a:gd name="T17" fmla="*/ 138 h 245"/>
                <a:gd name="T18" fmla="*/ 58 w 253"/>
                <a:gd name="T19" fmla="*/ 95 h 245"/>
                <a:gd name="T20" fmla="*/ 54 w 253"/>
                <a:gd name="T21" fmla="*/ 22 h 245"/>
                <a:gd name="T22" fmla="*/ 119 w 253"/>
                <a:gd name="T23" fmla="*/ 49 h 245"/>
                <a:gd name="T24" fmla="*/ 176 w 253"/>
                <a:gd name="T25" fmla="*/ 8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5">
                  <a:moveTo>
                    <a:pt x="176" y="8"/>
                  </a:moveTo>
                  <a:cubicBezTo>
                    <a:pt x="196" y="17"/>
                    <a:pt x="178" y="68"/>
                    <a:pt x="185" y="79"/>
                  </a:cubicBezTo>
                  <a:cubicBezTo>
                    <a:pt x="193" y="90"/>
                    <a:pt x="248" y="88"/>
                    <a:pt x="251" y="110"/>
                  </a:cubicBezTo>
                  <a:cubicBezTo>
                    <a:pt x="253" y="130"/>
                    <a:pt x="199" y="139"/>
                    <a:pt x="195" y="151"/>
                  </a:cubicBezTo>
                  <a:cubicBezTo>
                    <a:pt x="190" y="163"/>
                    <a:pt x="219" y="210"/>
                    <a:pt x="200" y="223"/>
                  </a:cubicBezTo>
                  <a:cubicBezTo>
                    <a:pt x="181" y="237"/>
                    <a:pt x="146" y="194"/>
                    <a:pt x="133" y="196"/>
                  </a:cubicBezTo>
                  <a:cubicBezTo>
                    <a:pt x="121" y="197"/>
                    <a:pt x="97" y="245"/>
                    <a:pt x="78" y="238"/>
                  </a:cubicBezTo>
                  <a:cubicBezTo>
                    <a:pt x="58" y="229"/>
                    <a:pt x="75" y="177"/>
                    <a:pt x="67" y="166"/>
                  </a:cubicBezTo>
                  <a:cubicBezTo>
                    <a:pt x="60" y="155"/>
                    <a:pt x="6" y="159"/>
                    <a:pt x="3" y="138"/>
                  </a:cubicBezTo>
                  <a:cubicBezTo>
                    <a:pt x="0" y="117"/>
                    <a:pt x="53" y="106"/>
                    <a:pt x="58" y="95"/>
                  </a:cubicBezTo>
                  <a:cubicBezTo>
                    <a:pt x="63" y="82"/>
                    <a:pt x="34" y="36"/>
                    <a:pt x="54" y="22"/>
                  </a:cubicBezTo>
                  <a:cubicBezTo>
                    <a:pt x="72" y="9"/>
                    <a:pt x="106" y="51"/>
                    <a:pt x="119" y="49"/>
                  </a:cubicBezTo>
                  <a:cubicBezTo>
                    <a:pt x="131" y="48"/>
                    <a:pt x="156" y="0"/>
                    <a:pt x="176" y="8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8" name="Freeform 13"/>
            <p:cNvSpPr>
              <a:spLocks/>
            </p:cNvSpPr>
            <p:nvPr/>
          </p:nvSpPr>
          <p:spPr bwMode="auto">
            <a:xfrm>
              <a:off x="6940262" y="3271033"/>
              <a:ext cx="966788" cy="928688"/>
            </a:xfrm>
            <a:custGeom>
              <a:avLst/>
              <a:gdLst>
                <a:gd name="T0" fmla="*/ 184 w 255"/>
                <a:gd name="T1" fmla="*/ 10 h 245"/>
                <a:gd name="T2" fmla="*/ 190 w 255"/>
                <a:gd name="T3" fmla="*/ 82 h 245"/>
                <a:gd name="T4" fmla="*/ 254 w 255"/>
                <a:gd name="T5" fmla="*/ 117 h 245"/>
                <a:gd name="T6" fmla="*/ 195 w 255"/>
                <a:gd name="T7" fmla="*/ 155 h 245"/>
                <a:gd name="T8" fmla="*/ 195 w 255"/>
                <a:gd name="T9" fmla="*/ 229 h 245"/>
                <a:gd name="T10" fmla="*/ 130 w 255"/>
                <a:gd name="T11" fmla="*/ 197 h 245"/>
                <a:gd name="T12" fmla="*/ 72 w 255"/>
                <a:gd name="T13" fmla="*/ 236 h 245"/>
                <a:gd name="T14" fmla="*/ 65 w 255"/>
                <a:gd name="T15" fmla="*/ 162 h 245"/>
                <a:gd name="T16" fmla="*/ 2 w 255"/>
                <a:gd name="T17" fmla="*/ 131 h 245"/>
                <a:gd name="T18" fmla="*/ 60 w 255"/>
                <a:gd name="T19" fmla="*/ 91 h 245"/>
                <a:gd name="T20" fmla="*/ 60 w 255"/>
                <a:gd name="T21" fmla="*/ 17 h 245"/>
                <a:gd name="T22" fmla="*/ 124 w 255"/>
                <a:gd name="T23" fmla="*/ 48 h 245"/>
                <a:gd name="T24" fmla="*/ 184 w 255"/>
                <a:gd name="T25" fmla="*/ 1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5" h="245">
                  <a:moveTo>
                    <a:pt x="184" y="10"/>
                  </a:moveTo>
                  <a:cubicBezTo>
                    <a:pt x="204" y="20"/>
                    <a:pt x="182" y="71"/>
                    <a:pt x="190" y="82"/>
                  </a:cubicBezTo>
                  <a:cubicBezTo>
                    <a:pt x="197" y="94"/>
                    <a:pt x="252" y="95"/>
                    <a:pt x="254" y="117"/>
                  </a:cubicBezTo>
                  <a:cubicBezTo>
                    <a:pt x="255" y="137"/>
                    <a:pt x="200" y="144"/>
                    <a:pt x="195" y="155"/>
                  </a:cubicBezTo>
                  <a:cubicBezTo>
                    <a:pt x="189" y="167"/>
                    <a:pt x="216" y="216"/>
                    <a:pt x="195" y="229"/>
                  </a:cubicBezTo>
                  <a:cubicBezTo>
                    <a:pt x="176" y="241"/>
                    <a:pt x="143" y="196"/>
                    <a:pt x="130" y="197"/>
                  </a:cubicBezTo>
                  <a:cubicBezTo>
                    <a:pt x="118" y="197"/>
                    <a:pt x="91" y="245"/>
                    <a:pt x="72" y="236"/>
                  </a:cubicBezTo>
                  <a:cubicBezTo>
                    <a:pt x="52" y="226"/>
                    <a:pt x="73" y="174"/>
                    <a:pt x="65" y="162"/>
                  </a:cubicBezTo>
                  <a:cubicBezTo>
                    <a:pt x="58" y="152"/>
                    <a:pt x="3" y="152"/>
                    <a:pt x="2" y="131"/>
                  </a:cubicBezTo>
                  <a:cubicBezTo>
                    <a:pt x="0" y="110"/>
                    <a:pt x="55" y="103"/>
                    <a:pt x="60" y="91"/>
                  </a:cubicBezTo>
                  <a:cubicBezTo>
                    <a:pt x="66" y="79"/>
                    <a:pt x="39" y="30"/>
                    <a:pt x="60" y="17"/>
                  </a:cubicBezTo>
                  <a:cubicBezTo>
                    <a:pt x="79" y="5"/>
                    <a:pt x="111" y="49"/>
                    <a:pt x="124" y="48"/>
                  </a:cubicBezTo>
                  <a:cubicBezTo>
                    <a:pt x="137" y="48"/>
                    <a:pt x="165" y="0"/>
                    <a:pt x="184" y="10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9" name="Freeform 14"/>
            <p:cNvSpPr>
              <a:spLocks/>
            </p:cNvSpPr>
            <p:nvPr/>
          </p:nvSpPr>
          <p:spPr bwMode="auto">
            <a:xfrm>
              <a:off x="6940262" y="3271033"/>
              <a:ext cx="971550" cy="933450"/>
            </a:xfrm>
            <a:custGeom>
              <a:avLst/>
              <a:gdLst>
                <a:gd name="T0" fmla="*/ 0 w 256"/>
                <a:gd name="T1" fmla="*/ 124 h 246"/>
                <a:gd name="T2" fmla="*/ 61 w 256"/>
                <a:gd name="T3" fmla="*/ 88 h 246"/>
                <a:gd name="T4" fmla="*/ 65 w 256"/>
                <a:gd name="T5" fmla="*/ 11 h 246"/>
                <a:gd name="T6" fmla="*/ 128 w 256"/>
                <a:gd name="T7" fmla="*/ 47 h 246"/>
                <a:gd name="T8" fmla="*/ 191 w 256"/>
                <a:gd name="T9" fmla="*/ 12 h 246"/>
                <a:gd name="T10" fmla="*/ 193 w 256"/>
                <a:gd name="T11" fmla="*/ 86 h 246"/>
                <a:gd name="T12" fmla="*/ 255 w 256"/>
                <a:gd name="T13" fmla="*/ 124 h 246"/>
                <a:gd name="T14" fmla="*/ 194 w 256"/>
                <a:gd name="T15" fmla="*/ 159 h 246"/>
                <a:gd name="T16" fmla="*/ 190 w 256"/>
                <a:gd name="T17" fmla="*/ 234 h 246"/>
                <a:gd name="T18" fmla="*/ 125 w 256"/>
                <a:gd name="T19" fmla="*/ 198 h 246"/>
                <a:gd name="T20" fmla="*/ 65 w 256"/>
                <a:gd name="T21" fmla="*/ 234 h 246"/>
                <a:gd name="T22" fmla="*/ 62 w 256"/>
                <a:gd name="T23" fmla="*/ 159 h 246"/>
                <a:gd name="T24" fmla="*/ 0 w 256"/>
                <a:gd name="T25" fmla="*/ 124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6" h="246">
                  <a:moveTo>
                    <a:pt x="0" y="124"/>
                  </a:moveTo>
                  <a:cubicBezTo>
                    <a:pt x="0" y="103"/>
                    <a:pt x="55" y="99"/>
                    <a:pt x="61" y="88"/>
                  </a:cubicBezTo>
                  <a:cubicBezTo>
                    <a:pt x="67" y="75"/>
                    <a:pt x="43" y="24"/>
                    <a:pt x="65" y="11"/>
                  </a:cubicBezTo>
                  <a:cubicBezTo>
                    <a:pt x="85" y="0"/>
                    <a:pt x="115" y="47"/>
                    <a:pt x="128" y="47"/>
                  </a:cubicBezTo>
                  <a:cubicBezTo>
                    <a:pt x="141" y="47"/>
                    <a:pt x="172" y="1"/>
                    <a:pt x="191" y="12"/>
                  </a:cubicBezTo>
                  <a:cubicBezTo>
                    <a:pt x="211" y="23"/>
                    <a:pt x="186" y="73"/>
                    <a:pt x="193" y="86"/>
                  </a:cubicBezTo>
                  <a:cubicBezTo>
                    <a:pt x="200" y="98"/>
                    <a:pt x="256" y="102"/>
                    <a:pt x="255" y="124"/>
                  </a:cubicBezTo>
                  <a:cubicBezTo>
                    <a:pt x="255" y="145"/>
                    <a:pt x="200" y="148"/>
                    <a:pt x="194" y="159"/>
                  </a:cubicBezTo>
                  <a:cubicBezTo>
                    <a:pt x="187" y="171"/>
                    <a:pt x="212" y="222"/>
                    <a:pt x="190" y="234"/>
                  </a:cubicBezTo>
                  <a:cubicBezTo>
                    <a:pt x="169" y="246"/>
                    <a:pt x="139" y="198"/>
                    <a:pt x="125" y="198"/>
                  </a:cubicBezTo>
                  <a:cubicBezTo>
                    <a:pt x="113" y="197"/>
                    <a:pt x="83" y="244"/>
                    <a:pt x="65" y="234"/>
                  </a:cubicBezTo>
                  <a:cubicBezTo>
                    <a:pt x="46" y="223"/>
                    <a:pt x="69" y="172"/>
                    <a:pt x="62" y="159"/>
                  </a:cubicBezTo>
                  <a:cubicBezTo>
                    <a:pt x="55" y="148"/>
                    <a:pt x="0" y="145"/>
                    <a:pt x="0" y="124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384962" y="2241965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 smtClean="0"/>
              <a:t>大数据挖掘</a:t>
            </a:r>
            <a:endParaRPr kumimoji="1" lang="zh-CN" altLang="en-US" sz="3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prism isContent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5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07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5400643" y="1099549"/>
            <a:ext cx="33492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Data Mining Challenges with Big Data</a:t>
            </a:r>
            <a:endParaRPr lang="zh-CN" altLang="zh-CN" sz="1200" dirty="0"/>
          </a:p>
        </p:txBody>
      </p:sp>
      <p:grpSp>
        <p:nvGrpSpPr>
          <p:cNvPr id="2" name="组合 1"/>
          <p:cNvGrpSpPr/>
          <p:nvPr/>
        </p:nvGrpSpPr>
        <p:grpSpPr>
          <a:xfrm>
            <a:off x="4839325" y="1217243"/>
            <a:ext cx="478533" cy="393652"/>
            <a:chOff x="5631189" y="966287"/>
            <a:chExt cx="476097" cy="391649"/>
          </a:xfrm>
        </p:grpSpPr>
        <p:sp>
          <p:nvSpPr>
            <p:cNvPr id="25" name="椭圆 24"/>
            <p:cNvSpPr/>
            <p:nvPr/>
          </p:nvSpPr>
          <p:spPr>
            <a:xfrm>
              <a:off x="5673454" y="966369"/>
              <a:ext cx="391567" cy="391567"/>
            </a:xfrm>
            <a:prstGeom prst="ellipse">
              <a:avLst/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文本框 17"/>
            <p:cNvSpPr txBox="1"/>
            <p:nvPr/>
          </p:nvSpPr>
          <p:spPr>
            <a:xfrm>
              <a:off x="5631189" y="966287"/>
              <a:ext cx="476097" cy="367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zh-CN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01</a:t>
              </a: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1691502" y="2896624"/>
            <a:ext cx="3140922" cy="921354"/>
            <a:chOff x="3924300" y="815296"/>
            <a:chExt cx="4343400" cy="1274086"/>
          </a:xfrm>
        </p:grpSpPr>
        <p:sp>
          <p:nvSpPr>
            <p:cNvPr id="33" name="文本框 32"/>
            <p:cNvSpPr txBox="1"/>
            <p:nvPr/>
          </p:nvSpPr>
          <p:spPr>
            <a:xfrm>
              <a:off x="4631056" y="1450973"/>
              <a:ext cx="2910840" cy="638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spc="-225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目 录</a:t>
              </a:r>
            </a:p>
          </p:txBody>
        </p:sp>
        <p:sp>
          <p:nvSpPr>
            <p:cNvPr id="3" name="文本框 2"/>
            <p:cNvSpPr txBox="1"/>
            <p:nvPr/>
          </p:nvSpPr>
          <p:spPr>
            <a:xfrm rot="16200000">
              <a:off x="5627834" y="-888238"/>
              <a:ext cx="936332" cy="434340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CONTENTS</a:t>
              </a:r>
            </a:p>
          </p:txBody>
        </p:sp>
        <p:cxnSp>
          <p:nvCxnSpPr>
            <p:cNvPr id="40" name="直接连接符 39"/>
            <p:cNvCxnSpPr/>
            <p:nvPr/>
          </p:nvCxnSpPr>
          <p:spPr>
            <a:xfrm flipH="1">
              <a:off x="4612993" y="1755326"/>
              <a:ext cx="945864" cy="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6704560" y="1755326"/>
              <a:ext cx="846300" cy="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组合 33"/>
          <p:cNvGrpSpPr/>
          <p:nvPr/>
        </p:nvGrpSpPr>
        <p:grpSpPr>
          <a:xfrm>
            <a:off x="-2776945" y="365769"/>
            <a:ext cx="4342716" cy="4321430"/>
            <a:chOff x="6940262" y="3251983"/>
            <a:chExt cx="971550" cy="966788"/>
          </a:xfrm>
        </p:grpSpPr>
        <p:sp>
          <p:nvSpPr>
            <p:cNvPr id="35" name="Freeform 5"/>
            <p:cNvSpPr>
              <a:spLocks/>
            </p:cNvSpPr>
            <p:nvPr/>
          </p:nvSpPr>
          <p:spPr bwMode="auto">
            <a:xfrm>
              <a:off x="6959312" y="3251983"/>
              <a:ext cx="928688" cy="966788"/>
            </a:xfrm>
            <a:custGeom>
              <a:avLst/>
              <a:gdLst>
                <a:gd name="T0" fmla="*/ 121 w 245"/>
                <a:gd name="T1" fmla="*/ 0 h 255"/>
                <a:gd name="T2" fmla="*/ 158 w 245"/>
                <a:gd name="T3" fmla="*/ 61 h 255"/>
                <a:gd name="T4" fmla="*/ 234 w 245"/>
                <a:gd name="T5" fmla="*/ 65 h 255"/>
                <a:gd name="T6" fmla="*/ 198 w 245"/>
                <a:gd name="T7" fmla="*/ 128 h 255"/>
                <a:gd name="T8" fmla="*/ 233 w 245"/>
                <a:gd name="T9" fmla="*/ 191 h 255"/>
                <a:gd name="T10" fmla="*/ 160 w 245"/>
                <a:gd name="T11" fmla="*/ 193 h 255"/>
                <a:gd name="T12" fmla="*/ 122 w 245"/>
                <a:gd name="T13" fmla="*/ 255 h 255"/>
                <a:gd name="T14" fmla="*/ 87 w 245"/>
                <a:gd name="T15" fmla="*/ 193 h 255"/>
                <a:gd name="T16" fmla="*/ 11 w 245"/>
                <a:gd name="T17" fmla="*/ 190 h 255"/>
                <a:gd name="T18" fmla="*/ 47 w 245"/>
                <a:gd name="T19" fmla="*/ 125 h 255"/>
                <a:gd name="T20" fmla="*/ 11 w 245"/>
                <a:gd name="T21" fmla="*/ 65 h 255"/>
                <a:gd name="T22" fmla="*/ 86 w 245"/>
                <a:gd name="T23" fmla="*/ 62 h 255"/>
                <a:gd name="T24" fmla="*/ 121 w 245"/>
                <a:gd name="T25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5" h="255">
                  <a:moveTo>
                    <a:pt x="121" y="0"/>
                  </a:moveTo>
                  <a:cubicBezTo>
                    <a:pt x="142" y="0"/>
                    <a:pt x="147" y="55"/>
                    <a:pt x="158" y="61"/>
                  </a:cubicBezTo>
                  <a:cubicBezTo>
                    <a:pt x="170" y="67"/>
                    <a:pt x="222" y="43"/>
                    <a:pt x="234" y="65"/>
                  </a:cubicBezTo>
                  <a:cubicBezTo>
                    <a:pt x="245" y="85"/>
                    <a:pt x="198" y="115"/>
                    <a:pt x="198" y="128"/>
                  </a:cubicBezTo>
                  <a:cubicBezTo>
                    <a:pt x="198" y="141"/>
                    <a:pt x="244" y="172"/>
                    <a:pt x="233" y="191"/>
                  </a:cubicBezTo>
                  <a:cubicBezTo>
                    <a:pt x="222" y="211"/>
                    <a:pt x="172" y="186"/>
                    <a:pt x="160" y="193"/>
                  </a:cubicBezTo>
                  <a:cubicBezTo>
                    <a:pt x="148" y="200"/>
                    <a:pt x="143" y="255"/>
                    <a:pt x="122" y="255"/>
                  </a:cubicBezTo>
                  <a:cubicBezTo>
                    <a:pt x="101" y="255"/>
                    <a:pt x="98" y="199"/>
                    <a:pt x="87" y="193"/>
                  </a:cubicBezTo>
                  <a:cubicBezTo>
                    <a:pt x="75" y="187"/>
                    <a:pt x="24" y="212"/>
                    <a:pt x="11" y="190"/>
                  </a:cubicBezTo>
                  <a:cubicBezTo>
                    <a:pt x="0" y="169"/>
                    <a:pt x="47" y="138"/>
                    <a:pt x="47" y="125"/>
                  </a:cubicBezTo>
                  <a:cubicBezTo>
                    <a:pt x="48" y="113"/>
                    <a:pt x="1" y="83"/>
                    <a:pt x="11" y="65"/>
                  </a:cubicBezTo>
                  <a:cubicBezTo>
                    <a:pt x="23" y="45"/>
                    <a:pt x="73" y="69"/>
                    <a:pt x="86" y="62"/>
                  </a:cubicBezTo>
                  <a:cubicBezTo>
                    <a:pt x="97" y="55"/>
                    <a:pt x="100" y="0"/>
                    <a:pt x="121" y="0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Freeform 6"/>
            <p:cNvSpPr>
              <a:spLocks/>
            </p:cNvSpPr>
            <p:nvPr/>
          </p:nvSpPr>
          <p:spPr bwMode="auto">
            <a:xfrm>
              <a:off x="6956137" y="3256746"/>
              <a:ext cx="936625" cy="962025"/>
            </a:xfrm>
            <a:custGeom>
              <a:avLst/>
              <a:gdLst>
                <a:gd name="T0" fmla="*/ 129 w 247"/>
                <a:gd name="T1" fmla="*/ 1 h 254"/>
                <a:gd name="T2" fmla="*/ 162 w 247"/>
                <a:gd name="T3" fmla="*/ 63 h 254"/>
                <a:gd name="T4" fmla="*/ 237 w 247"/>
                <a:gd name="T5" fmla="*/ 71 h 254"/>
                <a:gd name="T6" fmla="*/ 198 w 247"/>
                <a:gd name="T7" fmla="*/ 131 h 254"/>
                <a:gd name="T8" fmla="*/ 229 w 247"/>
                <a:gd name="T9" fmla="*/ 196 h 254"/>
                <a:gd name="T10" fmla="*/ 156 w 247"/>
                <a:gd name="T11" fmla="*/ 193 h 254"/>
                <a:gd name="T12" fmla="*/ 116 w 247"/>
                <a:gd name="T13" fmla="*/ 252 h 254"/>
                <a:gd name="T14" fmla="*/ 84 w 247"/>
                <a:gd name="T15" fmla="*/ 189 h 254"/>
                <a:gd name="T16" fmla="*/ 11 w 247"/>
                <a:gd name="T17" fmla="*/ 182 h 254"/>
                <a:gd name="T18" fmla="*/ 49 w 247"/>
                <a:gd name="T19" fmla="*/ 121 h 254"/>
                <a:gd name="T20" fmla="*/ 18 w 247"/>
                <a:gd name="T21" fmla="*/ 59 h 254"/>
                <a:gd name="T22" fmla="*/ 91 w 247"/>
                <a:gd name="T23" fmla="*/ 60 h 254"/>
                <a:gd name="T24" fmla="*/ 129 w 247"/>
                <a:gd name="T25" fmla="*/ 1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4">
                  <a:moveTo>
                    <a:pt x="129" y="1"/>
                  </a:moveTo>
                  <a:cubicBezTo>
                    <a:pt x="150" y="2"/>
                    <a:pt x="151" y="57"/>
                    <a:pt x="162" y="63"/>
                  </a:cubicBezTo>
                  <a:cubicBezTo>
                    <a:pt x="174" y="70"/>
                    <a:pt x="226" y="49"/>
                    <a:pt x="237" y="71"/>
                  </a:cubicBezTo>
                  <a:cubicBezTo>
                    <a:pt x="247" y="91"/>
                    <a:pt x="199" y="118"/>
                    <a:pt x="198" y="131"/>
                  </a:cubicBezTo>
                  <a:cubicBezTo>
                    <a:pt x="197" y="144"/>
                    <a:pt x="241" y="177"/>
                    <a:pt x="229" y="196"/>
                  </a:cubicBezTo>
                  <a:cubicBezTo>
                    <a:pt x="217" y="214"/>
                    <a:pt x="169" y="187"/>
                    <a:pt x="156" y="193"/>
                  </a:cubicBezTo>
                  <a:cubicBezTo>
                    <a:pt x="144" y="199"/>
                    <a:pt x="137" y="254"/>
                    <a:pt x="116" y="252"/>
                  </a:cubicBezTo>
                  <a:cubicBezTo>
                    <a:pt x="95" y="251"/>
                    <a:pt x="95" y="196"/>
                    <a:pt x="84" y="189"/>
                  </a:cubicBezTo>
                  <a:cubicBezTo>
                    <a:pt x="73" y="182"/>
                    <a:pt x="21" y="204"/>
                    <a:pt x="11" y="182"/>
                  </a:cubicBezTo>
                  <a:cubicBezTo>
                    <a:pt x="0" y="161"/>
                    <a:pt x="48" y="134"/>
                    <a:pt x="49" y="121"/>
                  </a:cubicBezTo>
                  <a:cubicBezTo>
                    <a:pt x="50" y="108"/>
                    <a:pt x="7" y="76"/>
                    <a:pt x="18" y="59"/>
                  </a:cubicBezTo>
                  <a:cubicBezTo>
                    <a:pt x="30" y="40"/>
                    <a:pt x="78" y="66"/>
                    <a:pt x="91" y="60"/>
                  </a:cubicBezTo>
                  <a:cubicBezTo>
                    <a:pt x="103" y="54"/>
                    <a:pt x="109" y="0"/>
                    <a:pt x="129" y="1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Freeform 7"/>
            <p:cNvSpPr>
              <a:spLocks/>
            </p:cNvSpPr>
            <p:nvPr/>
          </p:nvSpPr>
          <p:spPr bwMode="auto">
            <a:xfrm>
              <a:off x="6956137" y="3259921"/>
              <a:ext cx="936625" cy="955675"/>
            </a:xfrm>
            <a:custGeom>
              <a:avLst/>
              <a:gdLst>
                <a:gd name="T0" fmla="*/ 137 w 247"/>
                <a:gd name="T1" fmla="*/ 2 h 252"/>
                <a:gd name="T2" fmla="*/ 165 w 247"/>
                <a:gd name="T3" fmla="*/ 65 h 252"/>
                <a:gd name="T4" fmla="*/ 239 w 247"/>
                <a:gd name="T5" fmla="*/ 77 h 252"/>
                <a:gd name="T6" fmla="*/ 197 w 247"/>
                <a:gd name="T7" fmla="*/ 134 h 252"/>
                <a:gd name="T8" fmla="*/ 224 w 247"/>
                <a:gd name="T9" fmla="*/ 200 h 252"/>
                <a:gd name="T10" fmla="*/ 152 w 247"/>
                <a:gd name="T11" fmla="*/ 193 h 252"/>
                <a:gd name="T12" fmla="*/ 109 w 247"/>
                <a:gd name="T13" fmla="*/ 250 h 252"/>
                <a:gd name="T14" fmla="*/ 81 w 247"/>
                <a:gd name="T15" fmla="*/ 185 h 252"/>
                <a:gd name="T16" fmla="*/ 9 w 247"/>
                <a:gd name="T17" fmla="*/ 174 h 252"/>
                <a:gd name="T18" fmla="*/ 50 w 247"/>
                <a:gd name="T19" fmla="*/ 116 h 252"/>
                <a:gd name="T20" fmla="*/ 23 w 247"/>
                <a:gd name="T21" fmla="*/ 52 h 252"/>
                <a:gd name="T22" fmla="*/ 95 w 247"/>
                <a:gd name="T23" fmla="*/ 58 h 252"/>
                <a:gd name="T24" fmla="*/ 137 w 247"/>
                <a:gd name="T25" fmla="*/ 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2">
                  <a:moveTo>
                    <a:pt x="137" y="2"/>
                  </a:moveTo>
                  <a:cubicBezTo>
                    <a:pt x="157" y="4"/>
                    <a:pt x="155" y="58"/>
                    <a:pt x="165" y="65"/>
                  </a:cubicBezTo>
                  <a:cubicBezTo>
                    <a:pt x="177" y="73"/>
                    <a:pt x="229" y="55"/>
                    <a:pt x="239" y="77"/>
                  </a:cubicBezTo>
                  <a:cubicBezTo>
                    <a:pt x="247" y="98"/>
                    <a:pt x="198" y="121"/>
                    <a:pt x="197" y="134"/>
                  </a:cubicBezTo>
                  <a:cubicBezTo>
                    <a:pt x="196" y="147"/>
                    <a:pt x="237" y="182"/>
                    <a:pt x="224" y="200"/>
                  </a:cubicBezTo>
                  <a:cubicBezTo>
                    <a:pt x="210" y="217"/>
                    <a:pt x="164" y="188"/>
                    <a:pt x="152" y="193"/>
                  </a:cubicBezTo>
                  <a:cubicBezTo>
                    <a:pt x="140" y="198"/>
                    <a:pt x="130" y="252"/>
                    <a:pt x="109" y="250"/>
                  </a:cubicBezTo>
                  <a:cubicBezTo>
                    <a:pt x="88" y="247"/>
                    <a:pt x="91" y="192"/>
                    <a:pt x="81" y="185"/>
                  </a:cubicBezTo>
                  <a:cubicBezTo>
                    <a:pt x="70" y="177"/>
                    <a:pt x="18" y="196"/>
                    <a:pt x="9" y="174"/>
                  </a:cubicBezTo>
                  <a:cubicBezTo>
                    <a:pt x="0" y="153"/>
                    <a:pt x="49" y="129"/>
                    <a:pt x="50" y="116"/>
                  </a:cubicBezTo>
                  <a:cubicBezTo>
                    <a:pt x="52" y="104"/>
                    <a:pt x="11" y="69"/>
                    <a:pt x="23" y="52"/>
                  </a:cubicBezTo>
                  <a:cubicBezTo>
                    <a:pt x="37" y="35"/>
                    <a:pt x="83" y="63"/>
                    <a:pt x="95" y="58"/>
                  </a:cubicBezTo>
                  <a:cubicBezTo>
                    <a:pt x="107" y="53"/>
                    <a:pt x="116" y="0"/>
                    <a:pt x="137" y="2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Freeform 8"/>
            <p:cNvSpPr>
              <a:spLocks/>
            </p:cNvSpPr>
            <p:nvPr/>
          </p:nvSpPr>
          <p:spPr bwMode="auto">
            <a:xfrm>
              <a:off x="6951375" y="3259921"/>
              <a:ext cx="944563" cy="950913"/>
            </a:xfrm>
            <a:custGeom>
              <a:avLst/>
              <a:gdLst>
                <a:gd name="T0" fmla="*/ 145 w 249"/>
                <a:gd name="T1" fmla="*/ 4 h 251"/>
                <a:gd name="T2" fmla="*/ 170 w 249"/>
                <a:gd name="T3" fmla="*/ 69 h 251"/>
                <a:gd name="T4" fmla="*/ 242 w 249"/>
                <a:gd name="T5" fmla="*/ 84 h 251"/>
                <a:gd name="T6" fmla="*/ 197 w 249"/>
                <a:gd name="T7" fmla="*/ 138 h 251"/>
                <a:gd name="T8" fmla="*/ 219 w 249"/>
                <a:gd name="T9" fmla="*/ 205 h 251"/>
                <a:gd name="T10" fmla="*/ 148 w 249"/>
                <a:gd name="T11" fmla="*/ 194 h 251"/>
                <a:gd name="T12" fmla="*/ 103 w 249"/>
                <a:gd name="T13" fmla="*/ 248 h 251"/>
                <a:gd name="T14" fmla="*/ 79 w 249"/>
                <a:gd name="T15" fmla="*/ 182 h 251"/>
                <a:gd name="T16" fmla="*/ 8 w 249"/>
                <a:gd name="T17" fmla="*/ 168 h 251"/>
                <a:gd name="T18" fmla="*/ 52 w 249"/>
                <a:gd name="T19" fmla="*/ 112 h 251"/>
                <a:gd name="T20" fmla="*/ 30 w 249"/>
                <a:gd name="T21" fmla="*/ 47 h 251"/>
                <a:gd name="T22" fmla="*/ 100 w 249"/>
                <a:gd name="T23" fmla="*/ 56 h 251"/>
                <a:gd name="T24" fmla="*/ 145 w 249"/>
                <a:gd name="T25" fmla="*/ 4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9" h="251">
                  <a:moveTo>
                    <a:pt x="145" y="4"/>
                  </a:moveTo>
                  <a:cubicBezTo>
                    <a:pt x="165" y="7"/>
                    <a:pt x="160" y="61"/>
                    <a:pt x="170" y="69"/>
                  </a:cubicBezTo>
                  <a:cubicBezTo>
                    <a:pt x="180" y="77"/>
                    <a:pt x="233" y="62"/>
                    <a:pt x="242" y="84"/>
                  </a:cubicBezTo>
                  <a:cubicBezTo>
                    <a:pt x="249" y="105"/>
                    <a:pt x="199" y="126"/>
                    <a:pt x="197" y="138"/>
                  </a:cubicBezTo>
                  <a:cubicBezTo>
                    <a:pt x="195" y="150"/>
                    <a:pt x="234" y="188"/>
                    <a:pt x="219" y="205"/>
                  </a:cubicBezTo>
                  <a:cubicBezTo>
                    <a:pt x="205" y="222"/>
                    <a:pt x="161" y="190"/>
                    <a:pt x="148" y="194"/>
                  </a:cubicBezTo>
                  <a:cubicBezTo>
                    <a:pt x="137" y="199"/>
                    <a:pt x="124" y="251"/>
                    <a:pt x="103" y="248"/>
                  </a:cubicBezTo>
                  <a:cubicBezTo>
                    <a:pt x="83" y="244"/>
                    <a:pt x="88" y="190"/>
                    <a:pt x="79" y="182"/>
                  </a:cubicBezTo>
                  <a:cubicBezTo>
                    <a:pt x="69" y="173"/>
                    <a:pt x="16" y="189"/>
                    <a:pt x="8" y="168"/>
                  </a:cubicBezTo>
                  <a:cubicBezTo>
                    <a:pt x="0" y="147"/>
                    <a:pt x="50" y="125"/>
                    <a:pt x="52" y="112"/>
                  </a:cubicBezTo>
                  <a:cubicBezTo>
                    <a:pt x="55" y="100"/>
                    <a:pt x="16" y="63"/>
                    <a:pt x="30" y="47"/>
                  </a:cubicBezTo>
                  <a:cubicBezTo>
                    <a:pt x="44" y="30"/>
                    <a:pt x="88" y="61"/>
                    <a:pt x="100" y="56"/>
                  </a:cubicBezTo>
                  <a:cubicBezTo>
                    <a:pt x="112" y="52"/>
                    <a:pt x="125" y="0"/>
                    <a:pt x="145" y="4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Freeform 9"/>
            <p:cNvSpPr>
              <a:spLocks/>
            </p:cNvSpPr>
            <p:nvPr/>
          </p:nvSpPr>
          <p:spPr bwMode="auto">
            <a:xfrm>
              <a:off x="6948200" y="3263096"/>
              <a:ext cx="950913" cy="947738"/>
            </a:xfrm>
            <a:custGeom>
              <a:avLst/>
              <a:gdLst>
                <a:gd name="T0" fmla="*/ 153 w 251"/>
                <a:gd name="T1" fmla="*/ 5 h 250"/>
                <a:gd name="T2" fmla="*/ 174 w 251"/>
                <a:gd name="T3" fmla="*/ 71 h 250"/>
                <a:gd name="T4" fmla="*/ 244 w 251"/>
                <a:gd name="T5" fmla="*/ 90 h 250"/>
                <a:gd name="T6" fmla="*/ 197 w 251"/>
                <a:gd name="T7" fmla="*/ 141 h 250"/>
                <a:gd name="T8" fmla="*/ 215 w 251"/>
                <a:gd name="T9" fmla="*/ 209 h 250"/>
                <a:gd name="T10" fmla="*/ 145 w 251"/>
                <a:gd name="T11" fmla="*/ 194 h 250"/>
                <a:gd name="T12" fmla="*/ 97 w 251"/>
                <a:gd name="T13" fmla="*/ 245 h 250"/>
                <a:gd name="T14" fmla="*/ 76 w 251"/>
                <a:gd name="T15" fmla="*/ 177 h 250"/>
                <a:gd name="T16" fmla="*/ 7 w 251"/>
                <a:gd name="T17" fmla="*/ 160 h 250"/>
                <a:gd name="T18" fmla="*/ 54 w 251"/>
                <a:gd name="T19" fmla="*/ 108 h 250"/>
                <a:gd name="T20" fmla="*/ 36 w 251"/>
                <a:gd name="T21" fmla="*/ 40 h 250"/>
                <a:gd name="T22" fmla="*/ 105 w 251"/>
                <a:gd name="T23" fmla="*/ 54 h 250"/>
                <a:gd name="T24" fmla="*/ 153 w 251"/>
                <a:gd name="T25" fmla="*/ 5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50">
                  <a:moveTo>
                    <a:pt x="153" y="5"/>
                  </a:moveTo>
                  <a:cubicBezTo>
                    <a:pt x="173" y="9"/>
                    <a:pt x="165" y="62"/>
                    <a:pt x="174" y="71"/>
                  </a:cubicBezTo>
                  <a:cubicBezTo>
                    <a:pt x="184" y="80"/>
                    <a:pt x="238" y="68"/>
                    <a:pt x="244" y="90"/>
                  </a:cubicBezTo>
                  <a:cubicBezTo>
                    <a:pt x="251" y="111"/>
                    <a:pt x="200" y="129"/>
                    <a:pt x="197" y="141"/>
                  </a:cubicBezTo>
                  <a:cubicBezTo>
                    <a:pt x="194" y="153"/>
                    <a:pt x="231" y="193"/>
                    <a:pt x="215" y="209"/>
                  </a:cubicBezTo>
                  <a:cubicBezTo>
                    <a:pt x="199" y="225"/>
                    <a:pt x="158" y="191"/>
                    <a:pt x="145" y="194"/>
                  </a:cubicBezTo>
                  <a:cubicBezTo>
                    <a:pt x="133" y="198"/>
                    <a:pt x="117" y="250"/>
                    <a:pt x="97" y="245"/>
                  </a:cubicBezTo>
                  <a:cubicBezTo>
                    <a:pt x="77" y="240"/>
                    <a:pt x="86" y="186"/>
                    <a:pt x="76" y="177"/>
                  </a:cubicBezTo>
                  <a:cubicBezTo>
                    <a:pt x="67" y="169"/>
                    <a:pt x="14" y="181"/>
                    <a:pt x="7" y="160"/>
                  </a:cubicBezTo>
                  <a:cubicBezTo>
                    <a:pt x="0" y="139"/>
                    <a:pt x="51" y="120"/>
                    <a:pt x="54" y="108"/>
                  </a:cubicBezTo>
                  <a:cubicBezTo>
                    <a:pt x="57" y="95"/>
                    <a:pt x="21" y="56"/>
                    <a:pt x="36" y="40"/>
                  </a:cubicBezTo>
                  <a:cubicBezTo>
                    <a:pt x="51" y="25"/>
                    <a:pt x="93" y="58"/>
                    <a:pt x="105" y="54"/>
                  </a:cubicBezTo>
                  <a:cubicBezTo>
                    <a:pt x="117" y="51"/>
                    <a:pt x="133" y="0"/>
                    <a:pt x="153" y="5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Freeform 10"/>
            <p:cNvSpPr>
              <a:spLocks/>
            </p:cNvSpPr>
            <p:nvPr/>
          </p:nvSpPr>
          <p:spPr bwMode="auto">
            <a:xfrm>
              <a:off x="6948200" y="3263096"/>
              <a:ext cx="950913" cy="944563"/>
            </a:xfrm>
            <a:custGeom>
              <a:avLst/>
              <a:gdLst>
                <a:gd name="T0" fmla="*/ 160 w 251"/>
                <a:gd name="T1" fmla="*/ 6 h 249"/>
                <a:gd name="T2" fmla="*/ 178 w 251"/>
                <a:gd name="T3" fmla="*/ 74 h 249"/>
                <a:gd name="T4" fmla="*/ 246 w 251"/>
                <a:gd name="T5" fmla="*/ 97 h 249"/>
                <a:gd name="T6" fmla="*/ 196 w 251"/>
                <a:gd name="T7" fmla="*/ 145 h 249"/>
                <a:gd name="T8" fmla="*/ 209 w 251"/>
                <a:gd name="T9" fmla="*/ 215 h 249"/>
                <a:gd name="T10" fmla="*/ 141 w 251"/>
                <a:gd name="T11" fmla="*/ 195 h 249"/>
                <a:gd name="T12" fmla="*/ 91 w 251"/>
                <a:gd name="T13" fmla="*/ 243 h 249"/>
                <a:gd name="T14" fmla="*/ 73 w 251"/>
                <a:gd name="T15" fmla="*/ 174 h 249"/>
                <a:gd name="T16" fmla="*/ 5 w 251"/>
                <a:gd name="T17" fmla="*/ 153 h 249"/>
                <a:gd name="T18" fmla="*/ 55 w 251"/>
                <a:gd name="T19" fmla="*/ 104 h 249"/>
                <a:gd name="T20" fmla="*/ 42 w 251"/>
                <a:gd name="T21" fmla="*/ 35 h 249"/>
                <a:gd name="T22" fmla="*/ 109 w 251"/>
                <a:gd name="T23" fmla="*/ 53 h 249"/>
                <a:gd name="T24" fmla="*/ 160 w 251"/>
                <a:gd name="T25" fmla="*/ 6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49">
                  <a:moveTo>
                    <a:pt x="160" y="6"/>
                  </a:moveTo>
                  <a:cubicBezTo>
                    <a:pt x="181" y="12"/>
                    <a:pt x="169" y="65"/>
                    <a:pt x="178" y="74"/>
                  </a:cubicBezTo>
                  <a:cubicBezTo>
                    <a:pt x="187" y="84"/>
                    <a:pt x="241" y="76"/>
                    <a:pt x="246" y="97"/>
                  </a:cubicBezTo>
                  <a:cubicBezTo>
                    <a:pt x="251" y="118"/>
                    <a:pt x="199" y="133"/>
                    <a:pt x="196" y="145"/>
                  </a:cubicBezTo>
                  <a:cubicBezTo>
                    <a:pt x="192" y="157"/>
                    <a:pt x="226" y="199"/>
                    <a:pt x="209" y="215"/>
                  </a:cubicBezTo>
                  <a:cubicBezTo>
                    <a:pt x="193" y="230"/>
                    <a:pt x="154" y="193"/>
                    <a:pt x="141" y="195"/>
                  </a:cubicBezTo>
                  <a:cubicBezTo>
                    <a:pt x="129" y="198"/>
                    <a:pt x="110" y="249"/>
                    <a:pt x="91" y="243"/>
                  </a:cubicBezTo>
                  <a:cubicBezTo>
                    <a:pt x="70" y="237"/>
                    <a:pt x="82" y="184"/>
                    <a:pt x="73" y="174"/>
                  </a:cubicBezTo>
                  <a:cubicBezTo>
                    <a:pt x="64" y="165"/>
                    <a:pt x="11" y="174"/>
                    <a:pt x="5" y="153"/>
                  </a:cubicBezTo>
                  <a:cubicBezTo>
                    <a:pt x="0" y="132"/>
                    <a:pt x="52" y="116"/>
                    <a:pt x="55" y="104"/>
                  </a:cubicBezTo>
                  <a:cubicBezTo>
                    <a:pt x="59" y="92"/>
                    <a:pt x="25" y="50"/>
                    <a:pt x="42" y="35"/>
                  </a:cubicBezTo>
                  <a:cubicBezTo>
                    <a:pt x="58" y="20"/>
                    <a:pt x="97" y="56"/>
                    <a:pt x="109" y="53"/>
                  </a:cubicBezTo>
                  <a:cubicBezTo>
                    <a:pt x="122" y="50"/>
                    <a:pt x="141" y="0"/>
                    <a:pt x="160" y="6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Freeform 11"/>
            <p:cNvSpPr>
              <a:spLocks/>
            </p:cNvSpPr>
            <p:nvPr/>
          </p:nvSpPr>
          <p:spPr bwMode="auto">
            <a:xfrm>
              <a:off x="6945025" y="3267858"/>
              <a:ext cx="958850" cy="936625"/>
            </a:xfrm>
            <a:custGeom>
              <a:avLst/>
              <a:gdLst>
                <a:gd name="T0" fmla="*/ 169 w 253"/>
                <a:gd name="T1" fmla="*/ 7 h 247"/>
                <a:gd name="T2" fmla="*/ 182 w 253"/>
                <a:gd name="T3" fmla="*/ 77 h 247"/>
                <a:gd name="T4" fmla="*/ 249 w 253"/>
                <a:gd name="T5" fmla="*/ 104 h 247"/>
                <a:gd name="T6" fmla="*/ 196 w 253"/>
                <a:gd name="T7" fmla="*/ 148 h 247"/>
                <a:gd name="T8" fmla="*/ 205 w 253"/>
                <a:gd name="T9" fmla="*/ 219 h 247"/>
                <a:gd name="T10" fmla="*/ 137 w 253"/>
                <a:gd name="T11" fmla="*/ 196 h 247"/>
                <a:gd name="T12" fmla="*/ 85 w 253"/>
                <a:gd name="T13" fmla="*/ 240 h 247"/>
                <a:gd name="T14" fmla="*/ 71 w 253"/>
                <a:gd name="T15" fmla="*/ 170 h 247"/>
                <a:gd name="T16" fmla="*/ 5 w 253"/>
                <a:gd name="T17" fmla="*/ 145 h 247"/>
                <a:gd name="T18" fmla="*/ 57 w 253"/>
                <a:gd name="T19" fmla="*/ 100 h 247"/>
                <a:gd name="T20" fmla="*/ 48 w 253"/>
                <a:gd name="T21" fmla="*/ 29 h 247"/>
                <a:gd name="T22" fmla="*/ 115 w 253"/>
                <a:gd name="T23" fmla="*/ 51 h 247"/>
                <a:gd name="T24" fmla="*/ 169 w 253"/>
                <a:gd name="T25" fmla="*/ 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7">
                  <a:moveTo>
                    <a:pt x="169" y="7"/>
                  </a:moveTo>
                  <a:cubicBezTo>
                    <a:pt x="189" y="15"/>
                    <a:pt x="174" y="67"/>
                    <a:pt x="182" y="77"/>
                  </a:cubicBezTo>
                  <a:cubicBezTo>
                    <a:pt x="191" y="87"/>
                    <a:pt x="245" y="82"/>
                    <a:pt x="249" y="104"/>
                  </a:cubicBezTo>
                  <a:cubicBezTo>
                    <a:pt x="253" y="124"/>
                    <a:pt x="200" y="136"/>
                    <a:pt x="196" y="148"/>
                  </a:cubicBezTo>
                  <a:cubicBezTo>
                    <a:pt x="191" y="160"/>
                    <a:pt x="223" y="204"/>
                    <a:pt x="205" y="219"/>
                  </a:cubicBezTo>
                  <a:cubicBezTo>
                    <a:pt x="187" y="233"/>
                    <a:pt x="150" y="193"/>
                    <a:pt x="137" y="196"/>
                  </a:cubicBezTo>
                  <a:cubicBezTo>
                    <a:pt x="125" y="198"/>
                    <a:pt x="104" y="247"/>
                    <a:pt x="85" y="240"/>
                  </a:cubicBezTo>
                  <a:cubicBezTo>
                    <a:pt x="65" y="233"/>
                    <a:pt x="79" y="180"/>
                    <a:pt x="71" y="170"/>
                  </a:cubicBezTo>
                  <a:cubicBezTo>
                    <a:pt x="63" y="160"/>
                    <a:pt x="9" y="166"/>
                    <a:pt x="5" y="145"/>
                  </a:cubicBezTo>
                  <a:cubicBezTo>
                    <a:pt x="0" y="124"/>
                    <a:pt x="53" y="111"/>
                    <a:pt x="57" y="100"/>
                  </a:cubicBezTo>
                  <a:cubicBezTo>
                    <a:pt x="61" y="87"/>
                    <a:pt x="30" y="43"/>
                    <a:pt x="48" y="29"/>
                  </a:cubicBezTo>
                  <a:cubicBezTo>
                    <a:pt x="65" y="15"/>
                    <a:pt x="102" y="54"/>
                    <a:pt x="115" y="51"/>
                  </a:cubicBezTo>
                  <a:cubicBezTo>
                    <a:pt x="127" y="49"/>
                    <a:pt x="149" y="0"/>
                    <a:pt x="169" y="7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3" name="Freeform 12"/>
            <p:cNvSpPr>
              <a:spLocks/>
            </p:cNvSpPr>
            <p:nvPr/>
          </p:nvSpPr>
          <p:spPr bwMode="auto">
            <a:xfrm>
              <a:off x="6945025" y="3271033"/>
              <a:ext cx="958850" cy="928688"/>
            </a:xfrm>
            <a:custGeom>
              <a:avLst/>
              <a:gdLst>
                <a:gd name="T0" fmla="*/ 176 w 253"/>
                <a:gd name="T1" fmla="*/ 8 h 245"/>
                <a:gd name="T2" fmla="*/ 185 w 253"/>
                <a:gd name="T3" fmla="*/ 79 h 245"/>
                <a:gd name="T4" fmla="*/ 251 w 253"/>
                <a:gd name="T5" fmla="*/ 110 h 245"/>
                <a:gd name="T6" fmla="*/ 195 w 253"/>
                <a:gd name="T7" fmla="*/ 151 h 245"/>
                <a:gd name="T8" fmla="*/ 200 w 253"/>
                <a:gd name="T9" fmla="*/ 223 h 245"/>
                <a:gd name="T10" fmla="*/ 133 w 253"/>
                <a:gd name="T11" fmla="*/ 196 h 245"/>
                <a:gd name="T12" fmla="*/ 78 w 253"/>
                <a:gd name="T13" fmla="*/ 238 h 245"/>
                <a:gd name="T14" fmla="*/ 67 w 253"/>
                <a:gd name="T15" fmla="*/ 166 h 245"/>
                <a:gd name="T16" fmla="*/ 3 w 253"/>
                <a:gd name="T17" fmla="*/ 138 h 245"/>
                <a:gd name="T18" fmla="*/ 58 w 253"/>
                <a:gd name="T19" fmla="*/ 95 h 245"/>
                <a:gd name="T20" fmla="*/ 54 w 253"/>
                <a:gd name="T21" fmla="*/ 22 h 245"/>
                <a:gd name="T22" fmla="*/ 119 w 253"/>
                <a:gd name="T23" fmla="*/ 49 h 245"/>
                <a:gd name="T24" fmla="*/ 176 w 253"/>
                <a:gd name="T25" fmla="*/ 8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5">
                  <a:moveTo>
                    <a:pt x="176" y="8"/>
                  </a:moveTo>
                  <a:cubicBezTo>
                    <a:pt x="196" y="17"/>
                    <a:pt x="178" y="68"/>
                    <a:pt x="185" y="79"/>
                  </a:cubicBezTo>
                  <a:cubicBezTo>
                    <a:pt x="193" y="90"/>
                    <a:pt x="248" y="88"/>
                    <a:pt x="251" y="110"/>
                  </a:cubicBezTo>
                  <a:cubicBezTo>
                    <a:pt x="253" y="130"/>
                    <a:pt x="199" y="139"/>
                    <a:pt x="195" y="151"/>
                  </a:cubicBezTo>
                  <a:cubicBezTo>
                    <a:pt x="190" y="163"/>
                    <a:pt x="219" y="210"/>
                    <a:pt x="200" y="223"/>
                  </a:cubicBezTo>
                  <a:cubicBezTo>
                    <a:pt x="181" y="237"/>
                    <a:pt x="146" y="194"/>
                    <a:pt x="133" y="196"/>
                  </a:cubicBezTo>
                  <a:cubicBezTo>
                    <a:pt x="121" y="197"/>
                    <a:pt x="97" y="245"/>
                    <a:pt x="78" y="238"/>
                  </a:cubicBezTo>
                  <a:cubicBezTo>
                    <a:pt x="58" y="229"/>
                    <a:pt x="75" y="177"/>
                    <a:pt x="67" y="166"/>
                  </a:cubicBezTo>
                  <a:cubicBezTo>
                    <a:pt x="60" y="155"/>
                    <a:pt x="6" y="159"/>
                    <a:pt x="3" y="138"/>
                  </a:cubicBezTo>
                  <a:cubicBezTo>
                    <a:pt x="0" y="117"/>
                    <a:pt x="53" y="106"/>
                    <a:pt x="58" y="95"/>
                  </a:cubicBezTo>
                  <a:cubicBezTo>
                    <a:pt x="63" y="82"/>
                    <a:pt x="34" y="36"/>
                    <a:pt x="54" y="22"/>
                  </a:cubicBezTo>
                  <a:cubicBezTo>
                    <a:pt x="72" y="9"/>
                    <a:pt x="106" y="51"/>
                    <a:pt x="119" y="49"/>
                  </a:cubicBezTo>
                  <a:cubicBezTo>
                    <a:pt x="131" y="48"/>
                    <a:pt x="156" y="0"/>
                    <a:pt x="176" y="8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4" name="Freeform 13"/>
            <p:cNvSpPr>
              <a:spLocks/>
            </p:cNvSpPr>
            <p:nvPr/>
          </p:nvSpPr>
          <p:spPr bwMode="auto">
            <a:xfrm>
              <a:off x="6940262" y="3271033"/>
              <a:ext cx="966788" cy="928688"/>
            </a:xfrm>
            <a:custGeom>
              <a:avLst/>
              <a:gdLst>
                <a:gd name="T0" fmla="*/ 184 w 255"/>
                <a:gd name="T1" fmla="*/ 10 h 245"/>
                <a:gd name="T2" fmla="*/ 190 w 255"/>
                <a:gd name="T3" fmla="*/ 82 h 245"/>
                <a:gd name="T4" fmla="*/ 254 w 255"/>
                <a:gd name="T5" fmla="*/ 117 h 245"/>
                <a:gd name="T6" fmla="*/ 195 w 255"/>
                <a:gd name="T7" fmla="*/ 155 h 245"/>
                <a:gd name="T8" fmla="*/ 195 w 255"/>
                <a:gd name="T9" fmla="*/ 229 h 245"/>
                <a:gd name="T10" fmla="*/ 130 w 255"/>
                <a:gd name="T11" fmla="*/ 197 h 245"/>
                <a:gd name="T12" fmla="*/ 72 w 255"/>
                <a:gd name="T13" fmla="*/ 236 h 245"/>
                <a:gd name="T14" fmla="*/ 65 w 255"/>
                <a:gd name="T15" fmla="*/ 162 h 245"/>
                <a:gd name="T16" fmla="*/ 2 w 255"/>
                <a:gd name="T17" fmla="*/ 131 h 245"/>
                <a:gd name="T18" fmla="*/ 60 w 255"/>
                <a:gd name="T19" fmla="*/ 91 h 245"/>
                <a:gd name="T20" fmla="*/ 60 w 255"/>
                <a:gd name="T21" fmla="*/ 17 h 245"/>
                <a:gd name="T22" fmla="*/ 124 w 255"/>
                <a:gd name="T23" fmla="*/ 48 h 245"/>
                <a:gd name="T24" fmla="*/ 184 w 255"/>
                <a:gd name="T25" fmla="*/ 1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5" h="245">
                  <a:moveTo>
                    <a:pt x="184" y="10"/>
                  </a:moveTo>
                  <a:cubicBezTo>
                    <a:pt x="204" y="20"/>
                    <a:pt x="182" y="71"/>
                    <a:pt x="190" y="82"/>
                  </a:cubicBezTo>
                  <a:cubicBezTo>
                    <a:pt x="197" y="94"/>
                    <a:pt x="252" y="95"/>
                    <a:pt x="254" y="117"/>
                  </a:cubicBezTo>
                  <a:cubicBezTo>
                    <a:pt x="255" y="137"/>
                    <a:pt x="200" y="144"/>
                    <a:pt x="195" y="155"/>
                  </a:cubicBezTo>
                  <a:cubicBezTo>
                    <a:pt x="189" y="167"/>
                    <a:pt x="216" y="216"/>
                    <a:pt x="195" y="229"/>
                  </a:cubicBezTo>
                  <a:cubicBezTo>
                    <a:pt x="176" y="241"/>
                    <a:pt x="143" y="196"/>
                    <a:pt x="130" y="197"/>
                  </a:cubicBezTo>
                  <a:cubicBezTo>
                    <a:pt x="118" y="197"/>
                    <a:pt x="91" y="245"/>
                    <a:pt x="72" y="236"/>
                  </a:cubicBezTo>
                  <a:cubicBezTo>
                    <a:pt x="52" y="226"/>
                    <a:pt x="73" y="174"/>
                    <a:pt x="65" y="162"/>
                  </a:cubicBezTo>
                  <a:cubicBezTo>
                    <a:pt x="58" y="152"/>
                    <a:pt x="3" y="152"/>
                    <a:pt x="2" y="131"/>
                  </a:cubicBezTo>
                  <a:cubicBezTo>
                    <a:pt x="0" y="110"/>
                    <a:pt x="55" y="103"/>
                    <a:pt x="60" y="91"/>
                  </a:cubicBezTo>
                  <a:cubicBezTo>
                    <a:pt x="66" y="79"/>
                    <a:pt x="39" y="30"/>
                    <a:pt x="60" y="17"/>
                  </a:cubicBezTo>
                  <a:cubicBezTo>
                    <a:pt x="79" y="5"/>
                    <a:pt x="111" y="49"/>
                    <a:pt x="124" y="48"/>
                  </a:cubicBezTo>
                  <a:cubicBezTo>
                    <a:pt x="137" y="48"/>
                    <a:pt x="165" y="0"/>
                    <a:pt x="184" y="10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Freeform 14"/>
            <p:cNvSpPr>
              <a:spLocks/>
            </p:cNvSpPr>
            <p:nvPr/>
          </p:nvSpPr>
          <p:spPr bwMode="auto">
            <a:xfrm>
              <a:off x="6940262" y="3271033"/>
              <a:ext cx="971550" cy="933450"/>
            </a:xfrm>
            <a:custGeom>
              <a:avLst/>
              <a:gdLst>
                <a:gd name="T0" fmla="*/ 0 w 256"/>
                <a:gd name="T1" fmla="*/ 124 h 246"/>
                <a:gd name="T2" fmla="*/ 61 w 256"/>
                <a:gd name="T3" fmla="*/ 88 h 246"/>
                <a:gd name="T4" fmla="*/ 65 w 256"/>
                <a:gd name="T5" fmla="*/ 11 h 246"/>
                <a:gd name="T6" fmla="*/ 128 w 256"/>
                <a:gd name="T7" fmla="*/ 47 h 246"/>
                <a:gd name="T8" fmla="*/ 191 w 256"/>
                <a:gd name="T9" fmla="*/ 12 h 246"/>
                <a:gd name="T10" fmla="*/ 193 w 256"/>
                <a:gd name="T11" fmla="*/ 86 h 246"/>
                <a:gd name="T12" fmla="*/ 255 w 256"/>
                <a:gd name="T13" fmla="*/ 124 h 246"/>
                <a:gd name="T14" fmla="*/ 194 w 256"/>
                <a:gd name="T15" fmla="*/ 159 h 246"/>
                <a:gd name="T16" fmla="*/ 190 w 256"/>
                <a:gd name="T17" fmla="*/ 234 h 246"/>
                <a:gd name="T18" fmla="*/ 125 w 256"/>
                <a:gd name="T19" fmla="*/ 198 h 246"/>
                <a:gd name="T20" fmla="*/ 65 w 256"/>
                <a:gd name="T21" fmla="*/ 234 h 246"/>
                <a:gd name="T22" fmla="*/ 62 w 256"/>
                <a:gd name="T23" fmla="*/ 159 h 246"/>
                <a:gd name="T24" fmla="*/ 0 w 256"/>
                <a:gd name="T25" fmla="*/ 124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6" h="246">
                  <a:moveTo>
                    <a:pt x="0" y="124"/>
                  </a:moveTo>
                  <a:cubicBezTo>
                    <a:pt x="0" y="103"/>
                    <a:pt x="55" y="99"/>
                    <a:pt x="61" y="88"/>
                  </a:cubicBezTo>
                  <a:cubicBezTo>
                    <a:pt x="67" y="75"/>
                    <a:pt x="43" y="24"/>
                    <a:pt x="65" y="11"/>
                  </a:cubicBezTo>
                  <a:cubicBezTo>
                    <a:pt x="85" y="0"/>
                    <a:pt x="115" y="47"/>
                    <a:pt x="128" y="47"/>
                  </a:cubicBezTo>
                  <a:cubicBezTo>
                    <a:pt x="141" y="47"/>
                    <a:pt x="172" y="1"/>
                    <a:pt x="191" y="12"/>
                  </a:cubicBezTo>
                  <a:cubicBezTo>
                    <a:pt x="211" y="23"/>
                    <a:pt x="186" y="73"/>
                    <a:pt x="193" y="86"/>
                  </a:cubicBezTo>
                  <a:cubicBezTo>
                    <a:pt x="200" y="98"/>
                    <a:pt x="256" y="102"/>
                    <a:pt x="255" y="124"/>
                  </a:cubicBezTo>
                  <a:cubicBezTo>
                    <a:pt x="255" y="145"/>
                    <a:pt x="200" y="148"/>
                    <a:pt x="194" y="159"/>
                  </a:cubicBezTo>
                  <a:cubicBezTo>
                    <a:pt x="187" y="171"/>
                    <a:pt x="212" y="222"/>
                    <a:pt x="190" y="234"/>
                  </a:cubicBezTo>
                  <a:cubicBezTo>
                    <a:pt x="169" y="246"/>
                    <a:pt x="139" y="198"/>
                    <a:pt x="125" y="198"/>
                  </a:cubicBezTo>
                  <a:cubicBezTo>
                    <a:pt x="113" y="197"/>
                    <a:pt x="83" y="244"/>
                    <a:pt x="65" y="234"/>
                  </a:cubicBezTo>
                  <a:cubicBezTo>
                    <a:pt x="46" y="223"/>
                    <a:pt x="69" y="172"/>
                    <a:pt x="62" y="159"/>
                  </a:cubicBezTo>
                  <a:cubicBezTo>
                    <a:pt x="55" y="148"/>
                    <a:pt x="0" y="145"/>
                    <a:pt x="0" y="124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7862283" y="301903"/>
            <a:ext cx="4342716" cy="4321430"/>
            <a:chOff x="6940262" y="3251983"/>
            <a:chExt cx="971550" cy="966788"/>
          </a:xfrm>
        </p:grpSpPr>
        <p:sp>
          <p:nvSpPr>
            <p:cNvPr id="52" name="Freeform 5"/>
            <p:cNvSpPr>
              <a:spLocks/>
            </p:cNvSpPr>
            <p:nvPr/>
          </p:nvSpPr>
          <p:spPr bwMode="auto">
            <a:xfrm>
              <a:off x="6959312" y="3251983"/>
              <a:ext cx="928688" cy="966788"/>
            </a:xfrm>
            <a:custGeom>
              <a:avLst/>
              <a:gdLst>
                <a:gd name="T0" fmla="*/ 121 w 245"/>
                <a:gd name="T1" fmla="*/ 0 h 255"/>
                <a:gd name="T2" fmla="*/ 158 w 245"/>
                <a:gd name="T3" fmla="*/ 61 h 255"/>
                <a:gd name="T4" fmla="*/ 234 w 245"/>
                <a:gd name="T5" fmla="*/ 65 h 255"/>
                <a:gd name="T6" fmla="*/ 198 w 245"/>
                <a:gd name="T7" fmla="*/ 128 h 255"/>
                <a:gd name="T8" fmla="*/ 233 w 245"/>
                <a:gd name="T9" fmla="*/ 191 h 255"/>
                <a:gd name="T10" fmla="*/ 160 w 245"/>
                <a:gd name="T11" fmla="*/ 193 h 255"/>
                <a:gd name="T12" fmla="*/ 122 w 245"/>
                <a:gd name="T13" fmla="*/ 255 h 255"/>
                <a:gd name="T14" fmla="*/ 87 w 245"/>
                <a:gd name="T15" fmla="*/ 193 h 255"/>
                <a:gd name="T16" fmla="*/ 11 w 245"/>
                <a:gd name="T17" fmla="*/ 190 h 255"/>
                <a:gd name="T18" fmla="*/ 47 w 245"/>
                <a:gd name="T19" fmla="*/ 125 h 255"/>
                <a:gd name="T20" fmla="*/ 11 w 245"/>
                <a:gd name="T21" fmla="*/ 65 h 255"/>
                <a:gd name="T22" fmla="*/ 86 w 245"/>
                <a:gd name="T23" fmla="*/ 62 h 255"/>
                <a:gd name="T24" fmla="*/ 121 w 245"/>
                <a:gd name="T25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5" h="255">
                  <a:moveTo>
                    <a:pt x="121" y="0"/>
                  </a:moveTo>
                  <a:cubicBezTo>
                    <a:pt x="142" y="0"/>
                    <a:pt x="147" y="55"/>
                    <a:pt x="158" y="61"/>
                  </a:cubicBezTo>
                  <a:cubicBezTo>
                    <a:pt x="170" y="67"/>
                    <a:pt x="222" y="43"/>
                    <a:pt x="234" y="65"/>
                  </a:cubicBezTo>
                  <a:cubicBezTo>
                    <a:pt x="245" y="85"/>
                    <a:pt x="198" y="115"/>
                    <a:pt x="198" y="128"/>
                  </a:cubicBezTo>
                  <a:cubicBezTo>
                    <a:pt x="198" y="141"/>
                    <a:pt x="244" y="172"/>
                    <a:pt x="233" y="191"/>
                  </a:cubicBezTo>
                  <a:cubicBezTo>
                    <a:pt x="222" y="211"/>
                    <a:pt x="172" y="186"/>
                    <a:pt x="160" y="193"/>
                  </a:cubicBezTo>
                  <a:cubicBezTo>
                    <a:pt x="148" y="200"/>
                    <a:pt x="143" y="255"/>
                    <a:pt x="122" y="255"/>
                  </a:cubicBezTo>
                  <a:cubicBezTo>
                    <a:pt x="101" y="255"/>
                    <a:pt x="98" y="199"/>
                    <a:pt x="87" y="193"/>
                  </a:cubicBezTo>
                  <a:cubicBezTo>
                    <a:pt x="75" y="187"/>
                    <a:pt x="24" y="212"/>
                    <a:pt x="11" y="190"/>
                  </a:cubicBezTo>
                  <a:cubicBezTo>
                    <a:pt x="0" y="169"/>
                    <a:pt x="47" y="138"/>
                    <a:pt x="47" y="125"/>
                  </a:cubicBezTo>
                  <a:cubicBezTo>
                    <a:pt x="48" y="113"/>
                    <a:pt x="1" y="83"/>
                    <a:pt x="11" y="65"/>
                  </a:cubicBezTo>
                  <a:cubicBezTo>
                    <a:pt x="23" y="45"/>
                    <a:pt x="73" y="69"/>
                    <a:pt x="86" y="62"/>
                  </a:cubicBezTo>
                  <a:cubicBezTo>
                    <a:pt x="97" y="55"/>
                    <a:pt x="100" y="0"/>
                    <a:pt x="121" y="0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3" name="Freeform 6"/>
            <p:cNvSpPr>
              <a:spLocks/>
            </p:cNvSpPr>
            <p:nvPr/>
          </p:nvSpPr>
          <p:spPr bwMode="auto">
            <a:xfrm>
              <a:off x="6956137" y="3256746"/>
              <a:ext cx="936625" cy="962025"/>
            </a:xfrm>
            <a:custGeom>
              <a:avLst/>
              <a:gdLst>
                <a:gd name="T0" fmla="*/ 129 w 247"/>
                <a:gd name="T1" fmla="*/ 1 h 254"/>
                <a:gd name="T2" fmla="*/ 162 w 247"/>
                <a:gd name="T3" fmla="*/ 63 h 254"/>
                <a:gd name="T4" fmla="*/ 237 w 247"/>
                <a:gd name="T5" fmla="*/ 71 h 254"/>
                <a:gd name="T6" fmla="*/ 198 w 247"/>
                <a:gd name="T7" fmla="*/ 131 h 254"/>
                <a:gd name="T8" fmla="*/ 229 w 247"/>
                <a:gd name="T9" fmla="*/ 196 h 254"/>
                <a:gd name="T10" fmla="*/ 156 w 247"/>
                <a:gd name="T11" fmla="*/ 193 h 254"/>
                <a:gd name="T12" fmla="*/ 116 w 247"/>
                <a:gd name="T13" fmla="*/ 252 h 254"/>
                <a:gd name="T14" fmla="*/ 84 w 247"/>
                <a:gd name="T15" fmla="*/ 189 h 254"/>
                <a:gd name="T16" fmla="*/ 11 w 247"/>
                <a:gd name="T17" fmla="*/ 182 h 254"/>
                <a:gd name="T18" fmla="*/ 49 w 247"/>
                <a:gd name="T19" fmla="*/ 121 h 254"/>
                <a:gd name="T20" fmla="*/ 18 w 247"/>
                <a:gd name="T21" fmla="*/ 59 h 254"/>
                <a:gd name="T22" fmla="*/ 91 w 247"/>
                <a:gd name="T23" fmla="*/ 60 h 254"/>
                <a:gd name="T24" fmla="*/ 129 w 247"/>
                <a:gd name="T25" fmla="*/ 1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4">
                  <a:moveTo>
                    <a:pt x="129" y="1"/>
                  </a:moveTo>
                  <a:cubicBezTo>
                    <a:pt x="150" y="2"/>
                    <a:pt x="151" y="57"/>
                    <a:pt x="162" y="63"/>
                  </a:cubicBezTo>
                  <a:cubicBezTo>
                    <a:pt x="174" y="70"/>
                    <a:pt x="226" y="49"/>
                    <a:pt x="237" y="71"/>
                  </a:cubicBezTo>
                  <a:cubicBezTo>
                    <a:pt x="247" y="91"/>
                    <a:pt x="199" y="118"/>
                    <a:pt x="198" y="131"/>
                  </a:cubicBezTo>
                  <a:cubicBezTo>
                    <a:pt x="197" y="144"/>
                    <a:pt x="241" y="177"/>
                    <a:pt x="229" y="196"/>
                  </a:cubicBezTo>
                  <a:cubicBezTo>
                    <a:pt x="217" y="214"/>
                    <a:pt x="169" y="187"/>
                    <a:pt x="156" y="193"/>
                  </a:cubicBezTo>
                  <a:cubicBezTo>
                    <a:pt x="144" y="199"/>
                    <a:pt x="137" y="254"/>
                    <a:pt x="116" y="252"/>
                  </a:cubicBezTo>
                  <a:cubicBezTo>
                    <a:pt x="95" y="251"/>
                    <a:pt x="95" y="196"/>
                    <a:pt x="84" y="189"/>
                  </a:cubicBezTo>
                  <a:cubicBezTo>
                    <a:pt x="73" y="182"/>
                    <a:pt x="21" y="204"/>
                    <a:pt x="11" y="182"/>
                  </a:cubicBezTo>
                  <a:cubicBezTo>
                    <a:pt x="0" y="161"/>
                    <a:pt x="48" y="134"/>
                    <a:pt x="49" y="121"/>
                  </a:cubicBezTo>
                  <a:cubicBezTo>
                    <a:pt x="50" y="108"/>
                    <a:pt x="7" y="76"/>
                    <a:pt x="18" y="59"/>
                  </a:cubicBezTo>
                  <a:cubicBezTo>
                    <a:pt x="30" y="40"/>
                    <a:pt x="78" y="66"/>
                    <a:pt x="91" y="60"/>
                  </a:cubicBezTo>
                  <a:cubicBezTo>
                    <a:pt x="103" y="54"/>
                    <a:pt x="109" y="0"/>
                    <a:pt x="129" y="1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4" name="Freeform 7"/>
            <p:cNvSpPr>
              <a:spLocks/>
            </p:cNvSpPr>
            <p:nvPr/>
          </p:nvSpPr>
          <p:spPr bwMode="auto">
            <a:xfrm>
              <a:off x="6956137" y="3259921"/>
              <a:ext cx="936625" cy="955675"/>
            </a:xfrm>
            <a:custGeom>
              <a:avLst/>
              <a:gdLst>
                <a:gd name="T0" fmla="*/ 137 w 247"/>
                <a:gd name="T1" fmla="*/ 2 h 252"/>
                <a:gd name="T2" fmla="*/ 165 w 247"/>
                <a:gd name="T3" fmla="*/ 65 h 252"/>
                <a:gd name="T4" fmla="*/ 239 w 247"/>
                <a:gd name="T5" fmla="*/ 77 h 252"/>
                <a:gd name="T6" fmla="*/ 197 w 247"/>
                <a:gd name="T7" fmla="*/ 134 h 252"/>
                <a:gd name="T8" fmla="*/ 224 w 247"/>
                <a:gd name="T9" fmla="*/ 200 h 252"/>
                <a:gd name="T10" fmla="*/ 152 w 247"/>
                <a:gd name="T11" fmla="*/ 193 h 252"/>
                <a:gd name="T12" fmla="*/ 109 w 247"/>
                <a:gd name="T13" fmla="*/ 250 h 252"/>
                <a:gd name="T14" fmla="*/ 81 w 247"/>
                <a:gd name="T15" fmla="*/ 185 h 252"/>
                <a:gd name="T16" fmla="*/ 9 w 247"/>
                <a:gd name="T17" fmla="*/ 174 h 252"/>
                <a:gd name="T18" fmla="*/ 50 w 247"/>
                <a:gd name="T19" fmla="*/ 116 h 252"/>
                <a:gd name="T20" fmla="*/ 23 w 247"/>
                <a:gd name="T21" fmla="*/ 52 h 252"/>
                <a:gd name="T22" fmla="*/ 95 w 247"/>
                <a:gd name="T23" fmla="*/ 58 h 252"/>
                <a:gd name="T24" fmla="*/ 137 w 247"/>
                <a:gd name="T25" fmla="*/ 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2">
                  <a:moveTo>
                    <a:pt x="137" y="2"/>
                  </a:moveTo>
                  <a:cubicBezTo>
                    <a:pt x="157" y="4"/>
                    <a:pt x="155" y="58"/>
                    <a:pt x="165" y="65"/>
                  </a:cubicBezTo>
                  <a:cubicBezTo>
                    <a:pt x="177" y="73"/>
                    <a:pt x="229" y="55"/>
                    <a:pt x="239" y="77"/>
                  </a:cubicBezTo>
                  <a:cubicBezTo>
                    <a:pt x="247" y="98"/>
                    <a:pt x="198" y="121"/>
                    <a:pt x="197" y="134"/>
                  </a:cubicBezTo>
                  <a:cubicBezTo>
                    <a:pt x="196" y="147"/>
                    <a:pt x="237" y="182"/>
                    <a:pt x="224" y="200"/>
                  </a:cubicBezTo>
                  <a:cubicBezTo>
                    <a:pt x="210" y="217"/>
                    <a:pt x="164" y="188"/>
                    <a:pt x="152" y="193"/>
                  </a:cubicBezTo>
                  <a:cubicBezTo>
                    <a:pt x="140" y="198"/>
                    <a:pt x="130" y="252"/>
                    <a:pt x="109" y="250"/>
                  </a:cubicBezTo>
                  <a:cubicBezTo>
                    <a:pt x="88" y="247"/>
                    <a:pt x="91" y="192"/>
                    <a:pt x="81" y="185"/>
                  </a:cubicBezTo>
                  <a:cubicBezTo>
                    <a:pt x="70" y="177"/>
                    <a:pt x="18" y="196"/>
                    <a:pt x="9" y="174"/>
                  </a:cubicBezTo>
                  <a:cubicBezTo>
                    <a:pt x="0" y="153"/>
                    <a:pt x="49" y="129"/>
                    <a:pt x="50" y="116"/>
                  </a:cubicBezTo>
                  <a:cubicBezTo>
                    <a:pt x="52" y="104"/>
                    <a:pt x="11" y="69"/>
                    <a:pt x="23" y="52"/>
                  </a:cubicBezTo>
                  <a:cubicBezTo>
                    <a:pt x="37" y="35"/>
                    <a:pt x="83" y="63"/>
                    <a:pt x="95" y="58"/>
                  </a:cubicBezTo>
                  <a:cubicBezTo>
                    <a:pt x="107" y="53"/>
                    <a:pt x="116" y="0"/>
                    <a:pt x="137" y="2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5" name="Freeform 8"/>
            <p:cNvSpPr>
              <a:spLocks/>
            </p:cNvSpPr>
            <p:nvPr/>
          </p:nvSpPr>
          <p:spPr bwMode="auto">
            <a:xfrm>
              <a:off x="6951375" y="3259921"/>
              <a:ext cx="944563" cy="950913"/>
            </a:xfrm>
            <a:custGeom>
              <a:avLst/>
              <a:gdLst>
                <a:gd name="T0" fmla="*/ 145 w 249"/>
                <a:gd name="T1" fmla="*/ 4 h 251"/>
                <a:gd name="T2" fmla="*/ 170 w 249"/>
                <a:gd name="T3" fmla="*/ 69 h 251"/>
                <a:gd name="T4" fmla="*/ 242 w 249"/>
                <a:gd name="T5" fmla="*/ 84 h 251"/>
                <a:gd name="T6" fmla="*/ 197 w 249"/>
                <a:gd name="T7" fmla="*/ 138 h 251"/>
                <a:gd name="T8" fmla="*/ 219 w 249"/>
                <a:gd name="T9" fmla="*/ 205 h 251"/>
                <a:gd name="T10" fmla="*/ 148 w 249"/>
                <a:gd name="T11" fmla="*/ 194 h 251"/>
                <a:gd name="T12" fmla="*/ 103 w 249"/>
                <a:gd name="T13" fmla="*/ 248 h 251"/>
                <a:gd name="T14" fmla="*/ 79 w 249"/>
                <a:gd name="T15" fmla="*/ 182 h 251"/>
                <a:gd name="T16" fmla="*/ 8 w 249"/>
                <a:gd name="T17" fmla="*/ 168 h 251"/>
                <a:gd name="T18" fmla="*/ 52 w 249"/>
                <a:gd name="T19" fmla="*/ 112 h 251"/>
                <a:gd name="T20" fmla="*/ 30 w 249"/>
                <a:gd name="T21" fmla="*/ 47 h 251"/>
                <a:gd name="T22" fmla="*/ 100 w 249"/>
                <a:gd name="T23" fmla="*/ 56 h 251"/>
                <a:gd name="T24" fmla="*/ 145 w 249"/>
                <a:gd name="T25" fmla="*/ 4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9" h="251">
                  <a:moveTo>
                    <a:pt x="145" y="4"/>
                  </a:moveTo>
                  <a:cubicBezTo>
                    <a:pt x="165" y="7"/>
                    <a:pt x="160" y="61"/>
                    <a:pt x="170" y="69"/>
                  </a:cubicBezTo>
                  <a:cubicBezTo>
                    <a:pt x="180" y="77"/>
                    <a:pt x="233" y="62"/>
                    <a:pt x="242" y="84"/>
                  </a:cubicBezTo>
                  <a:cubicBezTo>
                    <a:pt x="249" y="105"/>
                    <a:pt x="199" y="126"/>
                    <a:pt x="197" y="138"/>
                  </a:cubicBezTo>
                  <a:cubicBezTo>
                    <a:pt x="195" y="150"/>
                    <a:pt x="234" y="188"/>
                    <a:pt x="219" y="205"/>
                  </a:cubicBezTo>
                  <a:cubicBezTo>
                    <a:pt x="205" y="222"/>
                    <a:pt x="161" y="190"/>
                    <a:pt x="148" y="194"/>
                  </a:cubicBezTo>
                  <a:cubicBezTo>
                    <a:pt x="137" y="199"/>
                    <a:pt x="124" y="251"/>
                    <a:pt x="103" y="248"/>
                  </a:cubicBezTo>
                  <a:cubicBezTo>
                    <a:pt x="83" y="244"/>
                    <a:pt x="88" y="190"/>
                    <a:pt x="79" y="182"/>
                  </a:cubicBezTo>
                  <a:cubicBezTo>
                    <a:pt x="69" y="173"/>
                    <a:pt x="16" y="189"/>
                    <a:pt x="8" y="168"/>
                  </a:cubicBezTo>
                  <a:cubicBezTo>
                    <a:pt x="0" y="147"/>
                    <a:pt x="50" y="125"/>
                    <a:pt x="52" y="112"/>
                  </a:cubicBezTo>
                  <a:cubicBezTo>
                    <a:pt x="55" y="100"/>
                    <a:pt x="16" y="63"/>
                    <a:pt x="30" y="47"/>
                  </a:cubicBezTo>
                  <a:cubicBezTo>
                    <a:pt x="44" y="30"/>
                    <a:pt x="88" y="61"/>
                    <a:pt x="100" y="56"/>
                  </a:cubicBezTo>
                  <a:cubicBezTo>
                    <a:pt x="112" y="52"/>
                    <a:pt x="125" y="0"/>
                    <a:pt x="145" y="4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6" name="Freeform 9"/>
            <p:cNvSpPr>
              <a:spLocks/>
            </p:cNvSpPr>
            <p:nvPr/>
          </p:nvSpPr>
          <p:spPr bwMode="auto">
            <a:xfrm>
              <a:off x="6948200" y="3263096"/>
              <a:ext cx="950913" cy="947738"/>
            </a:xfrm>
            <a:custGeom>
              <a:avLst/>
              <a:gdLst>
                <a:gd name="T0" fmla="*/ 153 w 251"/>
                <a:gd name="T1" fmla="*/ 5 h 250"/>
                <a:gd name="T2" fmla="*/ 174 w 251"/>
                <a:gd name="T3" fmla="*/ 71 h 250"/>
                <a:gd name="T4" fmla="*/ 244 w 251"/>
                <a:gd name="T5" fmla="*/ 90 h 250"/>
                <a:gd name="T6" fmla="*/ 197 w 251"/>
                <a:gd name="T7" fmla="*/ 141 h 250"/>
                <a:gd name="T8" fmla="*/ 215 w 251"/>
                <a:gd name="T9" fmla="*/ 209 h 250"/>
                <a:gd name="T10" fmla="*/ 145 w 251"/>
                <a:gd name="T11" fmla="*/ 194 h 250"/>
                <a:gd name="T12" fmla="*/ 97 w 251"/>
                <a:gd name="T13" fmla="*/ 245 h 250"/>
                <a:gd name="T14" fmla="*/ 76 w 251"/>
                <a:gd name="T15" fmla="*/ 177 h 250"/>
                <a:gd name="T16" fmla="*/ 7 w 251"/>
                <a:gd name="T17" fmla="*/ 160 h 250"/>
                <a:gd name="T18" fmla="*/ 54 w 251"/>
                <a:gd name="T19" fmla="*/ 108 h 250"/>
                <a:gd name="T20" fmla="*/ 36 w 251"/>
                <a:gd name="T21" fmla="*/ 40 h 250"/>
                <a:gd name="T22" fmla="*/ 105 w 251"/>
                <a:gd name="T23" fmla="*/ 54 h 250"/>
                <a:gd name="T24" fmla="*/ 153 w 251"/>
                <a:gd name="T25" fmla="*/ 5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50">
                  <a:moveTo>
                    <a:pt x="153" y="5"/>
                  </a:moveTo>
                  <a:cubicBezTo>
                    <a:pt x="173" y="9"/>
                    <a:pt x="165" y="62"/>
                    <a:pt x="174" y="71"/>
                  </a:cubicBezTo>
                  <a:cubicBezTo>
                    <a:pt x="184" y="80"/>
                    <a:pt x="238" y="68"/>
                    <a:pt x="244" y="90"/>
                  </a:cubicBezTo>
                  <a:cubicBezTo>
                    <a:pt x="251" y="111"/>
                    <a:pt x="200" y="129"/>
                    <a:pt x="197" y="141"/>
                  </a:cubicBezTo>
                  <a:cubicBezTo>
                    <a:pt x="194" y="153"/>
                    <a:pt x="231" y="193"/>
                    <a:pt x="215" y="209"/>
                  </a:cubicBezTo>
                  <a:cubicBezTo>
                    <a:pt x="199" y="225"/>
                    <a:pt x="158" y="191"/>
                    <a:pt x="145" y="194"/>
                  </a:cubicBezTo>
                  <a:cubicBezTo>
                    <a:pt x="133" y="198"/>
                    <a:pt x="117" y="250"/>
                    <a:pt x="97" y="245"/>
                  </a:cubicBezTo>
                  <a:cubicBezTo>
                    <a:pt x="77" y="240"/>
                    <a:pt x="86" y="186"/>
                    <a:pt x="76" y="177"/>
                  </a:cubicBezTo>
                  <a:cubicBezTo>
                    <a:pt x="67" y="169"/>
                    <a:pt x="14" y="181"/>
                    <a:pt x="7" y="160"/>
                  </a:cubicBezTo>
                  <a:cubicBezTo>
                    <a:pt x="0" y="139"/>
                    <a:pt x="51" y="120"/>
                    <a:pt x="54" y="108"/>
                  </a:cubicBezTo>
                  <a:cubicBezTo>
                    <a:pt x="57" y="95"/>
                    <a:pt x="21" y="56"/>
                    <a:pt x="36" y="40"/>
                  </a:cubicBezTo>
                  <a:cubicBezTo>
                    <a:pt x="51" y="25"/>
                    <a:pt x="93" y="58"/>
                    <a:pt x="105" y="54"/>
                  </a:cubicBezTo>
                  <a:cubicBezTo>
                    <a:pt x="117" y="51"/>
                    <a:pt x="133" y="0"/>
                    <a:pt x="153" y="5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7" name="Freeform 10"/>
            <p:cNvSpPr>
              <a:spLocks/>
            </p:cNvSpPr>
            <p:nvPr/>
          </p:nvSpPr>
          <p:spPr bwMode="auto">
            <a:xfrm>
              <a:off x="6948200" y="3263096"/>
              <a:ext cx="950913" cy="944563"/>
            </a:xfrm>
            <a:custGeom>
              <a:avLst/>
              <a:gdLst>
                <a:gd name="T0" fmla="*/ 160 w 251"/>
                <a:gd name="T1" fmla="*/ 6 h 249"/>
                <a:gd name="T2" fmla="*/ 178 w 251"/>
                <a:gd name="T3" fmla="*/ 74 h 249"/>
                <a:gd name="T4" fmla="*/ 246 w 251"/>
                <a:gd name="T5" fmla="*/ 97 h 249"/>
                <a:gd name="T6" fmla="*/ 196 w 251"/>
                <a:gd name="T7" fmla="*/ 145 h 249"/>
                <a:gd name="T8" fmla="*/ 209 w 251"/>
                <a:gd name="T9" fmla="*/ 215 h 249"/>
                <a:gd name="T10" fmla="*/ 141 w 251"/>
                <a:gd name="T11" fmla="*/ 195 h 249"/>
                <a:gd name="T12" fmla="*/ 91 w 251"/>
                <a:gd name="T13" fmla="*/ 243 h 249"/>
                <a:gd name="T14" fmla="*/ 73 w 251"/>
                <a:gd name="T15" fmla="*/ 174 h 249"/>
                <a:gd name="T16" fmla="*/ 5 w 251"/>
                <a:gd name="T17" fmla="*/ 153 h 249"/>
                <a:gd name="T18" fmla="*/ 55 w 251"/>
                <a:gd name="T19" fmla="*/ 104 h 249"/>
                <a:gd name="T20" fmla="*/ 42 w 251"/>
                <a:gd name="T21" fmla="*/ 35 h 249"/>
                <a:gd name="T22" fmla="*/ 109 w 251"/>
                <a:gd name="T23" fmla="*/ 53 h 249"/>
                <a:gd name="T24" fmla="*/ 160 w 251"/>
                <a:gd name="T25" fmla="*/ 6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49">
                  <a:moveTo>
                    <a:pt x="160" y="6"/>
                  </a:moveTo>
                  <a:cubicBezTo>
                    <a:pt x="181" y="12"/>
                    <a:pt x="169" y="65"/>
                    <a:pt x="178" y="74"/>
                  </a:cubicBezTo>
                  <a:cubicBezTo>
                    <a:pt x="187" y="84"/>
                    <a:pt x="241" y="76"/>
                    <a:pt x="246" y="97"/>
                  </a:cubicBezTo>
                  <a:cubicBezTo>
                    <a:pt x="251" y="118"/>
                    <a:pt x="199" y="133"/>
                    <a:pt x="196" y="145"/>
                  </a:cubicBezTo>
                  <a:cubicBezTo>
                    <a:pt x="192" y="157"/>
                    <a:pt x="226" y="199"/>
                    <a:pt x="209" y="215"/>
                  </a:cubicBezTo>
                  <a:cubicBezTo>
                    <a:pt x="193" y="230"/>
                    <a:pt x="154" y="193"/>
                    <a:pt x="141" y="195"/>
                  </a:cubicBezTo>
                  <a:cubicBezTo>
                    <a:pt x="129" y="198"/>
                    <a:pt x="110" y="249"/>
                    <a:pt x="91" y="243"/>
                  </a:cubicBezTo>
                  <a:cubicBezTo>
                    <a:pt x="70" y="237"/>
                    <a:pt x="82" y="184"/>
                    <a:pt x="73" y="174"/>
                  </a:cubicBezTo>
                  <a:cubicBezTo>
                    <a:pt x="64" y="165"/>
                    <a:pt x="11" y="174"/>
                    <a:pt x="5" y="153"/>
                  </a:cubicBezTo>
                  <a:cubicBezTo>
                    <a:pt x="0" y="132"/>
                    <a:pt x="52" y="116"/>
                    <a:pt x="55" y="104"/>
                  </a:cubicBezTo>
                  <a:cubicBezTo>
                    <a:pt x="59" y="92"/>
                    <a:pt x="25" y="50"/>
                    <a:pt x="42" y="35"/>
                  </a:cubicBezTo>
                  <a:cubicBezTo>
                    <a:pt x="58" y="20"/>
                    <a:pt x="97" y="56"/>
                    <a:pt x="109" y="53"/>
                  </a:cubicBezTo>
                  <a:cubicBezTo>
                    <a:pt x="122" y="50"/>
                    <a:pt x="141" y="0"/>
                    <a:pt x="160" y="6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3" name="Freeform 11"/>
            <p:cNvSpPr>
              <a:spLocks/>
            </p:cNvSpPr>
            <p:nvPr/>
          </p:nvSpPr>
          <p:spPr bwMode="auto">
            <a:xfrm>
              <a:off x="6945025" y="3267858"/>
              <a:ext cx="958850" cy="936625"/>
            </a:xfrm>
            <a:custGeom>
              <a:avLst/>
              <a:gdLst>
                <a:gd name="T0" fmla="*/ 169 w 253"/>
                <a:gd name="T1" fmla="*/ 7 h 247"/>
                <a:gd name="T2" fmla="*/ 182 w 253"/>
                <a:gd name="T3" fmla="*/ 77 h 247"/>
                <a:gd name="T4" fmla="*/ 249 w 253"/>
                <a:gd name="T5" fmla="*/ 104 h 247"/>
                <a:gd name="T6" fmla="*/ 196 w 253"/>
                <a:gd name="T7" fmla="*/ 148 h 247"/>
                <a:gd name="T8" fmla="*/ 205 w 253"/>
                <a:gd name="T9" fmla="*/ 219 h 247"/>
                <a:gd name="T10" fmla="*/ 137 w 253"/>
                <a:gd name="T11" fmla="*/ 196 h 247"/>
                <a:gd name="T12" fmla="*/ 85 w 253"/>
                <a:gd name="T13" fmla="*/ 240 h 247"/>
                <a:gd name="T14" fmla="*/ 71 w 253"/>
                <a:gd name="T15" fmla="*/ 170 h 247"/>
                <a:gd name="T16" fmla="*/ 5 w 253"/>
                <a:gd name="T17" fmla="*/ 145 h 247"/>
                <a:gd name="T18" fmla="*/ 57 w 253"/>
                <a:gd name="T19" fmla="*/ 100 h 247"/>
                <a:gd name="T20" fmla="*/ 48 w 253"/>
                <a:gd name="T21" fmla="*/ 29 h 247"/>
                <a:gd name="T22" fmla="*/ 115 w 253"/>
                <a:gd name="T23" fmla="*/ 51 h 247"/>
                <a:gd name="T24" fmla="*/ 169 w 253"/>
                <a:gd name="T25" fmla="*/ 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7">
                  <a:moveTo>
                    <a:pt x="169" y="7"/>
                  </a:moveTo>
                  <a:cubicBezTo>
                    <a:pt x="189" y="15"/>
                    <a:pt x="174" y="67"/>
                    <a:pt x="182" y="77"/>
                  </a:cubicBezTo>
                  <a:cubicBezTo>
                    <a:pt x="191" y="87"/>
                    <a:pt x="245" y="82"/>
                    <a:pt x="249" y="104"/>
                  </a:cubicBezTo>
                  <a:cubicBezTo>
                    <a:pt x="253" y="124"/>
                    <a:pt x="200" y="136"/>
                    <a:pt x="196" y="148"/>
                  </a:cubicBezTo>
                  <a:cubicBezTo>
                    <a:pt x="191" y="160"/>
                    <a:pt x="223" y="204"/>
                    <a:pt x="205" y="219"/>
                  </a:cubicBezTo>
                  <a:cubicBezTo>
                    <a:pt x="187" y="233"/>
                    <a:pt x="150" y="193"/>
                    <a:pt x="137" y="196"/>
                  </a:cubicBezTo>
                  <a:cubicBezTo>
                    <a:pt x="125" y="198"/>
                    <a:pt x="104" y="247"/>
                    <a:pt x="85" y="240"/>
                  </a:cubicBezTo>
                  <a:cubicBezTo>
                    <a:pt x="65" y="233"/>
                    <a:pt x="79" y="180"/>
                    <a:pt x="71" y="170"/>
                  </a:cubicBezTo>
                  <a:cubicBezTo>
                    <a:pt x="63" y="160"/>
                    <a:pt x="9" y="166"/>
                    <a:pt x="5" y="145"/>
                  </a:cubicBezTo>
                  <a:cubicBezTo>
                    <a:pt x="0" y="124"/>
                    <a:pt x="53" y="111"/>
                    <a:pt x="57" y="100"/>
                  </a:cubicBezTo>
                  <a:cubicBezTo>
                    <a:pt x="61" y="87"/>
                    <a:pt x="30" y="43"/>
                    <a:pt x="48" y="29"/>
                  </a:cubicBezTo>
                  <a:cubicBezTo>
                    <a:pt x="65" y="15"/>
                    <a:pt x="102" y="54"/>
                    <a:pt x="115" y="51"/>
                  </a:cubicBezTo>
                  <a:cubicBezTo>
                    <a:pt x="127" y="49"/>
                    <a:pt x="149" y="0"/>
                    <a:pt x="169" y="7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4" name="Freeform 12"/>
            <p:cNvSpPr>
              <a:spLocks/>
            </p:cNvSpPr>
            <p:nvPr/>
          </p:nvSpPr>
          <p:spPr bwMode="auto">
            <a:xfrm>
              <a:off x="6945025" y="3271033"/>
              <a:ext cx="958850" cy="928688"/>
            </a:xfrm>
            <a:custGeom>
              <a:avLst/>
              <a:gdLst>
                <a:gd name="T0" fmla="*/ 176 w 253"/>
                <a:gd name="T1" fmla="*/ 8 h 245"/>
                <a:gd name="T2" fmla="*/ 185 w 253"/>
                <a:gd name="T3" fmla="*/ 79 h 245"/>
                <a:gd name="T4" fmla="*/ 251 w 253"/>
                <a:gd name="T5" fmla="*/ 110 h 245"/>
                <a:gd name="T6" fmla="*/ 195 w 253"/>
                <a:gd name="T7" fmla="*/ 151 h 245"/>
                <a:gd name="T8" fmla="*/ 200 w 253"/>
                <a:gd name="T9" fmla="*/ 223 h 245"/>
                <a:gd name="T10" fmla="*/ 133 w 253"/>
                <a:gd name="T11" fmla="*/ 196 h 245"/>
                <a:gd name="T12" fmla="*/ 78 w 253"/>
                <a:gd name="T13" fmla="*/ 238 h 245"/>
                <a:gd name="T14" fmla="*/ 67 w 253"/>
                <a:gd name="T15" fmla="*/ 166 h 245"/>
                <a:gd name="T16" fmla="*/ 3 w 253"/>
                <a:gd name="T17" fmla="*/ 138 h 245"/>
                <a:gd name="T18" fmla="*/ 58 w 253"/>
                <a:gd name="T19" fmla="*/ 95 h 245"/>
                <a:gd name="T20" fmla="*/ 54 w 253"/>
                <a:gd name="T21" fmla="*/ 22 h 245"/>
                <a:gd name="T22" fmla="*/ 119 w 253"/>
                <a:gd name="T23" fmla="*/ 49 h 245"/>
                <a:gd name="T24" fmla="*/ 176 w 253"/>
                <a:gd name="T25" fmla="*/ 8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5">
                  <a:moveTo>
                    <a:pt x="176" y="8"/>
                  </a:moveTo>
                  <a:cubicBezTo>
                    <a:pt x="196" y="17"/>
                    <a:pt x="178" y="68"/>
                    <a:pt x="185" y="79"/>
                  </a:cubicBezTo>
                  <a:cubicBezTo>
                    <a:pt x="193" y="90"/>
                    <a:pt x="248" y="88"/>
                    <a:pt x="251" y="110"/>
                  </a:cubicBezTo>
                  <a:cubicBezTo>
                    <a:pt x="253" y="130"/>
                    <a:pt x="199" y="139"/>
                    <a:pt x="195" y="151"/>
                  </a:cubicBezTo>
                  <a:cubicBezTo>
                    <a:pt x="190" y="163"/>
                    <a:pt x="219" y="210"/>
                    <a:pt x="200" y="223"/>
                  </a:cubicBezTo>
                  <a:cubicBezTo>
                    <a:pt x="181" y="237"/>
                    <a:pt x="146" y="194"/>
                    <a:pt x="133" y="196"/>
                  </a:cubicBezTo>
                  <a:cubicBezTo>
                    <a:pt x="121" y="197"/>
                    <a:pt x="97" y="245"/>
                    <a:pt x="78" y="238"/>
                  </a:cubicBezTo>
                  <a:cubicBezTo>
                    <a:pt x="58" y="229"/>
                    <a:pt x="75" y="177"/>
                    <a:pt x="67" y="166"/>
                  </a:cubicBezTo>
                  <a:cubicBezTo>
                    <a:pt x="60" y="155"/>
                    <a:pt x="6" y="159"/>
                    <a:pt x="3" y="138"/>
                  </a:cubicBezTo>
                  <a:cubicBezTo>
                    <a:pt x="0" y="117"/>
                    <a:pt x="53" y="106"/>
                    <a:pt x="58" y="95"/>
                  </a:cubicBezTo>
                  <a:cubicBezTo>
                    <a:pt x="63" y="82"/>
                    <a:pt x="34" y="36"/>
                    <a:pt x="54" y="22"/>
                  </a:cubicBezTo>
                  <a:cubicBezTo>
                    <a:pt x="72" y="9"/>
                    <a:pt x="106" y="51"/>
                    <a:pt x="119" y="49"/>
                  </a:cubicBezTo>
                  <a:cubicBezTo>
                    <a:pt x="131" y="48"/>
                    <a:pt x="156" y="0"/>
                    <a:pt x="176" y="8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5" name="Freeform 13"/>
            <p:cNvSpPr>
              <a:spLocks/>
            </p:cNvSpPr>
            <p:nvPr/>
          </p:nvSpPr>
          <p:spPr bwMode="auto">
            <a:xfrm>
              <a:off x="6940262" y="3271033"/>
              <a:ext cx="966788" cy="928688"/>
            </a:xfrm>
            <a:custGeom>
              <a:avLst/>
              <a:gdLst>
                <a:gd name="T0" fmla="*/ 184 w 255"/>
                <a:gd name="T1" fmla="*/ 10 h 245"/>
                <a:gd name="T2" fmla="*/ 190 w 255"/>
                <a:gd name="T3" fmla="*/ 82 h 245"/>
                <a:gd name="T4" fmla="*/ 254 w 255"/>
                <a:gd name="T5" fmla="*/ 117 h 245"/>
                <a:gd name="T6" fmla="*/ 195 w 255"/>
                <a:gd name="T7" fmla="*/ 155 h 245"/>
                <a:gd name="T8" fmla="*/ 195 w 255"/>
                <a:gd name="T9" fmla="*/ 229 h 245"/>
                <a:gd name="T10" fmla="*/ 130 w 255"/>
                <a:gd name="T11" fmla="*/ 197 h 245"/>
                <a:gd name="T12" fmla="*/ 72 w 255"/>
                <a:gd name="T13" fmla="*/ 236 h 245"/>
                <a:gd name="T14" fmla="*/ 65 w 255"/>
                <a:gd name="T15" fmla="*/ 162 h 245"/>
                <a:gd name="T16" fmla="*/ 2 w 255"/>
                <a:gd name="T17" fmla="*/ 131 h 245"/>
                <a:gd name="T18" fmla="*/ 60 w 255"/>
                <a:gd name="T19" fmla="*/ 91 h 245"/>
                <a:gd name="T20" fmla="*/ 60 w 255"/>
                <a:gd name="T21" fmla="*/ 17 h 245"/>
                <a:gd name="T22" fmla="*/ 124 w 255"/>
                <a:gd name="T23" fmla="*/ 48 h 245"/>
                <a:gd name="T24" fmla="*/ 184 w 255"/>
                <a:gd name="T25" fmla="*/ 1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5" h="245">
                  <a:moveTo>
                    <a:pt x="184" y="10"/>
                  </a:moveTo>
                  <a:cubicBezTo>
                    <a:pt x="204" y="20"/>
                    <a:pt x="182" y="71"/>
                    <a:pt x="190" y="82"/>
                  </a:cubicBezTo>
                  <a:cubicBezTo>
                    <a:pt x="197" y="94"/>
                    <a:pt x="252" y="95"/>
                    <a:pt x="254" y="117"/>
                  </a:cubicBezTo>
                  <a:cubicBezTo>
                    <a:pt x="255" y="137"/>
                    <a:pt x="200" y="144"/>
                    <a:pt x="195" y="155"/>
                  </a:cubicBezTo>
                  <a:cubicBezTo>
                    <a:pt x="189" y="167"/>
                    <a:pt x="216" y="216"/>
                    <a:pt x="195" y="229"/>
                  </a:cubicBezTo>
                  <a:cubicBezTo>
                    <a:pt x="176" y="241"/>
                    <a:pt x="143" y="196"/>
                    <a:pt x="130" y="197"/>
                  </a:cubicBezTo>
                  <a:cubicBezTo>
                    <a:pt x="118" y="197"/>
                    <a:pt x="91" y="245"/>
                    <a:pt x="72" y="236"/>
                  </a:cubicBezTo>
                  <a:cubicBezTo>
                    <a:pt x="52" y="226"/>
                    <a:pt x="73" y="174"/>
                    <a:pt x="65" y="162"/>
                  </a:cubicBezTo>
                  <a:cubicBezTo>
                    <a:pt x="58" y="152"/>
                    <a:pt x="3" y="152"/>
                    <a:pt x="2" y="131"/>
                  </a:cubicBezTo>
                  <a:cubicBezTo>
                    <a:pt x="0" y="110"/>
                    <a:pt x="55" y="103"/>
                    <a:pt x="60" y="91"/>
                  </a:cubicBezTo>
                  <a:cubicBezTo>
                    <a:pt x="66" y="79"/>
                    <a:pt x="39" y="30"/>
                    <a:pt x="60" y="17"/>
                  </a:cubicBezTo>
                  <a:cubicBezTo>
                    <a:pt x="79" y="5"/>
                    <a:pt x="111" y="49"/>
                    <a:pt x="124" y="48"/>
                  </a:cubicBezTo>
                  <a:cubicBezTo>
                    <a:pt x="137" y="48"/>
                    <a:pt x="165" y="0"/>
                    <a:pt x="184" y="10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6" name="Freeform 14"/>
            <p:cNvSpPr>
              <a:spLocks/>
            </p:cNvSpPr>
            <p:nvPr/>
          </p:nvSpPr>
          <p:spPr bwMode="auto">
            <a:xfrm>
              <a:off x="6940262" y="3271033"/>
              <a:ext cx="971550" cy="933450"/>
            </a:xfrm>
            <a:custGeom>
              <a:avLst/>
              <a:gdLst>
                <a:gd name="T0" fmla="*/ 0 w 256"/>
                <a:gd name="T1" fmla="*/ 124 h 246"/>
                <a:gd name="T2" fmla="*/ 61 w 256"/>
                <a:gd name="T3" fmla="*/ 88 h 246"/>
                <a:gd name="T4" fmla="*/ 65 w 256"/>
                <a:gd name="T5" fmla="*/ 11 h 246"/>
                <a:gd name="T6" fmla="*/ 128 w 256"/>
                <a:gd name="T7" fmla="*/ 47 h 246"/>
                <a:gd name="T8" fmla="*/ 191 w 256"/>
                <a:gd name="T9" fmla="*/ 12 h 246"/>
                <a:gd name="T10" fmla="*/ 193 w 256"/>
                <a:gd name="T11" fmla="*/ 86 h 246"/>
                <a:gd name="T12" fmla="*/ 255 w 256"/>
                <a:gd name="T13" fmla="*/ 124 h 246"/>
                <a:gd name="T14" fmla="*/ 194 w 256"/>
                <a:gd name="T15" fmla="*/ 159 h 246"/>
                <a:gd name="T16" fmla="*/ 190 w 256"/>
                <a:gd name="T17" fmla="*/ 234 h 246"/>
                <a:gd name="T18" fmla="*/ 125 w 256"/>
                <a:gd name="T19" fmla="*/ 198 h 246"/>
                <a:gd name="T20" fmla="*/ 65 w 256"/>
                <a:gd name="T21" fmla="*/ 234 h 246"/>
                <a:gd name="T22" fmla="*/ 62 w 256"/>
                <a:gd name="T23" fmla="*/ 159 h 246"/>
                <a:gd name="T24" fmla="*/ 0 w 256"/>
                <a:gd name="T25" fmla="*/ 124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6" h="246">
                  <a:moveTo>
                    <a:pt x="0" y="124"/>
                  </a:moveTo>
                  <a:cubicBezTo>
                    <a:pt x="0" y="103"/>
                    <a:pt x="55" y="99"/>
                    <a:pt x="61" y="88"/>
                  </a:cubicBezTo>
                  <a:cubicBezTo>
                    <a:pt x="67" y="75"/>
                    <a:pt x="43" y="24"/>
                    <a:pt x="65" y="11"/>
                  </a:cubicBezTo>
                  <a:cubicBezTo>
                    <a:pt x="85" y="0"/>
                    <a:pt x="115" y="47"/>
                    <a:pt x="128" y="47"/>
                  </a:cubicBezTo>
                  <a:cubicBezTo>
                    <a:pt x="141" y="47"/>
                    <a:pt x="172" y="1"/>
                    <a:pt x="191" y="12"/>
                  </a:cubicBezTo>
                  <a:cubicBezTo>
                    <a:pt x="211" y="23"/>
                    <a:pt x="186" y="73"/>
                    <a:pt x="193" y="86"/>
                  </a:cubicBezTo>
                  <a:cubicBezTo>
                    <a:pt x="200" y="98"/>
                    <a:pt x="256" y="102"/>
                    <a:pt x="255" y="124"/>
                  </a:cubicBezTo>
                  <a:cubicBezTo>
                    <a:pt x="255" y="145"/>
                    <a:pt x="200" y="148"/>
                    <a:pt x="194" y="159"/>
                  </a:cubicBezTo>
                  <a:cubicBezTo>
                    <a:pt x="187" y="171"/>
                    <a:pt x="212" y="222"/>
                    <a:pt x="190" y="234"/>
                  </a:cubicBezTo>
                  <a:cubicBezTo>
                    <a:pt x="169" y="246"/>
                    <a:pt x="139" y="198"/>
                    <a:pt x="125" y="198"/>
                  </a:cubicBezTo>
                  <a:cubicBezTo>
                    <a:pt x="113" y="197"/>
                    <a:pt x="83" y="244"/>
                    <a:pt x="65" y="234"/>
                  </a:cubicBezTo>
                  <a:cubicBezTo>
                    <a:pt x="46" y="223"/>
                    <a:pt x="69" y="172"/>
                    <a:pt x="62" y="159"/>
                  </a:cubicBezTo>
                  <a:cubicBezTo>
                    <a:pt x="55" y="148"/>
                    <a:pt x="0" y="145"/>
                    <a:pt x="0" y="124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4705113" y="3105500"/>
            <a:ext cx="478533" cy="393570"/>
            <a:chOff x="5640108" y="966369"/>
            <a:chExt cx="476097" cy="391567"/>
          </a:xfrm>
        </p:grpSpPr>
        <p:sp>
          <p:nvSpPr>
            <p:cNvPr id="81" name="椭圆 80"/>
            <p:cNvSpPr/>
            <p:nvPr/>
          </p:nvSpPr>
          <p:spPr>
            <a:xfrm>
              <a:off x="5673454" y="966369"/>
              <a:ext cx="391567" cy="391567"/>
            </a:xfrm>
            <a:prstGeom prst="ellipse">
              <a:avLst/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2" name="文本框 17"/>
            <p:cNvSpPr txBox="1"/>
            <p:nvPr/>
          </p:nvSpPr>
          <p:spPr>
            <a:xfrm rot="223938">
              <a:off x="5640108" y="975817"/>
              <a:ext cx="476097" cy="367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zh-CN" sz="1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02</a:t>
              </a:r>
              <a:endPara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83" name="文本框 10"/>
          <p:cNvSpPr txBox="1"/>
          <p:nvPr/>
        </p:nvSpPr>
        <p:spPr>
          <a:xfrm>
            <a:off x="5395500" y="2981145"/>
            <a:ext cx="29696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Big Data Mining Platform</a:t>
            </a:r>
            <a:r>
              <a:rPr lang="zh-CN" altLang="zh-CN" sz="1200" dirty="0"/>
              <a:t> 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91" name="组合 90"/>
          <p:cNvGrpSpPr/>
          <p:nvPr/>
        </p:nvGrpSpPr>
        <p:grpSpPr>
          <a:xfrm>
            <a:off x="2591912" y="1314288"/>
            <a:ext cx="1359152" cy="1562351"/>
            <a:chOff x="5900667" y="-231575"/>
            <a:chExt cx="2044290" cy="2349920"/>
          </a:xfrm>
        </p:grpSpPr>
        <p:grpSp>
          <p:nvGrpSpPr>
            <p:cNvPr id="92" name="Group 4"/>
            <p:cNvGrpSpPr>
              <a:grpSpLocks noChangeAspect="1"/>
            </p:cNvGrpSpPr>
            <p:nvPr/>
          </p:nvGrpSpPr>
          <p:grpSpPr bwMode="auto">
            <a:xfrm>
              <a:off x="6322090" y="72485"/>
              <a:ext cx="1168465" cy="2045860"/>
              <a:chOff x="2724" y="205"/>
              <a:chExt cx="2232" cy="3908"/>
            </a:xfrm>
            <a:noFill/>
          </p:grpSpPr>
          <p:sp>
            <p:nvSpPr>
              <p:cNvPr id="104" name="Freeform 5"/>
              <p:cNvSpPr>
                <a:spLocks/>
              </p:cNvSpPr>
              <p:nvPr/>
            </p:nvSpPr>
            <p:spPr bwMode="auto">
              <a:xfrm>
                <a:off x="3373" y="3255"/>
                <a:ext cx="960" cy="858"/>
              </a:xfrm>
              <a:custGeom>
                <a:avLst/>
                <a:gdLst>
                  <a:gd name="T0" fmla="*/ 224 w 447"/>
                  <a:gd name="T1" fmla="*/ 5 h 400"/>
                  <a:gd name="T2" fmla="*/ 39 w 447"/>
                  <a:gd name="T3" fmla="*/ 0 h 400"/>
                  <a:gd name="T4" fmla="*/ 3 w 447"/>
                  <a:gd name="T5" fmla="*/ 0 h 400"/>
                  <a:gd name="T6" fmla="*/ 3 w 447"/>
                  <a:gd name="T7" fmla="*/ 43 h 400"/>
                  <a:gd name="T8" fmla="*/ 17 w 447"/>
                  <a:gd name="T9" fmla="*/ 61 h 400"/>
                  <a:gd name="T10" fmla="*/ 3 w 447"/>
                  <a:gd name="T11" fmla="*/ 88 h 400"/>
                  <a:gd name="T12" fmla="*/ 3 w 447"/>
                  <a:gd name="T13" fmla="*/ 105 h 400"/>
                  <a:gd name="T14" fmla="*/ 17 w 447"/>
                  <a:gd name="T15" fmla="*/ 122 h 400"/>
                  <a:gd name="T16" fmla="*/ 0 w 447"/>
                  <a:gd name="T17" fmla="*/ 150 h 400"/>
                  <a:gd name="T18" fmla="*/ 0 w 447"/>
                  <a:gd name="T19" fmla="*/ 166 h 400"/>
                  <a:gd name="T20" fmla="*/ 17 w 447"/>
                  <a:gd name="T21" fmla="*/ 180 h 400"/>
                  <a:gd name="T22" fmla="*/ 3 w 447"/>
                  <a:gd name="T23" fmla="*/ 214 h 400"/>
                  <a:gd name="T24" fmla="*/ 3 w 447"/>
                  <a:gd name="T25" fmla="*/ 225 h 400"/>
                  <a:gd name="T26" fmla="*/ 17 w 447"/>
                  <a:gd name="T27" fmla="*/ 258 h 400"/>
                  <a:gd name="T28" fmla="*/ 28 w 447"/>
                  <a:gd name="T29" fmla="*/ 275 h 400"/>
                  <a:gd name="T30" fmla="*/ 41 w 447"/>
                  <a:gd name="T31" fmla="*/ 293 h 400"/>
                  <a:gd name="T32" fmla="*/ 80 w 447"/>
                  <a:gd name="T33" fmla="*/ 330 h 400"/>
                  <a:gd name="T34" fmla="*/ 92 w 447"/>
                  <a:gd name="T35" fmla="*/ 330 h 400"/>
                  <a:gd name="T36" fmla="*/ 142 w 447"/>
                  <a:gd name="T37" fmla="*/ 387 h 400"/>
                  <a:gd name="T38" fmla="*/ 197 w 447"/>
                  <a:gd name="T39" fmla="*/ 399 h 400"/>
                  <a:gd name="T40" fmla="*/ 223 w 447"/>
                  <a:gd name="T41" fmla="*/ 394 h 400"/>
                  <a:gd name="T42" fmla="*/ 250 w 447"/>
                  <a:gd name="T43" fmla="*/ 399 h 400"/>
                  <a:gd name="T44" fmla="*/ 304 w 447"/>
                  <a:gd name="T45" fmla="*/ 387 h 400"/>
                  <a:gd name="T46" fmla="*/ 355 w 447"/>
                  <a:gd name="T47" fmla="*/ 330 h 400"/>
                  <a:gd name="T48" fmla="*/ 366 w 447"/>
                  <a:gd name="T49" fmla="*/ 330 h 400"/>
                  <a:gd name="T50" fmla="*/ 405 w 447"/>
                  <a:gd name="T51" fmla="*/ 293 h 400"/>
                  <a:gd name="T52" fmla="*/ 418 w 447"/>
                  <a:gd name="T53" fmla="*/ 275 h 400"/>
                  <a:gd name="T54" fmla="*/ 430 w 447"/>
                  <a:gd name="T55" fmla="*/ 258 h 400"/>
                  <a:gd name="T56" fmla="*/ 444 w 447"/>
                  <a:gd name="T57" fmla="*/ 225 h 400"/>
                  <a:gd name="T58" fmla="*/ 444 w 447"/>
                  <a:gd name="T59" fmla="*/ 214 h 400"/>
                  <a:gd name="T60" fmla="*/ 430 w 447"/>
                  <a:gd name="T61" fmla="*/ 180 h 400"/>
                  <a:gd name="T62" fmla="*/ 447 w 447"/>
                  <a:gd name="T63" fmla="*/ 166 h 400"/>
                  <a:gd name="T64" fmla="*/ 447 w 447"/>
                  <a:gd name="T65" fmla="*/ 150 h 400"/>
                  <a:gd name="T66" fmla="*/ 430 w 447"/>
                  <a:gd name="T67" fmla="*/ 122 h 400"/>
                  <a:gd name="T68" fmla="*/ 444 w 447"/>
                  <a:gd name="T69" fmla="*/ 105 h 400"/>
                  <a:gd name="T70" fmla="*/ 444 w 447"/>
                  <a:gd name="T71" fmla="*/ 88 h 400"/>
                  <a:gd name="T72" fmla="*/ 430 w 447"/>
                  <a:gd name="T73" fmla="*/ 61 h 400"/>
                  <a:gd name="T74" fmla="*/ 444 w 447"/>
                  <a:gd name="T75" fmla="*/ 43 h 400"/>
                  <a:gd name="T76" fmla="*/ 444 w 447"/>
                  <a:gd name="T77" fmla="*/ 0 h 400"/>
                  <a:gd name="T78" fmla="*/ 224 w 447"/>
                  <a:gd name="T79" fmla="*/ 5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447" h="400">
                    <a:moveTo>
                      <a:pt x="224" y="5"/>
                    </a:moveTo>
                    <a:cubicBezTo>
                      <a:pt x="224" y="5"/>
                      <a:pt x="112" y="3"/>
                      <a:pt x="39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3" y="43"/>
                      <a:pt x="5" y="56"/>
                      <a:pt x="17" y="61"/>
                    </a:cubicBezTo>
                    <a:cubicBezTo>
                      <a:pt x="17" y="61"/>
                      <a:pt x="19" y="79"/>
                      <a:pt x="3" y="88"/>
                    </a:cubicBezTo>
                    <a:cubicBezTo>
                      <a:pt x="3" y="105"/>
                      <a:pt x="3" y="105"/>
                      <a:pt x="3" y="105"/>
                    </a:cubicBezTo>
                    <a:cubicBezTo>
                      <a:pt x="3" y="105"/>
                      <a:pt x="14" y="114"/>
                      <a:pt x="17" y="122"/>
                    </a:cubicBezTo>
                    <a:cubicBezTo>
                      <a:pt x="19" y="130"/>
                      <a:pt x="5" y="148"/>
                      <a:pt x="0" y="150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166"/>
                      <a:pt x="13" y="168"/>
                      <a:pt x="17" y="180"/>
                    </a:cubicBezTo>
                    <a:cubicBezTo>
                      <a:pt x="21" y="192"/>
                      <a:pt x="10" y="210"/>
                      <a:pt x="3" y="214"/>
                    </a:cubicBezTo>
                    <a:cubicBezTo>
                      <a:pt x="3" y="225"/>
                      <a:pt x="3" y="225"/>
                      <a:pt x="3" y="225"/>
                    </a:cubicBezTo>
                    <a:cubicBezTo>
                      <a:pt x="3" y="225"/>
                      <a:pt x="25" y="238"/>
                      <a:pt x="17" y="258"/>
                    </a:cubicBezTo>
                    <a:cubicBezTo>
                      <a:pt x="17" y="258"/>
                      <a:pt x="10" y="268"/>
                      <a:pt x="28" y="275"/>
                    </a:cubicBezTo>
                    <a:cubicBezTo>
                      <a:pt x="28" y="275"/>
                      <a:pt x="38" y="285"/>
                      <a:pt x="41" y="293"/>
                    </a:cubicBezTo>
                    <a:cubicBezTo>
                      <a:pt x="45" y="301"/>
                      <a:pt x="72" y="329"/>
                      <a:pt x="80" y="330"/>
                    </a:cubicBezTo>
                    <a:cubicBezTo>
                      <a:pt x="92" y="330"/>
                      <a:pt x="92" y="330"/>
                      <a:pt x="92" y="330"/>
                    </a:cubicBezTo>
                    <a:cubicBezTo>
                      <a:pt x="92" y="330"/>
                      <a:pt x="129" y="369"/>
                      <a:pt x="142" y="387"/>
                    </a:cubicBezTo>
                    <a:cubicBezTo>
                      <a:pt x="142" y="387"/>
                      <a:pt x="172" y="400"/>
                      <a:pt x="197" y="399"/>
                    </a:cubicBezTo>
                    <a:cubicBezTo>
                      <a:pt x="197" y="399"/>
                      <a:pt x="213" y="394"/>
                      <a:pt x="223" y="394"/>
                    </a:cubicBezTo>
                    <a:cubicBezTo>
                      <a:pt x="234" y="394"/>
                      <a:pt x="250" y="399"/>
                      <a:pt x="250" y="399"/>
                    </a:cubicBezTo>
                    <a:cubicBezTo>
                      <a:pt x="275" y="400"/>
                      <a:pt x="304" y="387"/>
                      <a:pt x="304" y="387"/>
                    </a:cubicBezTo>
                    <a:cubicBezTo>
                      <a:pt x="317" y="369"/>
                      <a:pt x="355" y="330"/>
                      <a:pt x="355" y="330"/>
                    </a:cubicBezTo>
                    <a:cubicBezTo>
                      <a:pt x="366" y="330"/>
                      <a:pt x="366" y="330"/>
                      <a:pt x="366" y="330"/>
                    </a:cubicBezTo>
                    <a:cubicBezTo>
                      <a:pt x="374" y="329"/>
                      <a:pt x="401" y="301"/>
                      <a:pt x="405" y="293"/>
                    </a:cubicBezTo>
                    <a:cubicBezTo>
                      <a:pt x="409" y="285"/>
                      <a:pt x="418" y="275"/>
                      <a:pt x="418" y="275"/>
                    </a:cubicBezTo>
                    <a:cubicBezTo>
                      <a:pt x="436" y="268"/>
                      <a:pt x="430" y="258"/>
                      <a:pt x="430" y="258"/>
                    </a:cubicBezTo>
                    <a:cubicBezTo>
                      <a:pt x="422" y="238"/>
                      <a:pt x="444" y="225"/>
                      <a:pt x="444" y="225"/>
                    </a:cubicBezTo>
                    <a:cubicBezTo>
                      <a:pt x="444" y="214"/>
                      <a:pt x="444" y="214"/>
                      <a:pt x="444" y="214"/>
                    </a:cubicBezTo>
                    <a:cubicBezTo>
                      <a:pt x="436" y="210"/>
                      <a:pt x="426" y="192"/>
                      <a:pt x="430" y="180"/>
                    </a:cubicBezTo>
                    <a:cubicBezTo>
                      <a:pt x="434" y="168"/>
                      <a:pt x="447" y="166"/>
                      <a:pt x="447" y="166"/>
                    </a:cubicBezTo>
                    <a:cubicBezTo>
                      <a:pt x="447" y="150"/>
                      <a:pt x="447" y="150"/>
                      <a:pt x="447" y="150"/>
                    </a:cubicBezTo>
                    <a:cubicBezTo>
                      <a:pt x="442" y="148"/>
                      <a:pt x="427" y="130"/>
                      <a:pt x="430" y="122"/>
                    </a:cubicBezTo>
                    <a:cubicBezTo>
                      <a:pt x="433" y="114"/>
                      <a:pt x="444" y="105"/>
                      <a:pt x="444" y="105"/>
                    </a:cubicBezTo>
                    <a:cubicBezTo>
                      <a:pt x="444" y="88"/>
                      <a:pt x="444" y="88"/>
                      <a:pt x="444" y="88"/>
                    </a:cubicBezTo>
                    <a:cubicBezTo>
                      <a:pt x="427" y="79"/>
                      <a:pt x="430" y="61"/>
                      <a:pt x="430" y="61"/>
                    </a:cubicBezTo>
                    <a:cubicBezTo>
                      <a:pt x="442" y="56"/>
                      <a:pt x="444" y="43"/>
                      <a:pt x="444" y="43"/>
                    </a:cubicBezTo>
                    <a:cubicBezTo>
                      <a:pt x="444" y="0"/>
                      <a:pt x="444" y="0"/>
                      <a:pt x="444" y="0"/>
                    </a:cubicBezTo>
                    <a:cubicBezTo>
                      <a:pt x="383" y="3"/>
                      <a:pt x="224" y="5"/>
                      <a:pt x="224" y="5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5" name="Freeform 6"/>
              <p:cNvSpPr>
                <a:spLocks/>
              </p:cNvSpPr>
              <p:nvPr/>
            </p:nvSpPr>
            <p:spPr bwMode="auto">
              <a:xfrm>
                <a:off x="3596" y="3285"/>
                <a:ext cx="728" cy="75"/>
              </a:xfrm>
              <a:custGeom>
                <a:avLst/>
                <a:gdLst>
                  <a:gd name="T0" fmla="*/ 0 w 339"/>
                  <a:gd name="T1" fmla="*/ 2 h 35"/>
                  <a:gd name="T2" fmla="*/ 321 w 339"/>
                  <a:gd name="T3" fmla="*/ 0 h 35"/>
                  <a:gd name="T4" fmla="*/ 314 w 339"/>
                  <a:gd name="T5" fmla="*/ 35 h 35"/>
                  <a:gd name="T6" fmla="*/ 7 w 339"/>
                  <a:gd name="T7" fmla="*/ 31 h 35"/>
                  <a:gd name="T8" fmla="*/ 278 w 339"/>
                  <a:gd name="T9" fmla="*/ 17 h 35"/>
                  <a:gd name="T10" fmla="*/ 0 w 339"/>
                  <a:gd name="T11" fmla="*/ 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9" h="35">
                    <a:moveTo>
                      <a:pt x="0" y="2"/>
                    </a:moveTo>
                    <a:cubicBezTo>
                      <a:pt x="0" y="2"/>
                      <a:pt x="238" y="11"/>
                      <a:pt x="321" y="0"/>
                    </a:cubicBezTo>
                    <a:cubicBezTo>
                      <a:pt x="321" y="0"/>
                      <a:pt x="339" y="21"/>
                      <a:pt x="314" y="35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7" y="31"/>
                      <a:pt x="264" y="26"/>
                      <a:pt x="278" y="17"/>
                    </a:cubicBezTo>
                    <a:cubicBezTo>
                      <a:pt x="278" y="17"/>
                      <a:pt x="69" y="4"/>
                      <a:pt x="0" y="2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6" name="Freeform 7"/>
              <p:cNvSpPr>
                <a:spLocks/>
              </p:cNvSpPr>
              <p:nvPr/>
            </p:nvSpPr>
            <p:spPr bwMode="auto">
              <a:xfrm>
                <a:off x="3446" y="3399"/>
                <a:ext cx="792" cy="70"/>
              </a:xfrm>
              <a:custGeom>
                <a:avLst/>
                <a:gdLst>
                  <a:gd name="T0" fmla="*/ 0 w 369"/>
                  <a:gd name="T1" fmla="*/ 0 h 33"/>
                  <a:gd name="T2" fmla="*/ 369 w 369"/>
                  <a:gd name="T3" fmla="*/ 0 h 33"/>
                  <a:gd name="T4" fmla="*/ 0 w 369"/>
                  <a:gd name="T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3">
                    <a:moveTo>
                      <a:pt x="0" y="0"/>
                    </a:moveTo>
                    <a:cubicBezTo>
                      <a:pt x="0" y="0"/>
                      <a:pt x="203" y="20"/>
                      <a:pt x="369" y="0"/>
                    </a:cubicBezTo>
                    <a:cubicBezTo>
                      <a:pt x="369" y="0"/>
                      <a:pt x="143" y="33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7" name="Freeform 8"/>
              <p:cNvSpPr>
                <a:spLocks/>
              </p:cNvSpPr>
              <p:nvPr/>
            </p:nvSpPr>
            <p:spPr bwMode="auto">
              <a:xfrm>
                <a:off x="3450" y="3502"/>
                <a:ext cx="793" cy="70"/>
              </a:xfrm>
              <a:custGeom>
                <a:avLst/>
                <a:gdLst>
                  <a:gd name="T0" fmla="*/ 0 w 369"/>
                  <a:gd name="T1" fmla="*/ 0 h 33"/>
                  <a:gd name="T2" fmla="*/ 369 w 369"/>
                  <a:gd name="T3" fmla="*/ 0 h 33"/>
                  <a:gd name="T4" fmla="*/ 0 w 369"/>
                  <a:gd name="T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3">
                    <a:moveTo>
                      <a:pt x="0" y="0"/>
                    </a:moveTo>
                    <a:cubicBezTo>
                      <a:pt x="0" y="0"/>
                      <a:pt x="204" y="20"/>
                      <a:pt x="369" y="0"/>
                    </a:cubicBezTo>
                    <a:cubicBezTo>
                      <a:pt x="369" y="0"/>
                      <a:pt x="144" y="33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8" name="Freeform 9"/>
              <p:cNvSpPr>
                <a:spLocks/>
              </p:cNvSpPr>
              <p:nvPr/>
            </p:nvSpPr>
            <p:spPr bwMode="auto">
              <a:xfrm>
                <a:off x="3450" y="3622"/>
                <a:ext cx="793" cy="68"/>
              </a:xfrm>
              <a:custGeom>
                <a:avLst/>
                <a:gdLst>
                  <a:gd name="T0" fmla="*/ 0 w 369"/>
                  <a:gd name="T1" fmla="*/ 0 h 32"/>
                  <a:gd name="T2" fmla="*/ 369 w 369"/>
                  <a:gd name="T3" fmla="*/ 0 h 32"/>
                  <a:gd name="T4" fmla="*/ 0 w 369"/>
                  <a:gd name="T5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2">
                    <a:moveTo>
                      <a:pt x="0" y="0"/>
                    </a:moveTo>
                    <a:cubicBezTo>
                      <a:pt x="0" y="0"/>
                      <a:pt x="204" y="19"/>
                      <a:pt x="369" y="0"/>
                    </a:cubicBezTo>
                    <a:cubicBezTo>
                      <a:pt x="369" y="0"/>
                      <a:pt x="144" y="32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9" name="Freeform 10"/>
              <p:cNvSpPr>
                <a:spLocks/>
              </p:cNvSpPr>
              <p:nvPr/>
            </p:nvSpPr>
            <p:spPr bwMode="auto">
              <a:xfrm>
                <a:off x="3459" y="3725"/>
                <a:ext cx="792" cy="68"/>
              </a:xfrm>
              <a:custGeom>
                <a:avLst/>
                <a:gdLst>
                  <a:gd name="T0" fmla="*/ 0 w 369"/>
                  <a:gd name="T1" fmla="*/ 0 h 32"/>
                  <a:gd name="T2" fmla="*/ 369 w 369"/>
                  <a:gd name="T3" fmla="*/ 0 h 32"/>
                  <a:gd name="T4" fmla="*/ 0 w 369"/>
                  <a:gd name="T5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2">
                    <a:moveTo>
                      <a:pt x="0" y="0"/>
                    </a:moveTo>
                    <a:cubicBezTo>
                      <a:pt x="0" y="0"/>
                      <a:pt x="203" y="19"/>
                      <a:pt x="369" y="0"/>
                    </a:cubicBezTo>
                    <a:cubicBezTo>
                      <a:pt x="369" y="0"/>
                      <a:pt x="144" y="32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0" name="Freeform 11"/>
              <p:cNvSpPr>
                <a:spLocks/>
              </p:cNvSpPr>
              <p:nvPr/>
            </p:nvSpPr>
            <p:spPr bwMode="auto">
              <a:xfrm>
                <a:off x="3457" y="3826"/>
                <a:ext cx="792" cy="68"/>
              </a:xfrm>
              <a:custGeom>
                <a:avLst/>
                <a:gdLst>
                  <a:gd name="T0" fmla="*/ 0 w 369"/>
                  <a:gd name="T1" fmla="*/ 0 h 32"/>
                  <a:gd name="T2" fmla="*/ 369 w 369"/>
                  <a:gd name="T3" fmla="*/ 0 h 32"/>
                  <a:gd name="T4" fmla="*/ 0 w 369"/>
                  <a:gd name="T5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2">
                    <a:moveTo>
                      <a:pt x="0" y="0"/>
                    </a:moveTo>
                    <a:cubicBezTo>
                      <a:pt x="0" y="0"/>
                      <a:pt x="203" y="19"/>
                      <a:pt x="369" y="0"/>
                    </a:cubicBezTo>
                    <a:cubicBezTo>
                      <a:pt x="369" y="0"/>
                      <a:pt x="144" y="32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1" name="Freeform 12"/>
              <p:cNvSpPr>
                <a:spLocks/>
              </p:cNvSpPr>
              <p:nvPr/>
            </p:nvSpPr>
            <p:spPr bwMode="auto">
              <a:xfrm>
                <a:off x="3841" y="3941"/>
                <a:ext cx="275" cy="140"/>
              </a:xfrm>
              <a:custGeom>
                <a:avLst/>
                <a:gdLst>
                  <a:gd name="T0" fmla="*/ 0 w 128"/>
                  <a:gd name="T1" fmla="*/ 0 h 65"/>
                  <a:gd name="T2" fmla="*/ 128 w 128"/>
                  <a:gd name="T3" fmla="*/ 0 h 65"/>
                  <a:gd name="T4" fmla="*/ 71 w 128"/>
                  <a:gd name="T5" fmla="*/ 65 h 65"/>
                  <a:gd name="T6" fmla="*/ 69 w 128"/>
                  <a:gd name="T7" fmla="*/ 18 h 65"/>
                  <a:gd name="T8" fmla="*/ 0 w 128"/>
                  <a:gd name="T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" h="65">
                    <a:moveTo>
                      <a:pt x="0" y="0"/>
                    </a:moveTo>
                    <a:cubicBezTo>
                      <a:pt x="0" y="0"/>
                      <a:pt x="95" y="6"/>
                      <a:pt x="128" y="0"/>
                    </a:cubicBezTo>
                    <a:cubicBezTo>
                      <a:pt x="71" y="65"/>
                      <a:pt x="71" y="65"/>
                      <a:pt x="71" y="65"/>
                    </a:cubicBezTo>
                    <a:cubicBezTo>
                      <a:pt x="71" y="65"/>
                      <a:pt x="94" y="19"/>
                      <a:pt x="69" y="18"/>
                    </a:cubicBezTo>
                    <a:cubicBezTo>
                      <a:pt x="45" y="17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2" name="Freeform 13"/>
              <p:cNvSpPr>
                <a:spLocks/>
              </p:cNvSpPr>
              <p:nvPr/>
            </p:nvSpPr>
            <p:spPr bwMode="auto">
              <a:xfrm>
                <a:off x="3650" y="3422"/>
                <a:ext cx="281" cy="103"/>
              </a:xfrm>
              <a:custGeom>
                <a:avLst/>
                <a:gdLst>
                  <a:gd name="T0" fmla="*/ 65 w 131"/>
                  <a:gd name="T1" fmla="*/ 1 h 48"/>
                  <a:gd name="T2" fmla="*/ 0 w 131"/>
                  <a:gd name="T3" fmla="*/ 1 h 48"/>
                  <a:gd name="T4" fmla="*/ 91 w 131"/>
                  <a:gd name="T5" fmla="*/ 45 h 48"/>
                  <a:gd name="T6" fmla="*/ 131 w 131"/>
                  <a:gd name="T7" fmla="*/ 48 h 48"/>
                  <a:gd name="T8" fmla="*/ 90 w 131"/>
                  <a:gd name="T9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48">
                    <a:moveTo>
                      <a:pt x="65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23" y="34"/>
                      <a:pt x="91" y="45"/>
                    </a:cubicBezTo>
                    <a:cubicBezTo>
                      <a:pt x="83" y="48"/>
                      <a:pt x="131" y="48"/>
                      <a:pt x="131" y="48"/>
                    </a:cubicBezTo>
                    <a:cubicBezTo>
                      <a:pt x="131" y="48"/>
                      <a:pt x="83" y="10"/>
                      <a:pt x="90" y="0"/>
                    </a:cubicBezTo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3" name="Freeform 14"/>
              <p:cNvSpPr>
                <a:spLocks/>
              </p:cNvSpPr>
              <p:nvPr/>
            </p:nvSpPr>
            <p:spPr bwMode="auto">
              <a:xfrm>
                <a:off x="3656" y="3519"/>
                <a:ext cx="282" cy="129"/>
              </a:xfrm>
              <a:custGeom>
                <a:avLst/>
                <a:gdLst>
                  <a:gd name="T0" fmla="*/ 65 w 131"/>
                  <a:gd name="T1" fmla="*/ 2 h 60"/>
                  <a:gd name="T2" fmla="*/ 0 w 131"/>
                  <a:gd name="T3" fmla="*/ 2 h 60"/>
                  <a:gd name="T4" fmla="*/ 91 w 131"/>
                  <a:gd name="T5" fmla="*/ 56 h 60"/>
                  <a:gd name="T6" fmla="*/ 131 w 131"/>
                  <a:gd name="T7" fmla="*/ 60 h 60"/>
                  <a:gd name="T8" fmla="*/ 89 w 131"/>
                  <a:gd name="T9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60">
                    <a:moveTo>
                      <a:pt x="65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123" y="43"/>
                      <a:pt x="91" y="56"/>
                    </a:cubicBezTo>
                    <a:cubicBezTo>
                      <a:pt x="83" y="60"/>
                      <a:pt x="131" y="60"/>
                      <a:pt x="131" y="60"/>
                    </a:cubicBezTo>
                    <a:cubicBezTo>
                      <a:pt x="131" y="60"/>
                      <a:pt x="83" y="13"/>
                      <a:pt x="89" y="0"/>
                    </a:cubicBezTo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4" name="Freeform 15"/>
              <p:cNvSpPr>
                <a:spLocks/>
              </p:cNvSpPr>
              <p:nvPr/>
            </p:nvSpPr>
            <p:spPr bwMode="auto">
              <a:xfrm>
                <a:off x="3759" y="3641"/>
                <a:ext cx="282" cy="109"/>
              </a:xfrm>
              <a:custGeom>
                <a:avLst/>
                <a:gdLst>
                  <a:gd name="T0" fmla="*/ 65 w 131"/>
                  <a:gd name="T1" fmla="*/ 1 h 51"/>
                  <a:gd name="T2" fmla="*/ 0 w 131"/>
                  <a:gd name="T3" fmla="*/ 1 h 51"/>
                  <a:gd name="T4" fmla="*/ 91 w 131"/>
                  <a:gd name="T5" fmla="*/ 48 h 51"/>
                  <a:gd name="T6" fmla="*/ 131 w 131"/>
                  <a:gd name="T7" fmla="*/ 51 h 51"/>
                  <a:gd name="T8" fmla="*/ 89 w 131"/>
                  <a:gd name="T9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51">
                    <a:moveTo>
                      <a:pt x="65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23" y="37"/>
                      <a:pt x="91" y="48"/>
                    </a:cubicBezTo>
                    <a:cubicBezTo>
                      <a:pt x="83" y="51"/>
                      <a:pt x="131" y="51"/>
                      <a:pt x="131" y="51"/>
                    </a:cubicBezTo>
                    <a:cubicBezTo>
                      <a:pt x="131" y="51"/>
                      <a:pt x="83" y="11"/>
                      <a:pt x="89" y="0"/>
                    </a:cubicBezTo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5" name="Freeform 16"/>
              <p:cNvSpPr>
                <a:spLocks/>
              </p:cNvSpPr>
              <p:nvPr/>
            </p:nvSpPr>
            <p:spPr bwMode="auto">
              <a:xfrm>
                <a:off x="3588" y="3746"/>
                <a:ext cx="279" cy="110"/>
              </a:xfrm>
              <a:custGeom>
                <a:avLst/>
                <a:gdLst>
                  <a:gd name="T0" fmla="*/ 64 w 130"/>
                  <a:gd name="T1" fmla="*/ 1 h 51"/>
                  <a:gd name="T2" fmla="*/ 0 w 130"/>
                  <a:gd name="T3" fmla="*/ 1 h 51"/>
                  <a:gd name="T4" fmla="*/ 90 w 130"/>
                  <a:gd name="T5" fmla="*/ 48 h 51"/>
                  <a:gd name="T6" fmla="*/ 130 w 130"/>
                  <a:gd name="T7" fmla="*/ 51 h 51"/>
                  <a:gd name="T8" fmla="*/ 89 w 130"/>
                  <a:gd name="T9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0" h="51">
                    <a:moveTo>
                      <a:pt x="64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22" y="37"/>
                      <a:pt x="90" y="48"/>
                    </a:cubicBezTo>
                    <a:cubicBezTo>
                      <a:pt x="83" y="51"/>
                      <a:pt x="130" y="51"/>
                      <a:pt x="130" y="51"/>
                    </a:cubicBezTo>
                    <a:cubicBezTo>
                      <a:pt x="130" y="51"/>
                      <a:pt x="83" y="11"/>
                      <a:pt x="89" y="0"/>
                    </a:cubicBezTo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6" name="Freeform 17"/>
              <p:cNvSpPr>
                <a:spLocks/>
              </p:cNvSpPr>
              <p:nvPr/>
            </p:nvSpPr>
            <p:spPr bwMode="auto">
              <a:xfrm>
                <a:off x="2831" y="355"/>
                <a:ext cx="2073" cy="2894"/>
              </a:xfrm>
              <a:custGeom>
                <a:avLst/>
                <a:gdLst>
                  <a:gd name="T0" fmla="*/ 1178 w 2073"/>
                  <a:gd name="T1" fmla="*/ 2465 h 2894"/>
                  <a:gd name="T2" fmla="*/ 1487 w 2073"/>
                  <a:gd name="T3" fmla="*/ 2894 h 2894"/>
                  <a:gd name="T4" fmla="*/ 1803 w 2073"/>
                  <a:gd name="T5" fmla="*/ 2226 h 2894"/>
                  <a:gd name="T6" fmla="*/ 2073 w 2073"/>
                  <a:gd name="T7" fmla="*/ 1446 h 2894"/>
                  <a:gd name="T8" fmla="*/ 0 w 2073"/>
                  <a:gd name="T9" fmla="*/ 581 h 2894"/>
                  <a:gd name="T10" fmla="*/ 653 w 2073"/>
                  <a:gd name="T11" fmla="*/ 0 h 2894"/>
                  <a:gd name="T12" fmla="*/ 1874 w 2073"/>
                  <a:gd name="T13" fmla="*/ 667 h 2894"/>
                  <a:gd name="T14" fmla="*/ 95 w 2073"/>
                  <a:gd name="T15" fmla="*/ 1731 h 2894"/>
                  <a:gd name="T16" fmla="*/ 1420 w 2073"/>
                  <a:gd name="T17" fmla="*/ 1742 h 2894"/>
                  <a:gd name="T18" fmla="*/ 1803 w 2073"/>
                  <a:gd name="T19" fmla="*/ 2226 h 2894"/>
                  <a:gd name="T20" fmla="*/ 535 w 2073"/>
                  <a:gd name="T21" fmla="*/ 2825 h 2894"/>
                  <a:gd name="T22" fmla="*/ 303 w 2073"/>
                  <a:gd name="T23" fmla="*/ 2437 h 2894"/>
                  <a:gd name="T24" fmla="*/ 230 w 2073"/>
                  <a:gd name="T25" fmla="*/ 2100 h 28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73" h="2894">
                    <a:moveTo>
                      <a:pt x="1178" y="2465"/>
                    </a:moveTo>
                    <a:lnTo>
                      <a:pt x="1487" y="2894"/>
                    </a:lnTo>
                    <a:lnTo>
                      <a:pt x="1803" y="2226"/>
                    </a:lnTo>
                    <a:lnTo>
                      <a:pt x="2073" y="1446"/>
                    </a:lnTo>
                    <a:lnTo>
                      <a:pt x="0" y="581"/>
                    </a:lnTo>
                    <a:lnTo>
                      <a:pt x="653" y="0"/>
                    </a:lnTo>
                    <a:lnTo>
                      <a:pt x="1874" y="667"/>
                    </a:lnTo>
                    <a:lnTo>
                      <a:pt x="95" y="1731"/>
                    </a:lnTo>
                    <a:lnTo>
                      <a:pt x="1420" y="1742"/>
                    </a:lnTo>
                    <a:lnTo>
                      <a:pt x="1803" y="2226"/>
                    </a:lnTo>
                    <a:lnTo>
                      <a:pt x="535" y="2825"/>
                    </a:lnTo>
                    <a:lnTo>
                      <a:pt x="303" y="2437"/>
                    </a:lnTo>
                    <a:lnTo>
                      <a:pt x="230" y="2100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7" name="Freeform 18"/>
              <p:cNvSpPr>
                <a:spLocks/>
              </p:cNvSpPr>
              <p:nvPr/>
            </p:nvSpPr>
            <p:spPr bwMode="auto">
              <a:xfrm>
                <a:off x="3822" y="409"/>
                <a:ext cx="1082" cy="1392"/>
              </a:xfrm>
              <a:custGeom>
                <a:avLst/>
                <a:gdLst>
                  <a:gd name="T0" fmla="*/ 328 w 1082"/>
                  <a:gd name="T1" fmla="*/ 311 h 1392"/>
                  <a:gd name="T2" fmla="*/ 541 w 1082"/>
                  <a:gd name="T3" fmla="*/ 0 h 1392"/>
                  <a:gd name="T4" fmla="*/ 883 w 1082"/>
                  <a:gd name="T5" fmla="*/ 613 h 1392"/>
                  <a:gd name="T6" fmla="*/ 1044 w 1082"/>
                  <a:gd name="T7" fmla="*/ 532 h 1392"/>
                  <a:gd name="T8" fmla="*/ 1082 w 1082"/>
                  <a:gd name="T9" fmla="*/ 1392 h 1392"/>
                  <a:gd name="T10" fmla="*/ 883 w 1082"/>
                  <a:gd name="T11" fmla="*/ 613 h 1392"/>
                  <a:gd name="T12" fmla="*/ 0 w 1082"/>
                  <a:gd name="T13" fmla="*/ 392 h 1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82" h="1392">
                    <a:moveTo>
                      <a:pt x="328" y="311"/>
                    </a:moveTo>
                    <a:lnTo>
                      <a:pt x="541" y="0"/>
                    </a:lnTo>
                    <a:lnTo>
                      <a:pt x="883" y="613"/>
                    </a:lnTo>
                    <a:lnTo>
                      <a:pt x="1044" y="532"/>
                    </a:lnTo>
                    <a:lnTo>
                      <a:pt x="1082" y="1392"/>
                    </a:lnTo>
                    <a:lnTo>
                      <a:pt x="883" y="613"/>
                    </a:lnTo>
                    <a:lnTo>
                      <a:pt x="0" y="392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8" name="Freeform 19"/>
              <p:cNvSpPr>
                <a:spLocks/>
              </p:cNvSpPr>
              <p:nvPr/>
            </p:nvSpPr>
            <p:spPr bwMode="auto">
              <a:xfrm>
                <a:off x="2782" y="666"/>
                <a:ext cx="1259" cy="2154"/>
              </a:xfrm>
              <a:custGeom>
                <a:avLst/>
                <a:gdLst>
                  <a:gd name="T0" fmla="*/ 1023 w 1259"/>
                  <a:gd name="T1" fmla="*/ 684 h 2154"/>
                  <a:gd name="T2" fmla="*/ 1040 w 1259"/>
                  <a:gd name="T3" fmla="*/ 135 h 2154"/>
                  <a:gd name="T4" fmla="*/ 352 w 1259"/>
                  <a:gd name="T5" fmla="*/ 0 h 2154"/>
                  <a:gd name="T6" fmla="*/ 629 w 1259"/>
                  <a:gd name="T7" fmla="*/ 517 h 2154"/>
                  <a:gd name="T8" fmla="*/ 0 w 1259"/>
                  <a:gd name="T9" fmla="*/ 849 h 2154"/>
                  <a:gd name="T10" fmla="*/ 144 w 1259"/>
                  <a:gd name="T11" fmla="*/ 1420 h 2154"/>
                  <a:gd name="T12" fmla="*/ 279 w 1259"/>
                  <a:gd name="T13" fmla="*/ 1789 h 2154"/>
                  <a:gd name="T14" fmla="*/ 883 w 1259"/>
                  <a:gd name="T15" fmla="*/ 1426 h 2154"/>
                  <a:gd name="T16" fmla="*/ 352 w 1259"/>
                  <a:gd name="T17" fmla="*/ 2126 h 2154"/>
                  <a:gd name="T18" fmla="*/ 1259 w 1259"/>
                  <a:gd name="T19" fmla="*/ 2154 h 2154"/>
                  <a:gd name="T20" fmla="*/ 960 w 1259"/>
                  <a:gd name="T21" fmla="*/ 931 h 2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59" h="2154">
                    <a:moveTo>
                      <a:pt x="1023" y="684"/>
                    </a:moveTo>
                    <a:lnTo>
                      <a:pt x="1040" y="135"/>
                    </a:lnTo>
                    <a:lnTo>
                      <a:pt x="352" y="0"/>
                    </a:lnTo>
                    <a:lnTo>
                      <a:pt x="629" y="517"/>
                    </a:lnTo>
                    <a:lnTo>
                      <a:pt x="0" y="849"/>
                    </a:lnTo>
                    <a:lnTo>
                      <a:pt x="144" y="1420"/>
                    </a:lnTo>
                    <a:lnTo>
                      <a:pt x="279" y="1789"/>
                    </a:lnTo>
                    <a:lnTo>
                      <a:pt x="883" y="1426"/>
                    </a:lnTo>
                    <a:lnTo>
                      <a:pt x="352" y="2126"/>
                    </a:lnTo>
                    <a:lnTo>
                      <a:pt x="1259" y="2154"/>
                    </a:lnTo>
                    <a:lnTo>
                      <a:pt x="960" y="931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9" name="Line 20"/>
              <p:cNvSpPr>
                <a:spLocks noChangeShapeType="1"/>
              </p:cNvSpPr>
              <p:nvPr/>
            </p:nvSpPr>
            <p:spPr bwMode="auto">
              <a:xfrm flipH="1">
                <a:off x="2782" y="936"/>
                <a:ext cx="49" cy="579"/>
              </a:xfrm>
              <a:prstGeom prst="line">
                <a:avLst/>
              </a:pr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0" name="Freeform 21"/>
              <p:cNvSpPr>
                <a:spLocks/>
              </p:cNvSpPr>
              <p:nvPr/>
            </p:nvSpPr>
            <p:spPr bwMode="auto">
              <a:xfrm>
                <a:off x="3484" y="276"/>
                <a:ext cx="1382" cy="665"/>
              </a:xfrm>
              <a:custGeom>
                <a:avLst/>
                <a:gdLst>
                  <a:gd name="T0" fmla="*/ 1382 w 1382"/>
                  <a:gd name="T1" fmla="*/ 665 h 665"/>
                  <a:gd name="T2" fmla="*/ 879 w 1382"/>
                  <a:gd name="T3" fmla="*/ 133 h 665"/>
                  <a:gd name="T4" fmla="*/ 430 w 1382"/>
                  <a:gd name="T5" fmla="*/ 0 h 665"/>
                  <a:gd name="T6" fmla="*/ 0 w 1382"/>
                  <a:gd name="T7" fmla="*/ 79 h 6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82" h="665">
                    <a:moveTo>
                      <a:pt x="1382" y="665"/>
                    </a:moveTo>
                    <a:lnTo>
                      <a:pt x="879" y="133"/>
                    </a:lnTo>
                    <a:lnTo>
                      <a:pt x="430" y="0"/>
                    </a:lnTo>
                    <a:lnTo>
                      <a:pt x="0" y="79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1" name="Line 22"/>
              <p:cNvSpPr>
                <a:spLocks noChangeShapeType="1"/>
              </p:cNvSpPr>
              <p:nvPr/>
            </p:nvSpPr>
            <p:spPr bwMode="auto">
              <a:xfrm flipV="1">
                <a:off x="3326" y="1183"/>
                <a:ext cx="85" cy="665"/>
              </a:xfrm>
              <a:prstGeom prst="line">
                <a:avLst/>
              </a:pr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2" name="Freeform 23"/>
              <p:cNvSpPr>
                <a:spLocks/>
              </p:cNvSpPr>
              <p:nvPr/>
            </p:nvSpPr>
            <p:spPr bwMode="auto">
              <a:xfrm>
                <a:off x="4002" y="1443"/>
                <a:ext cx="797" cy="654"/>
              </a:xfrm>
              <a:custGeom>
                <a:avLst/>
                <a:gdLst>
                  <a:gd name="T0" fmla="*/ 797 w 797"/>
                  <a:gd name="T1" fmla="*/ 366 h 654"/>
                  <a:gd name="T2" fmla="*/ 249 w 797"/>
                  <a:gd name="T3" fmla="*/ 654 h 654"/>
                  <a:gd name="T4" fmla="*/ 0 w 797"/>
                  <a:gd name="T5" fmla="*/ 0 h 6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97" h="654">
                    <a:moveTo>
                      <a:pt x="797" y="366"/>
                    </a:moveTo>
                    <a:lnTo>
                      <a:pt x="249" y="654"/>
                    </a:lnTo>
                    <a:lnTo>
                      <a:pt x="0" y="0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3" name="Line 24"/>
              <p:cNvSpPr>
                <a:spLocks noChangeShapeType="1"/>
              </p:cNvSpPr>
              <p:nvPr/>
            </p:nvSpPr>
            <p:spPr bwMode="auto">
              <a:xfrm>
                <a:off x="3457" y="2378"/>
                <a:ext cx="584" cy="442"/>
              </a:xfrm>
              <a:prstGeom prst="line">
                <a:avLst/>
              </a:pr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4" name="Line 25"/>
              <p:cNvSpPr>
                <a:spLocks noChangeShapeType="1"/>
              </p:cNvSpPr>
              <p:nvPr/>
            </p:nvSpPr>
            <p:spPr bwMode="auto">
              <a:xfrm flipH="1">
                <a:off x="4049" y="2311"/>
                <a:ext cx="355" cy="498"/>
              </a:xfrm>
              <a:prstGeom prst="line">
                <a:avLst/>
              </a:pr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5" name="Oval 26"/>
              <p:cNvSpPr>
                <a:spLocks noChangeArrowheads="1"/>
              </p:cNvSpPr>
              <p:nvPr/>
            </p:nvSpPr>
            <p:spPr bwMode="auto">
              <a:xfrm>
                <a:off x="3068" y="2708"/>
                <a:ext cx="159" cy="161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6" name="Oval 27"/>
              <p:cNvSpPr>
                <a:spLocks noChangeArrowheads="1"/>
              </p:cNvSpPr>
              <p:nvPr/>
            </p:nvSpPr>
            <p:spPr bwMode="auto">
              <a:xfrm>
                <a:off x="3946" y="2708"/>
                <a:ext cx="204" cy="202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7" name="Oval 28"/>
              <p:cNvSpPr>
                <a:spLocks noChangeArrowheads="1"/>
              </p:cNvSpPr>
              <p:nvPr/>
            </p:nvSpPr>
            <p:spPr bwMode="auto">
              <a:xfrm>
                <a:off x="4554" y="2513"/>
                <a:ext cx="131" cy="131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8" name="Oval 29"/>
              <p:cNvSpPr>
                <a:spLocks noChangeArrowheads="1"/>
              </p:cNvSpPr>
              <p:nvPr/>
            </p:nvSpPr>
            <p:spPr bwMode="auto">
              <a:xfrm>
                <a:off x="4189" y="2024"/>
                <a:ext cx="127" cy="12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9" name="Oval 30"/>
              <p:cNvSpPr>
                <a:spLocks noChangeArrowheads="1"/>
              </p:cNvSpPr>
              <p:nvPr/>
            </p:nvSpPr>
            <p:spPr bwMode="auto">
              <a:xfrm>
                <a:off x="3822" y="2043"/>
                <a:ext cx="124" cy="127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0" name="Oval 31"/>
              <p:cNvSpPr>
                <a:spLocks noChangeArrowheads="1"/>
              </p:cNvSpPr>
              <p:nvPr/>
            </p:nvSpPr>
            <p:spPr bwMode="auto">
              <a:xfrm>
                <a:off x="3936" y="1352"/>
                <a:ext cx="219" cy="21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1" name="Oval 32"/>
              <p:cNvSpPr>
                <a:spLocks noChangeArrowheads="1"/>
              </p:cNvSpPr>
              <p:nvPr/>
            </p:nvSpPr>
            <p:spPr bwMode="auto">
              <a:xfrm>
                <a:off x="4778" y="1713"/>
                <a:ext cx="178" cy="178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2" name="Oval 33"/>
              <p:cNvSpPr>
                <a:spLocks noChangeArrowheads="1"/>
              </p:cNvSpPr>
              <p:nvPr/>
            </p:nvSpPr>
            <p:spPr bwMode="auto">
              <a:xfrm>
                <a:off x="4601" y="960"/>
                <a:ext cx="140" cy="137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3" name="Oval 34"/>
              <p:cNvSpPr>
                <a:spLocks noChangeArrowheads="1"/>
              </p:cNvSpPr>
              <p:nvPr/>
            </p:nvSpPr>
            <p:spPr bwMode="auto">
              <a:xfrm>
                <a:off x="4299" y="355"/>
                <a:ext cx="105" cy="10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4" name="Oval 35"/>
              <p:cNvSpPr>
                <a:spLocks noChangeArrowheads="1"/>
              </p:cNvSpPr>
              <p:nvPr/>
            </p:nvSpPr>
            <p:spPr bwMode="auto">
              <a:xfrm>
                <a:off x="4103" y="666"/>
                <a:ext cx="112" cy="10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5" name="Oval 36"/>
              <p:cNvSpPr>
                <a:spLocks noChangeArrowheads="1"/>
              </p:cNvSpPr>
              <p:nvPr/>
            </p:nvSpPr>
            <p:spPr bwMode="auto">
              <a:xfrm>
                <a:off x="3431" y="310"/>
                <a:ext cx="139" cy="13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6" name="Oval 37"/>
              <p:cNvSpPr>
                <a:spLocks noChangeArrowheads="1"/>
              </p:cNvSpPr>
              <p:nvPr/>
            </p:nvSpPr>
            <p:spPr bwMode="auto">
              <a:xfrm>
                <a:off x="3852" y="205"/>
                <a:ext cx="150" cy="15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7" name="Oval 38"/>
              <p:cNvSpPr>
                <a:spLocks noChangeArrowheads="1"/>
              </p:cNvSpPr>
              <p:nvPr/>
            </p:nvSpPr>
            <p:spPr bwMode="auto">
              <a:xfrm>
                <a:off x="3742" y="722"/>
                <a:ext cx="142" cy="141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8" name="Oval 39"/>
              <p:cNvSpPr>
                <a:spLocks noChangeArrowheads="1"/>
              </p:cNvSpPr>
              <p:nvPr/>
            </p:nvSpPr>
            <p:spPr bwMode="auto">
              <a:xfrm>
                <a:off x="3326" y="1121"/>
                <a:ext cx="150" cy="15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9" name="Oval 40"/>
              <p:cNvSpPr>
                <a:spLocks noChangeArrowheads="1"/>
              </p:cNvSpPr>
              <p:nvPr/>
            </p:nvSpPr>
            <p:spPr bwMode="auto">
              <a:xfrm>
                <a:off x="3742" y="1299"/>
                <a:ext cx="103" cy="10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0" name="Oval 41"/>
              <p:cNvSpPr>
                <a:spLocks noChangeArrowheads="1"/>
              </p:cNvSpPr>
              <p:nvPr/>
            </p:nvSpPr>
            <p:spPr bwMode="auto">
              <a:xfrm>
                <a:off x="3697" y="1556"/>
                <a:ext cx="97" cy="9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1" name="Oval 42"/>
              <p:cNvSpPr>
                <a:spLocks noChangeArrowheads="1"/>
              </p:cNvSpPr>
              <p:nvPr/>
            </p:nvSpPr>
            <p:spPr bwMode="auto">
              <a:xfrm>
                <a:off x="3596" y="2026"/>
                <a:ext cx="146" cy="148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2" name="Oval 43"/>
              <p:cNvSpPr>
                <a:spLocks noChangeArrowheads="1"/>
              </p:cNvSpPr>
              <p:nvPr/>
            </p:nvSpPr>
            <p:spPr bwMode="auto">
              <a:xfrm>
                <a:off x="2993" y="2408"/>
                <a:ext cx="113" cy="11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3" name="Oval 44"/>
              <p:cNvSpPr>
                <a:spLocks noChangeArrowheads="1"/>
              </p:cNvSpPr>
              <p:nvPr/>
            </p:nvSpPr>
            <p:spPr bwMode="auto">
              <a:xfrm>
                <a:off x="2881" y="2043"/>
                <a:ext cx="112" cy="112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4" name="Oval 45"/>
              <p:cNvSpPr>
                <a:spLocks noChangeArrowheads="1"/>
              </p:cNvSpPr>
              <p:nvPr/>
            </p:nvSpPr>
            <p:spPr bwMode="auto">
              <a:xfrm>
                <a:off x="3291" y="1779"/>
                <a:ext cx="110" cy="11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5" name="Oval 46"/>
              <p:cNvSpPr>
                <a:spLocks noChangeArrowheads="1"/>
              </p:cNvSpPr>
              <p:nvPr/>
            </p:nvSpPr>
            <p:spPr bwMode="auto">
              <a:xfrm>
                <a:off x="2724" y="1432"/>
                <a:ext cx="170" cy="16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6" name="Oval 47"/>
              <p:cNvSpPr>
                <a:spLocks noChangeArrowheads="1"/>
              </p:cNvSpPr>
              <p:nvPr/>
            </p:nvSpPr>
            <p:spPr bwMode="auto">
              <a:xfrm>
                <a:off x="2780" y="878"/>
                <a:ext cx="122" cy="12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7" name="Oval 48"/>
              <p:cNvSpPr>
                <a:spLocks noChangeArrowheads="1"/>
              </p:cNvSpPr>
              <p:nvPr/>
            </p:nvSpPr>
            <p:spPr bwMode="auto">
              <a:xfrm>
                <a:off x="3089" y="617"/>
                <a:ext cx="105" cy="1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8" name="Oval 49"/>
              <p:cNvSpPr>
                <a:spLocks noChangeArrowheads="1"/>
              </p:cNvSpPr>
              <p:nvPr/>
            </p:nvSpPr>
            <p:spPr bwMode="auto">
              <a:xfrm>
                <a:off x="4810" y="881"/>
                <a:ext cx="94" cy="94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9" name="Oval 50"/>
              <p:cNvSpPr>
                <a:spLocks noChangeArrowheads="1"/>
              </p:cNvSpPr>
              <p:nvPr/>
            </p:nvSpPr>
            <p:spPr bwMode="auto">
              <a:xfrm>
                <a:off x="3326" y="3126"/>
                <a:ext cx="85" cy="8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0" name="Oval 51"/>
              <p:cNvSpPr>
                <a:spLocks noChangeArrowheads="1"/>
              </p:cNvSpPr>
              <p:nvPr/>
            </p:nvSpPr>
            <p:spPr bwMode="auto">
              <a:xfrm>
                <a:off x="4266" y="3178"/>
                <a:ext cx="95" cy="94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cxnSp>
          <p:nvCxnSpPr>
            <p:cNvPr id="93" name="直接连接符 92"/>
            <p:cNvCxnSpPr/>
            <p:nvPr/>
          </p:nvCxnSpPr>
          <p:spPr>
            <a:xfrm flipH="1">
              <a:off x="5966629" y="1288052"/>
              <a:ext cx="299176" cy="61263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flipH="1">
              <a:off x="5900667" y="1011655"/>
              <a:ext cx="319741" cy="5234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flipH="1" flipV="1">
              <a:off x="5900667" y="699121"/>
              <a:ext cx="285441" cy="5654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H="1" flipV="1">
              <a:off x="6016363" y="301520"/>
              <a:ext cx="245611" cy="136373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 flipH="1" flipV="1">
              <a:off x="6321043" y="-74620"/>
              <a:ext cx="130337" cy="202553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flipH="1" flipV="1">
              <a:off x="6867211" y="-231575"/>
              <a:ext cx="1" cy="185652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flipH="1">
              <a:off x="7280432" y="-39202"/>
              <a:ext cx="170861" cy="184338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flipH="1">
              <a:off x="7538294" y="263188"/>
              <a:ext cx="240414" cy="158327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 flipH="1">
              <a:off x="7640278" y="672160"/>
              <a:ext cx="304679" cy="83501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flipH="1">
              <a:off x="7612855" y="1014272"/>
              <a:ext cx="332102" cy="1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 flipH="1" flipV="1">
              <a:off x="7506513" y="1267650"/>
              <a:ext cx="219368" cy="80768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1" name="文本框 10"/>
          <p:cNvSpPr txBox="1"/>
          <p:nvPr/>
        </p:nvSpPr>
        <p:spPr>
          <a:xfrm>
            <a:off x="5406035" y="1331777"/>
            <a:ext cx="301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800" dirty="0"/>
              <a:t>数据挖掘在大数据中的挑战</a:t>
            </a:r>
            <a:endParaRPr lang="zh-CN" altLang="en-US" sz="17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51735" y="3294877"/>
            <a:ext cx="2193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800" dirty="0"/>
              <a:t>大数据</a:t>
            </a:r>
            <a:r>
              <a:rPr lang="zh-CN" altLang="zh-CN" sz="1800" dirty="0" smtClean="0"/>
              <a:t>挖掘平台 </a:t>
            </a:r>
            <a:endParaRPr kumimoji="1" lang="zh-CN" alt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14:prism isInverted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0"/>
                            </p:stCondLst>
                            <p:childTnLst>
                              <p:par>
                                <p:cTn id="5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83" grpId="0"/>
      <p:bldP spid="15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1995777" y="2868656"/>
            <a:ext cx="5709037" cy="43858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US" altLang="zh-CN" sz="2400" dirty="0"/>
              <a:t>Data Mining Challenges with Big Data</a:t>
            </a:r>
            <a:endParaRPr lang="zh-CN" altLang="zh-CN" sz="2400" dirty="0"/>
          </a:p>
        </p:txBody>
      </p:sp>
      <p:sp>
        <p:nvSpPr>
          <p:cNvPr id="16" name="文本框 36"/>
          <p:cNvSpPr txBox="1"/>
          <p:nvPr/>
        </p:nvSpPr>
        <p:spPr>
          <a:xfrm>
            <a:off x="1509008" y="3390257"/>
            <a:ext cx="6862867" cy="6232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zh-CN" sz="3600" dirty="0"/>
              <a:t>数据挖掘在大数据中的挑战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-2776945" y="365769"/>
            <a:ext cx="4342716" cy="4321430"/>
            <a:chOff x="6940262" y="3251983"/>
            <a:chExt cx="971550" cy="966788"/>
          </a:xfrm>
        </p:grpSpPr>
        <p:sp>
          <p:nvSpPr>
            <p:cNvPr id="11" name="Freeform 5"/>
            <p:cNvSpPr>
              <a:spLocks/>
            </p:cNvSpPr>
            <p:nvPr/>
          </p:nvSpPr>
          <p:spPr bwMode="auto">
            <a:xfrm>
              <a:off x="6959312" y="3251983"/>
              <a:ext cx="928688" cy="966788"/>
            </a:xfrm>
            <a:custGeom>
              <a:avLst/>
              <a:gdLst>
                <a:gd name="T0" fmla="*/ 121 w 245"/>
                <a:gd name="T1" fmla="*/ 0 h 255"/>
                <a:gd name="T2" fmla="*/ 158 w 245"/>
                <a:gd name="T3" fmla="*/ 61 h 255"/>
                <a:gd name="T4" fmla="*/ 234 w 245"/>
                <a:gd name="T5" fmla="*/ 65 h 255"/>
                <a:gd name="T6" fmla="*/ 198 w 245"/>
                <a:gd name="T7" fmla="*/ 128 h 255"/>
                <a:gd name="T8" fmla="*/ 233 w 245"/>
                <a:gd name="T9" fmla="*/ 191 h 255"/>
                <a:gd name="T10" fmla="*/ 160 w 245"/>
                <a:gd name="T11" fmla="*/ 193 h 255"/>
                <a:gd name="T12" fmla="*/ 122 w 245"/>
                <a:gd name="T13" fmla="*/ 255 h 255"/>
                <a:gd name="T14" fmla="*/ 87 w 245"/>
                <a:gd name="T15" fmla="*/ 193 h 255"/>
                <a:gd name="T16" fmla="*/ 11 w 245"/>
                <a:gd name="T17" fmla="*/ 190 h 255"/>
                <a:gd name="T18" fmla="*/ 47 w 245"/>
                <a:gd name="T19" fmla="*/ 125 h 255"/>
                <a:gd name="T20" fmla="*/ 11 w 245"/>
                <a:gd name="T21" fmla="*/ 65 h 255"/>
                <a:gd name="T22" fmla="*/ 86 w 245"/>
                <a:gd name="T23" fmla="*/ 62 h 255"/>
                <a:gd name="T24" fmla="*/ 121 w 245"/>
                <a:gd name="T25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5" h="255">
                  <a:moveTo>
                    <a:pt x="121" y="0"/>
                  </a:moveTo>
                  <a:cubicBezTo>
                    <a:pt x="142" y="0"/>
                    <a:pt x="147" y="55"/>
                    <a:pt x="158" y="61"/>
                  </a:cubicBezTo>
                  <a:cubicBezTo>
                    <a:pt x="170" y="67"/>
                    <a:pt x="222" y="43"/>
                    <a:pt x="234" y="65"/>
                  </a:cubicBezTo>
                  <a:cubicBezTo>
                    <a:pt x="245" y="85"/>
                    <a:pt x="198" y="115"/>
                    <a:pt x="198" y="128"/>
                  </a:cubicBezTo>
                  <a:cubicBezTo>
                    <a:pt x="198" y="141"/>
                    <a:pt x="244" y="172"/>
                    <a:pt x="233" y="191"/>
                  </a:cubicBezTo>
                  <a:cubicBezTo>
                    <a:pt x="222" y="211"/>
                    <a:pt x="172" y="186"/>
                    <a:pt x="160" y="193"/>
                  </a:cubicBezTo>
                  <a:cubicBezTo>
                    <a:pt x="148" y="200"/>
                    <a:pt x="143" y="255"/>
                    <a:pt x="122" y="255"/>
                  </a:cubicBezTo>
                  <a:cubicBezTo>
                    <a:pt x="101" y="255"/>
                    <a:pt x="98" y="199"/>
                    <a:pt x="87" y="193"/>
                  </a:cubicBezTo>
                  <a:cubicBezTo>
                    <a:pt x="75" y="187"/>
                    <a:pt x="24" y="212"/>
                    <a:pt x="11" y="190"/>
                  </a:cubicBezTo>
                  <a:cubicBezTo>
                    <a:pt x="0" y="169"/>
                    <a:pt x="47" y="138"/>
                    <a:pt x="47" y="125"/>
                  </a:cubicBezTo>
                  <a:cubicBezTo>
                    <a:pt x="48" y="113"/>
                    <a:pt x="1" y="83"/>
                    <a:pt x="11" y="65"/>
                  </a:cubicBezTo>
                  <a:cubicBezTo>
                    <a:pt x="23" y="45"/>
                    <a:pt x="73" y="69"/>
                    <a:pt x="86" y="62"/>
                  </a:cubicBezTo>
                  <a:cubicBezTo>
                    <a:pt x="97" y="55"/>
                    <a:pt x="100" y="0"/>
                    <a:pt x="121" y="0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6956137" y="3256746"/>
              <a:ext cx="936625" cy="962025"/>
            </a:xfrm>
            <a:custGeom>
              <a:avLst/>
              <a:gdLst>
                <a:gd name="T0" fmla="*/ 129 w 247"/>
                <a:gd name="T1" fmla="*/ 1 h 254"/>
                <a:gd name="T2" fmla="*/ 162 w 247"/>
                <a:gd name="T3" fmla="*/ 63 h 254"/>
                <a:gd name="T4" fmla="*/ 237 w 247"/>
                <a:gd name="T5" fmla="*/ 71 h 254"/>
                <a:gd name="T6" fmla="*/ 198 w 247"/>
                <a:gd name="T7" fmla="*/ 131 h 254"/>
                <a:gd name="T8" fmla="*/ 229 w 247"/>
                <a:gd name="T9" fmla="*/ 196 h 254"/>
                <a:gd name="T10" fmla="*/ 156 w 247"/>
                <a:gd name="T11" fmla="*/ 193 h 254"/>
                <a:gd name="T12" fmla="*/ 116 w 247"/>
                <a:gd name="T13" fmla="*/ 252 h 254"/>
                <a:gd name="T14" fmla="*/ 84 w 247"/>
                <a:gd name="T15" fmla="*/ 189 h 254"/>
                <a:gd name="T16" fmla="*/ 11 w 247"/>
                <a:gd name="T17" fmla="*/ 182 h 254"/>
                <a:gd name="T18" fmla="*/ 49 w 247"/>
                <a:gd name="T19" fmla="*/ 121 h 254"/>
                <a:gd name="T20" fmla="*/ 18 w 247"/>
                <a:gd name="T21" fmla="*/ 59 h 254"/>
                <a:gd name="T22" fmla="*/ 91 w 247"/>
                <a:gd name="T23" fmla="*/ 60 h 254"/>
                <a:gd name="T24" fmla="*/ 129 w 247"/>
                <a:gd name="T25" fmla="*/ 1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4">
                  <a:moveTo>
                    <a:pt x="129" y="1"/>
                  </a:moveTo>
                  <a:cubicBezTo>
                    <a:pt x="150" y="2"/>
                    <a:pt x="151" y="57"/>
                    <a:pt x="162" y="63"/>
                  </a:cubicBezTo>
                  <a:cubicBezTo>
                    <a:pt x="174" y="70"/>
                    <a:pt x="226" y="49"/>
                    <a:pt x="237" y="71"/>
                  </a:cubicBezTo>
                  <a:cubicBezTo>
                    <a:pt x="247" y="91"/>
                    <a:pt x="199" y="118"/>
                    <a:pt x="198" y="131"/>
                  </a:cubicBezTo>
                  <a:cubicBezTo>
                    <a:pt x="197" y="144"/>
                    <a:pt x="241" y="177"/>
                    <a:pt x="229" y="196"/>
                  </a:cubicBezTo>
                  <a:cubicBezTo>
                    <a:pt x="217" y="214"/>
                    <a:pt x="169" y="187"/>
                    <a:pt x="156" y="193"/>
                  </a:cubicBezTo>
                  <a:cubicBezTo>
                    <a:pt x="144" y="199"/>
                    <a:pt x="137" y="254"/>
                    <a:pt x="116" y="252"/>
                  </a:cubicBezTo>
                  <a:cubicBezTo>
                    <a:pt x="95" y="251"/>
                    <a:pt x="95" y="196"/>
                    <a:pt x="84" y="189"/>
                  </a:cubicBezTo>
                  <a:cubicBezTo>
                    <a:pt x="73" y="182"/>
                    <a:pt x="21" y="204"/>
                    <a:pt x="11" y="182"/>
                  </a:cubicBezTo>
                  <a:cubicBezTo>
                    <a:pt x="0" y="161"/>
                    <a:pt x="48" y="134"/>
                    <a:pt x="49" y="121"/>
                  </a:cubicBezTo>
                  <a:cubicBezTo>
                    <a:pt x="50" y="108"/>
                    <a:pt x="7" y="76"/>
                    <a:pt x="18" y="59"/>
                  </a:cubicBezTo>
                  <a:cubicBezTo>
                    <a:pt x="30" y="40"/>
                    <a:pt x="78" y="66"/>
                    <a:pt x="91" y="60"/>
                  </a:cubicBezTo>
                  <a:cubicBezTo>
                    <a:pt x="103" y="54"/>
                    <a:pt x="109" y="0"/>
                    <a:pt x="129" y="1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Freeform 7"/>
            <p:cNvSpPr>
              <a:spLocks/>
            </p:cNvSpPr>
            <p:nvPr/>
          </p:nvSpPr>
          <p:spPr bwMode="auto">
            <a:xfrm>
              <a:off x="6956137" y="3259921"/>
              <a:ext cx="936625" cy="955675"/>
            </a:xfrm>
            <a:custGeom>
              <a:avLst/>
              <a:gdLst>
                <a:gd name="T0" fmla="*/ 137 w 247"/>
                <a:gd name="T1" fmla="*/ 2 h 252"/>
                <a:gd name="T2" fmla="*/ 165 w 247"/>
                <a:gd name="T3" fmla="*/ 65 h 252"/>
                <a:gd name="T4" fmla="*/ 239 w 247"/>
                <a:gd name="T5" fmla="*/ 77 h 252"/>
                <a:gd name="T6" fmla="*/ 197 w 247"/>
                <a:gd name="T7" fmla="*/ 134 h 252"/>
                <a:gd name="T8" fmla="*/ 224 w 247"/>
                <a:gd name="T9" fmla="*/ 200 h 252"/>
                <a:gd name="T10" fmla="*/ 152 w 247"/>
                <a:gd name="T11" fmla="*/ 193 h 252"/>
                <a:gd name="T12" fmla="*/ 109 w 247"/>
                <a:gd name="T13" fmla="*/ 250 h 252"/>
                <a:gd name="T14" fmla="*/ 81 w 247"/>
                <a:gd name="T15" fmla="*/ 185 h 252"/>
                <a:gd name="T16" fmla="*/ 9 w 247"/>
                <a:gd name="T17" fmla="*/ 174 h 252"/>
                <a:gd name="T18" fmla="*/ 50 w 247"/>
                <a:gd name="T19" fmla="*/ 116 h 252"/>
                <a:gd name="T20" fmla="*/ 23 w 247"/>
                <a:gd name="T21" fmla="*/ 52 h 252"/>
                <a:gd name="T22" fmla="*/ 95 w 247"/>
                <a:gd name="T23" fmla="*/ 58 h 252"/>
                <a:gd name="T24" fmla="*/ 137 w 247"/>
                <a:gd name="T25" fmla="*/ 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2">
                  <a:moveTo>
                    <a:pt x="137" y="2"/>
                  </a:moveTo>
                  <a:cubicBezTo>
                    <a:pt x="157" y="4"/>
                    <a:pt x="155" y="58"/>
                    <a:pt x="165" y="65"/>
                  </a:cubicBezTo>
                  <a:cubicBezTo>
                    <a:pt x="177" y="73"/>
                    <a:pt x="229" y="55"/>
                    <a:pt x="239" y="77"/>
                  </a:cubicBezTo>
                  <a:cubicBezTo>
                    <a:pt x="247" y="98"/>
                    <a:pt x="198" y="121"/>
                    <a:pt x="197" y="134"/>
                  </a:cubicBezTo>
                  <a:cubicBezTo>
                    <a:pt x="196" y="147"/>
                    <a:pt x="237" y="182"/>
                    <a:pt x="224" y="200"/>
                  </a:cubicBezTo>
                  <a:cubicBezTo>
                    <a:pt x="210" y="217"/>
                    <a:pt x="164" y="188"/>
                    <a:pt x="152" y="193"/>
                  </a:cubicBezTo>
                  <a:cubicBezTo>
                    <a:pt x="140" y="198"/>
                    <a:pt x="130" y="252"/>
                    <a:pt x="109" y="250"/>
                  </a:cubicBezTo>
                  <a:cubicBezTo>
                    <a:pt x="88" y="247"/>
                    <a:pt x="91" y="192"/>
                    <a:pt x="81" y="185"/>
                  </a:cubicBezTo>
                  <a:cubicBezTo>
                    <a:pt x="70" y="177"/>
                    <a:pt x="18" y="196"/>
                    <a:pt x="9" y="174"/>
                  </a:cubicBezTo>
                  <a:cubicBezTo>
                    <a:pt x="0" y="153"/>
                    <a:pt x="49" y="129"/>
                    <a:pt x="50" y="116"/>
                  </a:cubicBezTo>
                  <a:cubicBezTo>
                    <a:pt x="52" y="104"/>
                    <a:pt x="11" y="69"/>
                    <a:pt x="23" y="52"/>
                  </a:cubicBezTo>
                  <a:cubicBezTo>
                    <a:pt x="37" y="35"/>
                    <a:pt x="83" y="63"/>
                    <a:pt x="95" y="58"/>
                  </a:cubicBezTo>
                  <a:cubicBezTo>
                    <a:pt x="107" y="53"/>
                    <a:pt x="116" y="0"/>
                    <a:pt x="137" y="2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" name="Freeform 8"/>
            <p:cNvSpPr>
              <a:spLocks/>
            </p:cNvSpPr>
            <p:nvPr/>
          </p:nvSpPr>
          <p:spPr bwMode="auto">
            <a:xfrm>
              <a:off x="6951375" y="3259921"/>
              <a:ext cx="944563" cy="950913"/>
            </a:xfrm>
            <a:custGeom>
              <a:avLst/>
              <a:gdLst>
                <a:gd name="T0" fmla="*/ 145 w 249"/>
                <a:gd name="T1" fmla="*/ 4 h 251"/>
                <a:gd name="T2" fmla="*/ 170 w 249"/>
                <a:gd name="T3" fmla="*/ 69 h 251"/>
                <a:gd name="T4" fmla="*/ 242 w 249"/>
                <a:gd name="T5" fmla="*/ 84 h 251"/>
                <a:gd name="T6" fmla="*/ 197 w 249"/>
                <a:gd name="T7" fmla="*/ 138 h 251"/>
                <a:gd name="T8" fmla="*/ 219 w 249"/>
                <a:gd name="T9" fmla="*/ 205 h 251"/>
                <a:gd name="T10" fmla="*/ 148 w 249"/>
                <a:gd name="T11" fmla="*/ 194 h 251"/>
                <a:gd name="T12" fmla="*/ 103 w 249"/>
                <a:gd name="T13" fmla="*/ 248 h 251"/>
                <a:gd name="T14" fmla="*/ 79 w 249"/>
                <a:gd name="T15" fmla="*/ 182 h 251"/>
                <a:gd name="T16" fmla="*/ 8 w 249"/>
                <a:gd name="T17" fmla="*/ 168 h 251"/>
                <a:gd name="T18" fmla="*/ 52 w 249"/>
                <a:gd name="T19" fmla="*/ 112 h 251"/>
                <a:gd name="T20" fmla="*/ 30 w 249"/>
                <a:gd name="T21" fmla="*/ 47 h 251"/>
                <a:gd name="T22" fmla="*/ 100 w 249"/>
                <a:gd name="T23" fmla="*/ 56 h 251"/>
                <a:gd name="T24" fmla="*/ 145 w 249"/>
                <a:gd name="T25" fmla="*/ 4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9" h="251">
                  <a:moveTo>
                    <a:pt x="145" y="4"/>
                  </a:moveTo>
                  <a:cubicBezTo>
                    <a:pt x="165" y="7"/>
                    <a:pt x="160" y="61"/>
                    <a:pt x="170" y="69"/>
                  </a:cubicBezTo>
                  <a:cubicBezTo>
                    <a:pt x="180" y="77"/>
                    <a:pt x="233" y="62"/>
                    <a:pt x="242" y="84"/>
                  </a:cubicBezTo>
                  <a:cubicBezTo>
                    <a:pt x="249" y="105"/>
                    <a:pt x="199" y="126"/>
                    <a:pt x="197" y="138"/>
                  </a:cubicBezTo>
                  <a:cubicBezTo>
                    <a:pt x="195" y="150"/>
                    <a:pt x="234" y="188"/>
                    <a:pt x="219" y="205"/>
                  </a:cubicBezTo>
                  <a:cubicBezTo>
                    <a:pt x="205" y="222"/>
                    <a:pt x="161" y="190"/>
                    <a:pt x="148" y="194"/>
                  </a:cubicBezTo>
                  <a:cubicBezTo>
                    <a:pt x="137" y="199"/>
                    <a:pt x="124" y="251"/>
                    <a:pt x="103" y="248"/>
                  </a:cubicBezTo>
                  <a:cubicBezTo>
                    <a:pt x="83" y="244"/>
                    <a:pt x="88" y="190"/>
                    <a:pt x="79" y="182"/>
                  </a:cubicBezTo>
                  <a:cubicBezTo>
                    <a:pt x="69" y="173"/>
                    <a:pt x="16" y="189"/>
                    <a:pt x="8" y="168"/>
                  </a:cubicBezTo>
                  <a:cubicBezTo>
                    <a:pt x="0" y="147"/>
                    <a:pt x="50" y="125"/>
                    <a:pt x="52" y="112"/>
                  </a:cubicBezTo>
                  <a:cubicBezTo>
                    <a:pt x="55" y="100"/>
                    <a:pt x="16" y="63"/>
                    <a:pt x="30" y="47"/>
                  </a:cubicBezTo>
                  <a:cubicBezTo>
                    <a:pt x="44" y="30"/>
                    <a:pt x="88" y="61"/>
                    <a:pt x="100" y="56"/>
                  </a:cubicBezTo>
                  <a:cubicBezTo>
                    <a:pt x="112" y="52"/>
                    <a:pt x="125" y="0"/>
                    <a:pt x="145" y="4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" name="Freeform 9"/>
            <p:cNvSpPr>
              <a:spLocks/>
            </p:cNvSpPr>
            <p:nvPr/>
          </p:nvSpPr>
          <p:spPr bwMode="auto">
            <a:xfrm>
              <a:off x="6948200" y="3263096"/>
              <a:ext cx="950913" cy="947738"/>
            </a:xfrm>
            <a:custGeom>
              <a:avLst/>
              <a:gdLst>
                <a:gd name="T0" fmla="*/ 153 w 251"/>
                <a:gd name="T1" fmla="*/ 5 h 250"/>
                <a:gd name="T2" fmla="*/ 174 w 251"/>
                <a:gd name="T3" fmla="*/ 71 h 250"/>
                <a:gd name="T4" fmla="*/ 244 w 251"/>
                <a:gd name="T5" fmla="*/ 90 h 250"/>
                <a:gd name="T6" fmla="*/ 197 w 251"/>
                <a:gd name="T7" fmla="*/ 141 h 250"/>
                <a:gd name="T8" fmla="*/ 215 w 251"/>
                <a:gd name="T9" fmla="*/ 209 h 250"/>
                <a:gd name="T10" fmla="*/ 145 w 251"/>
                <a:gd name="T11" fmla="*/ 194 h 250"/>
                <a:gd name="T12" fmla="*/ 97 w 251"/>
                <a:gd name="T13" fmla="*/ 245 h 250"/>
                <a:gd name="T14" fmla="*/ 76 w 251"/>
                <a:gd name="T15" fmla="*/ 177 h 250"/>
                <a:gd name="T16" fmla="*/ 7 w 251"/>
                <a:gd name="T17" fmla="*/ 160 h 250"/>
                <a:gd name="T18" fmla="*/ 54 w 251"/>
                <a:gd name="T19" fmla="*/ 108 h 250"/>
                <a:gd name="T20" fmla="*/ 36 w 251"/>
                <a:gd name="T21" fmla="*/ 40 h 250"/>
                <a:gd name="T22" fmla="*/ 105 w 251"/>
                <a:gd name="T23" fmla="*/ 54 h 250"/>
                <a:gd name="T24" fmla="*/ 153 w 251"/>
                <a:gd name="T25" fmla="*/ 5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50">
                  <a:moveTo>
                    <a:pt x="153" y="5"/>
                  </a:moveTo>
                  <a:cubicBezTo>
                    <a:pt x="173" y="9"/>
                    <a:pt x="165" y="62"/>
                    <a:pt x="174" y="71"/>
                  </a:cubicBezTo>
                  <a:cubicBezTo>
                    <a:pt x="184" y="80"/>
                    <a:pt x="238" y="68"/>
                    <a:pt x="244" y="90"/>
                  </a:cubicBezTo>
                  <a:cubicBezTo>
                    <a:pt x="251" y="111"/>
                    <a:pt x="200" y="129"/>
                    <a:pt x="197" y="141"/>
                  </a:cubicBezTo>
                  <a:cubicBezTo>
                    <a:pt x="194" y="153"/>
                    <a:pt x="231" y="193"/>
                    <a:pt x="215" y="209"/>
                  </a:cubicBezTo>
                  <a:cubicBezTo>
                    <a:pt x="199" y="225"/>
                    <a:pt x="158" y="191"/>
                    <a:pt x="145" y="194"/>
                  </a:cubicBezTo>
                  <a:cubicBezTo>
                    <a:pt x="133" y="198"/>
                    <a:pt x="117" y="250"/>
                    <a:pt x="97" y="245"/>
                  </a:cubicBezTo>
                  <a:cubicBezTo>
                    <a:pt x="77" y="240"/>
                    <a:pt x="86" y="186"/>
                    <a:pt x="76" y="177"/>
                  </a:cubicBezTo>
                  <a:cubicBezTo>
                    <a:pt x="67" y="169"/>
                    <a:pt x="14" y="181"/>
                    <a:pt x="7" y="160"/>
                  </a:cubicBezTo>
                  <a:cubicBezTo>
                    <a:pt x="0" y="139"/>
                    <a:pt x="51" y="120"/>
                    <a:pt x="54" y="108"/>
                  </a:cubicBezTo>
                  <a:cubicBezTo>
                    <a:pt x="57" y="95"/>
                    <a:pt x="21" y="56"/>
                    <a:pt x="36" y="40"/>
                  </a:cubicBezTo>
                  <a:cubicBezTo>
                    <a:pt x="51" y="25"/>
                    <a:pt x="93" y="58"/>
                    <a:pt x="105" y="54"/>
                  </a:cubicBezTo>
                  <a:cubicBezTo>
                    <a:pt x="117" y="51"/>
                    <a:pt x="133" y="0"/>
                    <a:pt x="153" y="5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" name="Freeform 10"/>
            <p:cNvSpPr>
              <a:spLocks/>
            </p:cNvSpPr>
            <p:nvPr/>
          </p:nvSpPr>
          <p:spPr bwMode="auto">
            <a:xfrm>
              <a:off x="6948200" y="3263096"/>
              <a:ext cx="950913" cy="944563"/>
            </a:xfrm>
            <a:custGeom>
              <a:avLst/>
              <a:gdLst>
                <a:gd name="T0" fmla="*/ 160 w 251"/>
                <a:gd name="T1" fmla="*/ 6 h 249"/>
                <a:gd name="T2" fmla="*/ 178 w 251"/>
                <a:gd name="T3" fmla="*/ 74 h 249"/>
                <a:gd name="T4" fmla="*/ 246 w 251"/>
                <a:gd name="T5" fmla="*/ 97 h 249"/>
                <a:gd name="T6" fmla="*/ 196 w 251"/>
                <a:gd name="T7" fmla="*/ 145 h 249"/>
                <a:gd name="T8" fmla="*/ 209 w 251"/>
                <a:gd name="T9" fmla="*/ 215 h 249"/>
                <a:gd name="T10" fmla="*/ 141 w 251"/>
                <a:gd name="T11" fmla="*/ 195 h 249"/>
                <a:gd name="T12" fmla="*/ 91 w 251"/>
                <a:gd name="T13" fmla="*/ 243 h 249"/>
                <a:gd name="T14" fmla="*/ 73 w 251"/>
                <a:gd name="T15" fmla="*/ 174 h 249"/>
                <a:gd name="T16" fmla="*/ 5 w 251"/>
                <a:gd name="T17" fmla="*/ 153 h 249"/>
                <a:gd name="T18" fmla="*/ 55 w 251"/>
                <a:gd name="T19" fmla="*/ 104 h 249"/>
                <a:gd name="T20" fmla="*/ 42 w 251"/>
                <a:gd name="T21" fmla="*/ 35 h 249"/>
                <a:gd name="T22" fmla="*/ 109 w 251"/>
                <a:gd name="T23" fmla="*/ 53 h 249"/>
                <a:gd name="T24" fmla="*/ 160 w 251"/>
                <a:gd name="T25" fmla="*/ 6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49">
                  <a:moveTo>
                    <a:pt x="160" y="6"/>
                  </a:moveTo>
                  <a:cubicBezTo>
                    <a:pt x="181" y="12"/>
                    <a:pt x="169" y="65"/>
                    <a:pt x="178" y="74"/>
                  </a:cubicBezTo>
                  <a:cubicBezTo>
                    <a:pt x="187" y="84"/>
                    <a:pt x="241" y="76"/>
                    <a:pt x="246" y="97"/>
                  </a:cubicBezTo>
                  <a:cubicBezTo>
                    <a:pt x="251" y="118"/>
                    <a:pt x="199" y="133"/>
                    <a:pt x="196" y="145"/>
                  </a:cubicBezTo>
                  <a:cubicBezTo>
                    <a:pt x="192" y="157"/>
                    <a:pt x="226" y="199"/>
                    <a:pt x="209" y="215"/>
                  </a:cubicBezTo>
                  <a:cubicBezTo>
                    <a:pt x="193" y="230"/>
                    <a:pt x="154" y="193"/>
                    <a:pt x="141" y="195"/>
                  </a:cubicBezTo>
                  <a:cubicBezTo>
                    <a:pt x="129" y="198"/>
                    <a:pt x="110" y="249"/>
                    <a:pt x="91" y="243"/>
                  </a:cubicBezTo>
                  <a:cubicBezTo>
                    <a:pt x="70" y="237"/>
                    <a:pt x="82" y="184"/>
                    <a:pt x="73" y="174"/>
                  </a:cubicBezTo>
                  <a:cubicBezTo>
                    <a:pt x="64" y="165"/>
                    <a:pt x="11" y="174"/>
                    <a:pt x="5" y="153"/>
                  </a:cubicBezTo>
                  <a:cubicBezTo>
                    <a:pt x="0" y="132"/>
                    <a:pt x="52" y="116"/>
                    <a:pt x="55" y="104"/>
                  </a:cubicBezTo>
                  <a:cubicBezTo>
                    <a:pt x="59" y="92"/>
                    <a:pt x="25" y="50"/>
                    <a:pt x="42" y="35"/>
                  </a:cubicBezTo>
                  <a:cubicBezTo>
                    <a:pt x="58" y="20"/>
                    <a:pt x="97" y="56"/>
                    <a:pt x="109" y="53"/>
                  </a:cubicBezTo>
                  <a:cubicBezTo>
                    <a:pt x="122" y="50"/>
                    <a:pt x="141" y="0"/>
                    <a:pt x="160" y="6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Freeform 11"/>
            <p:cNvSpPr>
              <a:spLocks/>
            </p:cNvSpPr>
            <p:nvPr/>
          </p:nvSpPr>
          <p:spPr bwMode="auto">
            <a:xfrm>
              <a:off x="6945025" y="3267858"/>
              <a:ext cx="958850" cy="936625"/>
            </a:xfrm>
            <a:custGeom>
              <a:avLst/>
              <a:gdLst>
                <a:gd name="T0" fmla="*/ 169 w 253"/>
                <a:gd name="T1" fmla="*/ 7 h 247"/>
                <a:gd name="T2" fmla="*/ 182 w 253"/>
                <a:gd name="T3" fmla="*/ 77 h 247"/>
                <a:gd name="T4" fmla="*/ 249 w 253"/>
                <a:gd name="T5" fmla="*/ 104 h 247"/>
                <a:gd name="T6" fmla="*/ 196 w 253"/>
                <a:gd name="T7" fmla="*/ 148 h 247"/>
                <a:gd name="T8" fmla="*/ 205 w 253"/>
                <a:gd name="T9" fmla="*/ 219 h 247"/>
                <a:gd name="T10" fmla="*/ 137 w 253"/>
                <a:gd name="T11" fmla="*/ 196 h 247"/>
                <a:gd name="T12" fmla="*/ 85 w 253"/>
                <a:gd name="T13" fmla="*/ 240 h 247"/>
                <a:gd name="T14" fmla="*/ 71 w 253"/>
                <a:gd name="T15" fmla="*/ 170 h 247"/>
                <a:gd name="T16" fmla="*/ 5 w 253"/>
                <a:gd name="T17" fmla="*/ 145 h 247"/>
                <a:gd name="T18" fmla="*/ 57 w 253"/>
                <a:gd name="T19" fmla="*/ 100 h 247"/>
                <a:gd name="T20" fmla="*/ 48 w 253"/>
                <a:gd name="T21" fmla="*/ 29 h 247"/>
                <a:gd name="T22" fmla="*/ 115 w 253"/>
                <a:gd name="T23" fmla="*/ 51 h 247"/>
                <a:gd name="T24" fmla="*/ 169 w 253"/>
                <a:gd name="T25" fmla="*/ 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7">
                  <a:moveTo>
                    <a:pt x="169" y="7"/>
                  </a:moveTo>
                  <a:cubicBezTo>
                    <a:pt x="189" y="15"/>
                    <a:pt x="174" y="67"/>
                    <a:pt x="182" y="77"/>
                  </a:cubicBezTo>
                  <a:cubicBezTo>
                    <a:pt x="191" y="87"/>
                    <a:pt x="245" y="82"/>
                    <a:pt x="249" y="104"/>
                  </a:cubicBezTo>
                  <a:cubicBezTo>
                    <a:pt x="253" y="124"/>
                    <a:pt x="200" y="136"/>
                    <a:pt x="196" y="148"/>
                  </a:cubicBezTo>
                  <a:cubicBezTo>
                    <a:pt x="191" y="160"/>
                    <a:pt x="223" y="204"/>
                    <a:pt x="205" y="219"/>
                  </a:cubicBezTo>
                  <a:cubicBezTo>
                    <a:pt x="187" y="233"/>
                    <a:pt x="150" y="193"/>
                    <a:pt x="137" y="196"/>
                  </a:cubicBezTo>
                  <a:cubicBezTo>
                    <a:pt x="125" y="198"/>
                    <a:pt x="104" y="247"/>
                    <a:pt x="85" y="240"/>
                  </a:cubicBezTo>
                  <a:cubicBezTo>
                    <a:pt x="65" y="233"/>
                    <a:pt x="79" y="180"/>
                    <a:pt x="71" y="170"/>
                  </a:cubicBezTo>
                  <a:cubicBezTo>
                    <a:pt x="63" y="160"/>
                    <a:pt x="9" y="166"/>
                    <a:pt x="5" y="145"/>
                  </a:cubicBezTo>
                  <a:cubicBezTo>
                    <a:pt x="0" y="124"/>
                    <a:pt x="53" y="111"/>
                    <a:pt x="57" y="100"/>
                  </a:cubicBezTo>
                  <a:cubicBezTo>
                    <a:pt x="61" y="87"/>
                    <a:pt x="30" y="43"/>
                    <a:pt x="48" y="29"/>
                  </a:cubicBezTo>
                  <a:cubicBezTo>
                    <a:pt x="65" y="15"/>
                    <a:pt x="102" y="54"/>
                    <a:pt x="115" y="51"/>
                  </a:cubicBezTo>
                  <a:cubicBezTo>
                    <a:pt x="127" y="49"/>
                    <a:pt x="149" y="0"/>
                    <a:pt x="169" y="7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Freeform 12"/>
            <p:cNvSpPr>
              <a:spLocks/>
            </p:cNvSpPr>
            <p:nvPr/>
          </p:nvSpPr>
          <p:spPr bwMode="auto">
            <a:xfrm>
              <a:off x="6945025" y="3271033"/>
              <a:ext cx="958850" cy="928688"/>
            </a:xfrm>
            <a:custGeom>
              <a:avLst/>
              <a:gdLst>
                <a:gd name="T0" fmla="*/ 176 w 253"/>
                <a:gd name="T1" fmla="*/ 8 h 245"/>
                <a:gd name="T2" fmla="*/ 185 w 253"/>
                <a:gd name="T3" fmla="*/ 79 h 245"/>
                <a:gd name="T4" fmla="*/ 251 w 253"/>
                <a:gd name="T5" fmla="*/ 110 h 245"/>
                <a:gd name="T6" fmla="*/ 195 w 253"/>
                <a:gd name="T7" fmla="*/ 151 h 245"/>
                <a:gd name="T8" fmla="*/ 200 w 253"/>
                <a:gd name="T9" fmla="*/ 223 h 245"/>
                <a:gd name="T10" fmla="*/ 133 w 253"/>
                <a:gd name="T11" fmla="*/ 196 h 245"/>
                <a:gd name="T12" fmla="*/ 78 w 253"/>
                <a:gd name="T13" fmla="*/ 238 h 245"/>
                <a:gd name="T14" fmla="*/ 67 w 253"/>
                <a:gd name="T15" fmla="*/ 166 h 245"/>
                <a:gd name="T16" fmla="*/ 3 w 253"/>
                <a:gd name="T17" fmla="*/ 138 h 245"/>
                <a:gd name="T18" fmla="*/ 58 w 253"/>
                <a:gd name="T19" fmla="*/ 95 h 245"/>
                <a:gd name="T20" fmla="*/ 54 w 253"/>
                <a:gd name="T21" fmla="*/ 22 h 245"/>
                <a:gd name="T22" fmla="*/ 119 w 253"/>
                <a:gd name="T23" fmla="*/ 49 h 245"/>
                <a:gd name="T24" fmla="*/ 176 w 253"/>
                <a:gd name="T25" fmla="*/ 8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5">
                  <a:moveTo>
                    <a:pt x="176" y="8"/>
                  </a:moveTo>
                  <a:cubicBezTo>
                    <a:pt x="196" y="17"/>
                    <a:pt x="178" y="68"/>
                    <a:pt x="185" y="79"/>
                  </a:cubicBezTo>
                  <a:cubicBezTo>
                    <a:pt x="193" y="90"/>
                    <a:pt x="248" y="88"/>
                    <a:pt x="251" y="110"/>
                  </a:cubicBezTo>
                  <a:cubicBezTo>
                    <a:pt x="253" y="130"/>
                    <a:pt x="199" y="139"/>
                    <a:pt x="195" y="151"/>
                  </a:cubicBezTo>
                  <a:cubicBezTo>
                    <a:pt x="190" y="163"/>
                    <a:pt x="219" y="210"/>
                    <a:pt x="200" y="223"/>
                  </a:cubicBezTo>
                  <a:cubicBezTo>
                    <a:pt x="181" y="237"/>
                    <a:pt x="146" y="194"/>
                    <a:pt x="133" y="196"/>
                  </a:cubicBezTo>
                  <a:cubicBezTo>
                    <a:pt x="121" y="197"/>
                    <a:pt x="97" y="245"/>
                    <a:pt x="78" y="238"/>
                  </a:cubicBezTo>
                  <a:cubicBezTo>
                    <a:pt x="58" y="229"/>
                    <a:pt x="75" y="177"/>
                    <a:pt x="67" y="166"/>
                  </a:cubicBezTo>
                  <a:cubicBezTo>
                    <a:pt x="60" y="155"/>
                    <a:pt x="6" y="159"/>
                    <a:pt x="3" y="138"/>
                  </a:cubicBezTo>
                  <a:cubicBezTo>
                    <a:pt x="0" y="117"/>
                    <a:pt x="53" y="106"/>
                    <a:pt x="58" y="95"/>
                  </a:cubicBezTo>
                  <a:cubicBezTo>
                    <a:pt x="63" y="82"/>
                    <a:pt x="34" y="36"/>
                    <a:pt x="54" y="22"/>
                  </a:cubicBezTo>
                  <a:cubicBezTo>
                    <a:pt x="72" y="9"/>
                    <a:pt x="106" y="51"/>
                    <a:pt x="119" y="49"/>
                  </a:cubicBezTo>
                  <a:cubicBezTo>
                    <a:pt x="131" y="48"/>
                    <a:pt x="156" y="0"/>
                    <a:pt x="176" y="8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" name="Freeform 13"/>
            <p:cNvSpPr>
              <a:spLocks/>
            </p:cNvSpPr>
            <p:nvPr/>
          </p:nvSpPr>
          <p:spPr bwMode="auto">
            <a:xfrm>
              <a:off x="6940262" y="3271033"/>
              <a:ext cx="966788" cy="928688"/>
            </a:xfrm>
            <a:custGeom>
              <a:avLst/>
              <a:gdLst>
                <a:gd name="T0" fmla="*/ 184 w 255"/>
                <a:gd name="T1" fmla="*/ 10 h 245"/>
                <a:gd name="T2" fmla="*/ 190 w 255"/>
                <a:gd name="T3" fmla="*/ 82 h 245"/>
                <a:gd name="T4" fmla="*/ 254 w 255"/>
                <a:gd name="T5" fmla="*/ 117 h 245"/>
                <a:gd name="T6" fmla="*/ 195 w 255"/>
                <a:gd name="T7" fmla="*/ 155 h 245"/>
                <a:gd name="T8" fmla="*/ 195 w 255"/>
                <a:gd name="T9" fmla="*/ 229 h 245"/>
                <a:gd name="T10" fmla="*/ 130 w 255"/>
                <a:gd name="T11" fmla="*/ 197 h 245"/>
                <a:gd name="T12" fmla="*/ 72 w 255"/>
                <a:gd name="T13" fmla="*/ 236 h 245"/>
                <a:gd name="T14" fmla="*/ 65 w 255"/>
                <a:gd name="T15" fmla="*/ 162 h 245"/>
                <a:gd name="T16" fmla="*/ 2 w 255"/>
                <a:gd name="T17" fmla="*/ 131 h 245"/>
                <a:gd name="T18" fmla="*/ 60 w 255"/>
                <a:gd name="T19" fmla="*/ 91 h 245"/>
                <a:gd name="T20" fmla="*/ 60 w 255"/>
                <a:gd name="T21" fmla="*/ 17 h 245"/>
                <a:gd name="T22" fmla="*/ 124 w 255"/>
                <a:gd name="T23" fmla="*/ 48 h 245"/>
                <a:gd name="T24" fmla="*/ 184 w 255"/>
                <a:gd name="T25" fmla="*/ 1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5" h="245">
                  <a:moveTo>
                    <a:pt x="184" y="10"/>
                  </a:moveTo>
                  <a:cubicBezTo>
                    <a:pt x="204" y="20"/>
                    <a:pt x="182" y="71"/>
                    <a:pt x="190" y="82"/>
                  </a:cubicBezTo>
                  <a:cubicBezTo>
                    <a:pt x="197" y="94"/>
                    <a:pt x="252" y="95"/>
                    <a:pt x="254" y="117"/>
                  </a:cubicBezTo>
                  <a:cubicBezTo>
                    <a:pt x="255" y="137"/>
                    <a:pt x="200" y="144"/>
                    <a:pt x="195" y="155"/>
                  </a:cubicBezTo>
                  <a:cubicBezTo>
                    <a:pt x="189" y="167"/>
                    <a:pt x="216" y="216"/>
                    <a:pt x="195" y="229"/>
                  </a:cubicBezTo>
                  <a:cubicBezTo>
                    <a:pt x="176" y="241"/>
                    <a:pt x="143" y="196"/>
                    <a:pt x="130" y="197"/>
                  </a:cubicBezTo>
                  <a:cubicBezTo>
                    <a:pt x="118" y="197"/>
                    <a:pt x="91" y="245"/>
                    <a:pt x="72" y="236"/>
                  </a:cubicBezTo>
                  <a:cubicBezTo>
                    <a:pt x="52" y="226"/>
                    <a:pt x="73" y="174"/>
                    <a:pt x="65" y="162"/>
                  </a:cubicBezTo>
                  <a:cubicBezTo>
                    <a:pt x="58" y="152"/>
                    <a:pt x="3" y="152"/>
                    <a:pt x="2" y="131"/>
                  </a:cubicBezTo>
                  <a:cubicBezTo>
                    <a:pt x="0" y="110"/>
                    <a:pt x="55" y="103"/>
                    <a:pt x="60" y="91"/>
                  </a:cubicBezTo>
                  <a:cubicBezTo>
                    <a:pt x="66" y="79"/>
                    <a:pt x="39" y="30"/>
                    <a:pt x="60" y="17"/>
                  </a:cubicBezTo>
                  <a:cubicBezTo>
                    <a:pt x="79" y="5"/>
                    <a:pt x="111" y="49"/>
                    <a:pt x="124" y="48"/>
                  </a:cubicBezTo>
                  <a:cubicBezTo>
                    <a:pt x="137" y="48"/>
                    <a:pt x="165" y="0"/>
                    <a:pt x="184" y="10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" name="Freeform 14"/>
            <p:cNvSpPr>
              <a:spLocks/>
            </p:cNvSpPr>
            <p:nvPr/>
          </p:nvSpPr>
          <p:spPr bwMode="auto">
            <a:xfrm>
              <a:off x="6940262" y="3271033"/>
              <a:ext cx="971550" cy="933450"/>
            </a:xfrm>
            <a:custGeom>
              <a:avLst/>
              <a:gdLst>
                <a:gd name="T0" fmla="*/ 0 w 256"/>
                <a:gd name="T1" fmla="*/ 124 h 246"/>
                <a:gd name="T2" fmla="*/ 61 w 256"/>
                <a:gd name="T3" fmla="*/ 88 h 246"/>
                <a:gd name="T4" fmla="*/ 65 w 256"/>
                <a:gd name="T5" fmla="*/ 11 h 246"/>
                <a:gd name="T6" fmla="*/ 128 w 256"/>
                <a:gd name="T7" fmla="*/ 47 h 246"/>
                <a:gd name="T8" fmla="*/ 191 w 256"/>
                <a:gd name="T9" fmla="*/ 12 h 246"/>
                <a:gd name="T10" fmla="*/ 193 w 256"/>
                <a:gd name="T11" fmla="*/ 86 h 246"/>
                <a:gd name="T12" fmla="*/ 255 w 256"/>
                <a:gd name="T13" fmla="*/ 124 h 246"/>
                <a:gd name="T14" fmla="*/ 194 w 256"/>
                <a:gd name="T15" fmla="*/ 159 h 246"/>
                <a:gd name="T16" fmla="*/ 190 w 256"/>
                <a:gd name="T17" fmla="*/ 234 h 246"/>
                <a:gd name="T18" fmla="*/ 125 w 256"/>
                <a:gd name="T19" fmla="*/ 198 h 246"/>
                <a:gd name="T20" fmla="*/ 65 w 256"/>
                <a:gd name="T21" fmla="*/ 234 h 246"/>
                <a:gd name="T22" fmla="*/ 62 w 256"/>
                <a:gd name="T23" fmla="*/ 159 h 246"/>
                <a:gd name="T24" fmla="*/ 0 w 256"/>
                <a:gd name="T25" fmla="*/ 124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6" h="246">
                  <a:moveTo>
                    <a:pt x="0" y="124"/>
                  </a:moveTo>
                  <a:cubicBezTo>
                    <a:pt x="0" y="103"/>
                    <a:pt x="55" y="99"/>
                    <a:pt x="61" y="88"/>
                  </a:cubicBezTo>
                  <a:cubicBezTo>
                    <a:pt x="67" y="75"/>
                    <a:pt x="43" y="24"/>
                    <a:pt x="65" y="11"/>
                  </a:cubicBezTo>
                  <a:cubicBezTo>
                    <a:pt x="85" y="0"/>
                    <a:pt x="115" y="47"/>
                    <a:pt x="128" y="47"/>
                  </a:cubicBezTo>
                  <a:cubicBezTo>
                    <a:pt x="141" y="47"/>
                    <a:pt x="172" y="1"/>
                    <a:pt x="191" y="12"/>
                  </a:cubicBezTo>
                  <a:cubicBezTo>
                    <a:pt x="211" y="23"/>
                    <a:pt x="186" y="73"/>
                    <a:pt x="193" y="86"/>
                  </a:cubicBezTo>
                  <a:cubicBezTo>
                    <a:pt x="200" y="98"/>
                    <a:pt x="256" y="102"/>
                    <a:pt x="255" y="124"/>
                  </a:cubicBezTo>
                  <a:cubicBezTo>
                    <a:pt x="255" y="145"/>
                    <a:pt x="200" y="148"/>
                    <a:pt x="194" y="159"/>
                  </a:cubicBezTo>
                  <a:cubicBezTo>
                    <a:pt x="187" y="171"/>
                    <a:pt x="212" y="222"/>
                    <a:pt x="190" y="234"/>
                  </a:cubicBezTo>
                  <a:cubicBezTo>
                    <a:pt x="169" y="246"/>
                    <a:pt x="139" y="198"/>
                    <a:pt x="125" y="198"/>
                  </a:cubicBezTo>
                  <a:cubicBezTo>
                    <a:pt x="113" y="197"/>
                    <a:pt x="83" y="244"/>
                    <a:pt x="65" y="234"/>
                  </a:cubicBezTo>
                  <a:cubicBezTo>
                    <a:pt x="46" y="223"/>
                    <a:pt x="69" y="172"/>
                    <a:pt x="62" y="159"/>
                  </a:cubicBezTo>
                  <a:cubicBezTo>
                    <a:pt x="55" y="148"/>
                    <a:pt x="0" y="145"/>
                    <a:pt x="0" y="124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7872045" y="365769"/>
            <a:ext cx="4342716" cy="4321430"/>
            <a:chOff x="6940262" y="3251983"/>
            <a:chExt cx="971550" cy="966788"/>
          </a:xfrm>
        </p:grpSpPr>
        <p:sp>
          <p:nvSpPr>
            <p:cNvPr id="24" name="Freeform 5"/>
            <p:cNvSpPr>
              <a:spLocks/>
            </p:cNvSpPr>
            <p:nvPr/>
          </p:nvSpPr>
          <p:spPr bwMode="auto">
            <a:xfrm>
              <a:off x="6959312" y="3251983"/>
              <a:ext cx="928688" cy="966788"/>
            </a:xfrm>
            <a:custGeom>
              <a:avLst/>
              <a:gdLst>
                <a:gd name="T0" fmla="*/ 121 w 245"/>
                <a:gd name="T1" fmla="*/ 0 h 255"/>
                <a:gd name="T2" fmla="*/ 158 w 245"/>
                <a:gd name="T3" fmla="*/ 61 h 255"/>
                <a:gd name="T4" fmla="*/ 234 w 245"/>
                <a:gd name="T5" fmla="*/ 65 h 255"/>
                <a:gd name="T6" fmla="*/ 198 w 245"/>
                <a:gd name="T7" fmla="*/ 128 h 255"/>
                <a:gd name="T8" fmla="*/ 233 w 245"/>
                <a:gd name="T9" fmla="*/ 191 h 255"/>
                <a:gd name="T10" fmla="*/ 160 w 245"/>
                <a:gd name="T11" fmla="*/ 193 h 255"/>
                <a:gd name="T12" fmla="*/ 122 w 245"/>
                <a:gd name="T13" fmla="*/ 255 h 255"/>
                <a:gd name="T14" fmla="*/ 87 w 245"/>
                <a:gd name="T15" fmla="*/ 193 h 255"/>
                <a:gd name="T16" fmla="*/ 11 w 245"/>
                <a:gd name="T17" fmla="*/ 190 h 255"/>
                <a:gd name="T18" fmla="*/ 47 w 245"/>
                <a:gd name="T19" fmla="*/ 125 h 255"/>
                <a:gd name="T20" fmla="*/ 11 w 245"/>
                <a:gd name="T21" fmla="*/ 65 h 255"/>
                <a:gd name="T22" fmla="*/ 86 w 245"/>
                <a:gd name="T23" fmla="*/ 62 h 255"/>
                <a:gd name="T24" fmla="*/ 121 w 245"/>
                <a:gd name="T25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5" h="255">
                  <a:moveTo>
                    <a:pt x="121" y="0"/>
                  </a:moveTo>
                  <a:cubicBezTo>
                    <a:pt x="142" y="0"/>
                    <a:pt x="147" y="55"/>
                    <a:pt x="158" y="61"/>
                  </a:cubicBezTo>
                  <a:cubicBezTo>
                    <a:pt x="170" y="67"/>
                    <a:pt x="222" y="43"/>
                    <a:pt x="234" y="65"/>
                  </a:cubicBezTo>
                  <a:cubicBezTo>
                    <a:pt x="245" y="85"/>
                    <a:pt x="198" y="115"/>
                    <a:pt x="198" y="128"/>
                  </a:cubicBezTo>
                  <a:cubicBezTo>
                    <a:pt x="198" y="141"/>
                    <a:pt x="244" y="172"/>
                    <a:pt x="233" y="191"/>
                  </a:cubicBezTo>
                  <a:cubicBezTo>
                    <a:pt x="222" y="211"/>
                    <a:pt x="172" y="186"/>
                    <a:pt x="160" y="193"/>
                  </a:cubicBezTo>
                  <a:cubicBezTo>
                    <a:pt x="148" y="200"/>
                    <a:pt x="143" y="255"/>
                    <a:pt x="122" y="255"/>
                  </a:cubicBezTo>
                  <a:cubicBezTo>
                    <a:pt x="101" y="255"/>
                    <a:pt x="98" y="199"/>
                    <a:pt x="87" y="193"/>
                  </a:cubicBezTo>
                  <a:cubicBezTo>
                    <a:pt x="75" y="187"/>
                    <a:pt x="24" y="212"/>
                    <a:pt x="11" y="190"/>
                  </a:cubicBezTo>
                  <a:cubicBezTo>
                    <a:pt x="0" y="169"/>
                    <a:pt x="47" y="138"/>
                    <a:pt x="47" y="125"/>
                  </a:cubicBezTo>
                  <a:cubicBezTo>
                    <a:pt x="48" y="113"/>
                    <a:pt x="1" y="83"/>
                    <a:pt x="11" y="65"/>
                  </a:cubicBezTo>
                  <a:cubicBezTo>
                    <a:pt x="23" y="45"/>
                    <a:pt x="73" y="69"/>
                    <a:pt x="86" y="62"/>
                  </a:cubicBezTo>
                  <a:cubicBezTo>
                    <a:pt x="97" y="55"/>
                    <a:pt x="100" y="0"/>
                    <a:pt x="121" y="0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" name="Freeform 6"/>
            <p:cNvSpPr>
              <a:spLocks/>
            </p:cNvSpPr>
            <p:nvPr/>
          </p:nvSpPr>
          <p:spPr bwMode="auto">
            <a:xfrm>
              <a:off x="6956137" y="3256746"/>
              <a:ext cx="936625" cy="962025"/>
            </a:xfrm>
            <a:custGeom>
              <a:avLst/>
              <a:gdLst>
                <a:gd name="T0" fmla="*/ 129 w 247"/>
                <a:gd name="T1" fmla="*/ 1 h 254"/>
                <a:gd name="T2" fmla="*/ 162 w 247"/>
                <a:gd name="T3" fmla="*/ 63 h 254"/>
                <a:gd name="T4" fmla="*/ 237 w 247"/>
                <a:gd name="T5" fmla="*/ 71 h 254"/>
                <a:gd name="T6" fmla="*/ 198 w 247"/>
                <a:gd name="T7" fmla="*/ 131 h 254"/>
                <a:gd name="T8" fmla="*/ 229 w 247"/>
                <a:gd name="T9" fmla="*/ 196 h 254"/>
                <a:gd name="T10" fmla="*/ 156 w 247"/>
                <a:gd name="T11" fmla="*/ 193 h 254"/>
                <a:gd name="T12" fmla="*/ 116 w 247"/>
                <a:gd name="T13" fmla="*/ 252 h 254"/>
                <a:gd name="T14" fmla="*/ 84 w 247"/>
                <a:gd name="T15" fmla="*/ 189 h 254"/>
                <a:gd name="T16" fmla="*/ 11 w 247"/>
                <a:gd name="T17" fmla="*/ 182 h 254"/>
                <a:gd name="T18" fmla="*/ 49 w 247"/>
                <a:gd name="T19" fmla="*/ 121 h 254"/>
                <a:gd name="T20" fmla="*/ 18 w 247"/>
                <a:gd name="T21" fmla="*/ 59 h 254"/>
                <a:gd name="T22" fmla="*/ 91 w 247"/>
                <a:gd name="T23" fmla="*/ 60 h 254"/>
                <a:gd name="T24" fmla="*/ 129 w 247"/>
                <a:gd name="T25" fmla="*/ 1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4">
                  <a:moveTo>
                    <a:pt x="129" y="1"/>
                  </a:moveTo>
                  <a:cubicBezTo>
                    <a:pt x="150" y="2"/>
                    <a:pt x="151" y="57"/>
                    <a:pt x="162" y="63"/>
                  </a:cubicBezTo>
                  <a:cubicBezTo>
                    <a:pt x="174" y="70"/>
                    <a:pt x="226" y="49"/>
                    <a:pt x="237" y="71"/>
                  </a:cubicBezTo>
                  <a:cubicBezTo>
                    <a:pt x="247" y="91"/>
                    <a:pt x="199" y="118"/>
                    <a:pt x="198" y="131"/>
                  </a:cubicBezTo>
                  <a:cubicBezTo>
                    <a:pt x="197" y="144"/>
                    <a:pt x="241" y="177"/>
                    <a:pt x="229" y="196"/>
                  </a:cubicBezTo>
                  <a:cubicBezTo>
                    <a:pt x="217" y="214"/>
                    <a:pt x="169" y="187"/>
                    <a:pt x="156" y="193"/>
                  </a:cubicBezTo>
                  <a:cubicBezTo>
                    <a:pt x="144" y="199"/>
                    <a:pt x="137" y="254"/>
                    <a:pt x="116" y="252"/>
                  </a:cubicBezTo>
                  <a:cubicBezTo>
                    <a:pt x="95" y="251"/>
                    <a:pt x="95" y="196"/>
                    <a:pt x="84" y="189"/>
                  </a:cubicBezTo>
                  <a:cubicBezTo>
                    <a:pt x="73" y="182"/>
                    <a:pt x="21" y="204"/>
                    <a:pt x="11" y="182"/>
                  </a:cubicBezTo>
                  <a:cubicBezTo>
                    <a:pt x="0" y="161"/>
                    <a:pt x="48" y="134"/>
                    <a:pt x="49" y="121"/>
                  </a:cubicBezTo>
                  <a:cubicBezTo>
                    <a:pt x="50" y="108"/>
                    <a:pt x="7" y="76"/>
                    <a:pt x="18" y="59"/>
                  </a:cubicBezTo>
                  <a:cubicBezTo>
                    <a:pt x="30" y="40"/>
                    <a:pt x="78" y="66"/>
                    <a:pt x="91" y="60"/>
                  </a:cubicBezTo>
                  <a:cubicBezTo>
                    <a:pt x="103" y="54"/>
                    <a:pt x="109" y="0"/>
                    <a:pt x="129" y="1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Freeform 7"/>
            <p:cNvSpPr>
              <a:spLocks/>
            </p:cNvSpPr>
            <p:nvPr/>
          </p:nvSpPr>
          <p:spPr bwMode="auto">
            <a:xfrm>
              <a:off x="6956137" y="3259921"/>
              <a:ext cx="936625" cy="955675"/>
            </a:xfrm>
            <a:custGeom>
              <a:avLst/>
              <a:gdLst>
                <a:gd name="T0" fmla="*/ 137 w 247"/>
                <a:gd name="T1" fmla="*/ 2 h 252"/>
                <a:gd name="T2" fmla="*/ 165 w 247"/>
                <a:gd name="T3" fmla="*/ 65 h 252"/>
                <a:gd name="T4" fmla="*/ 239 w 247"/>
                <a:gd name="T5" fmla="*/ 77 h 252"/>
                <a:gd name="T6" fmla="*/ 197 w 247"/>
                <a:gd name="T7" fmla="*/ 134 h 252"/>
                <a:gd name="T8" fmla="*/ 224 w 247"/>
                <a:gd name="T9" fmla="*/ 200 h 252"/>
                <a:gd name="T10" fmla="*/ 152 w 247"/>
                <a:gd name="T11" fmla="*/ 193 h 252"/>
                <a:gd name="T12" fmla="*/ 109 w 247"/>
                <a:gd name="T13" fmla="*/ 250 h 252"/>
                <a:gd name="T14" fmla="*/ 81 w 247"/>
                <a:gd name="T15" fmla="*/ 185 h 252"/>
                <a:gd name="T16" fmla="*/ 9 w 247"/>
                <a:gd name="T17" fmla="*/ 174 h 252"/>
                <a:gd name="T18" fmla="*/ 50 w 247"/>
                <a:gd name="T19" fmla="*/ 116 h 252"/>
                <a:gd name="T20" fmla="*/ 23 w 247"/>
                <a:gd name="T21" fmla="*/ 52 h 252"/>
                <a:gd name="T22" fmla="*/ 95 w 247"/>
                <a:gd name="T23" fmla="*/ 58 h 252"/>
                <a:gd name="T24" fmla="*/ 137 w 247"/>
                <a:gd name="T25" fmla="*/ 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2">
                  <a:moveTo>
                    <a:pt x="137" y="2"/>
                  </a:moveTo>
                  <a:cubicBezTo>
                    <a:pt x="157" y="4"/>
                    <a:pt x="155" y="58"/>
                    <a:pt x="165" y="65"/>
                  </a:cubicBezTo>
                  <a:cubicBezTo>
                    <a:pt x="177" y="73"/>
                    <a:pt x="229" y="55"/>
                    <a:pt x="239" y="77"/>
                  </a:cubicBezTo>
                  <a:cubicBezTo>
                    <a:pt x="247" y="98"/>
                    <a:pt x="198" y="121"/>
                    <a:pt x="197" y="134"/>
                  </a:cubicBezTo>
                  <a:cubicBezTo>
                    <a:pt x="196" y="147"/>
                    <a:pt x="237" y="182"/>
                    <a:pt x="224" y="200"/>
                  </a:cubicBezTo>
                  <a:cubicBezTo>
                    <a:pt x="210" y="217"/>
                    <a:pt x="164" y="188"/>
                    <a:pt x="152" y="193"/>
                  </a:cubicBezTo>
                  <a:cubicBezTo>
                    <a:pt x="140" y="198"/>
                    <a:pt x="130" y="252"/>
                    <a:pt x="109" y="250"/>
                  </a:cubicBezTo>
                  <a:cubicBezTo>
                    <a:pt x="88" y="247"/>
                    <a:pt x="91" y="192"/>
                    <a:pt x="81" y="185"/>
                  </a:cubicBezTo>
                  <a:cubicBezTo>
                    <a:pt x="70" y="177"/>
                    <a:pt x="18" y="196"/>
                    <a:pt x="9" y="174"/>
                  </a:cubicBezTo>
                  <a:cubicBezTo>
                    <a:pt x="0" y="153"/>
                    <a:pt x="49" y="129"/>
                    <a:pt x="50" y="116"/>
                  </a:cubicBezTo>
                  <a:cubicBezTo>
                    <a:pt x="52" y="104"/>
                    <a:pt x="11" y="69"/>
                    <a:pt x="23" y="52"/>
                  </a:cubicBezTo>
                  <a:cubicBezTo>
                    <a:pt x="37" y="35"/>
                    <a:pt x="83" y="63"/>
                    <a:pt x="95" y="58"/>
                  </a:cubicBezTo>
                  <a:cubicBezTo>
                    <a:pt x="107" y="53"/>
                    <a:pt x="116" y="0"/>
                    <a:pt x="137" y="2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7" name="Freeform 8"/>
            <p:cNvSpPr>
              <a:spLocks/>
            </p:cNvSpPr>
            <p:nvPr/>
          </p:nvSpPr>
          <p:spPr bwMode="auto">
            <a:xfrm>
              <a:off x="6951375" y="3259921"/>
              <a:ext cx="944563" cy="950913"/>
            </a:xfrm>
            <a:custGeom>
              <a:avLst/>
              <a:gdLst>
                <a:gd name="T0" fmla="*/ 145 w 249"/>
                <a:gd name="T1" fmla="*/ 4 h 251"/>
                <a:gd name="T2" fmla="*/ 170 w 249"/>
                <a:gd name="T3" fmla="*/ 69 h 251"/>
                <a:gd name="T4" fmla="*/ 242 w 249"/>
                <a:gd name="T5" fmla="*/ 84 h 251"/>
                <a:gd name="T6" fmla="*/ 197 w 249"/>
                <a:gd name="T7" fmla="*/ 138 h 251"/>
                <a:gd name="T8" fmla="*/ 219 w 249"/>
                <a:gd name="T9" fmla="*/ 205 h 251"/>
                <a:gd name="T10" fmla="*/ 148 w 249"/>
                <a:gd name="T11" fmla="*/ 194 h 251"/>
                <a:gd name="T12" fmla="*/ 103 w 249"/>
                <a:gd name="T13" fmla="*/ 248 h 251"/>
                <a:gd name="T14" fmla="*/ 79 w 249"/>
                <a:gd name="T15" fmla="*/ 182 h 251"/>
                <a:gd name="T16" fmla="*/ 8 w 249"/>
                <a:gd name="T17" fmla="*/ 168 h 251"/>
                <a:gd name="T18" fmla="*/ 52 w 249"/>
                <a:gd name="T19" fmla="*/ 112 h 251"/>
                <a:gd name="T20" fmla="*/ 30 w 249"/>
                <a:gd name="T21" fmla="*/ 47 h 251"/>
                <a:gd name="T22" fmla="*/ 100 w 249"/>
                <a:gd name="T23" fmla="*/ 56 h 251"/>
                <a:gd name="T24" fmla="*/ 145 w 249"/>
                <a:gd name="T25" fmla="*/ 4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9" h="251">
                  <a:moveTo>
                    <a:pt x="145" y="4"/>
                  </a:moveTo>
                  <a:cubicBezTo>
                    <a:pt x="165" y="7"/>
                    <a:pt x="160" y="61"/>
                    <a:pt x="170" y="69"/>
                  </a:cubicBezTo>
                  <a:cubicBezTo>
                    <a:pt x="180" y="77"/>
                    <a:pt x="233" y="62"/>
                    <a:pt x="242" y="84"/>
                  </a:cubicBezTo>
                  <a:cubicBezTo>
                    <a:pt x="249" y="105"/>
                    <a:pt x="199" y="126"/>
                    <a:pt x="197" y="138"/>
                  </a:cubicBezTo>
                  <a:cubicBezTo>
                    <a:pt x="195" y="150"/>
                    <a:pt x="234" y="188"/>
                    <a:pt x="219" y="205"/>
                  </a:cubicBezTo>
                  <a:cubicBezTo>
                    <a:pt x="205" y="222"/>
                    <a:pt x="161" y="190"/>
                    <a:pt x="148" y="194"/>
                  </a:cubicBezTo>
                  <a:cubicBezTo>
                    <a:pt x="137" y="199"/>
                    <a:pt x="124" y="251"/>
                    <a:pt x="103" y="248"/>
                  </a:cubicBezTo>
                  <a:cubicBezTo>
                    <a:pt x="83" y="244"/>
                    <a:pt x="88" y="190"/>
                    <a:pt x="79" y="182"/>
                  </a:cubicBezTo>
                  <a:cubicBezTo>
                    <a:pt x="69" y="173"/>
                    <a:pt x="16" y="189"/>
                    <a:pt x="8" y="168"/>
                  </a:cubicBezTo>
                  <a:cubicBezTo>
                    <a:pt x="0" y="147"/>
                    <a:pt x="50" y="125"/>
                    <a:pt x="52" y="112"/>
                  </a:cubicBezTo>
                  <a:cubicBezTo>
                    <a:pt x="55" y="100"/>
                    <a:pt x="16" y="63"/>
                    <a:pt x="30" y="47"/>
                  </a:cubicBezTo>
                  <a:cubicBezTo>
                    <a:pt x="44" y="30"/>
                    <a:pt x="88" y="61"/>
                    <a:pt x="100" y="56"/>
                  </a:cubicBezTo>
                  <a:cubicBezTo>
                    <a:pt x="112" y="52"/>
                    <a:pt x="125" y="0"/>
                    <a:pt x="145" y="4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8" name="Freeform 9"/>
            <p:cNvSpPr>
              <a:spLocks/>
            </p:cNvSpPr>
            <p:nvPr/>
          </p:nvSpPr>
          <p:spPr bwMode="auto">
            <a:xfrm>
              <a:off x="6948200" y="3263096"/>
              <a:ext cx="950913" cy="947738"/>
            </a:xfrm>
            <a:custGeom>
              <a:avLst/>
              <a:gdLst>
                <a:gd name="T0" fmla="*/ 153 w 251"/>
                <a:gd name="T1" fmla="*/ 5 h 250"/>
                <a:gd name="T2" fmla="*/ 174 w 251"/>
                <a:gd name="T3" fmla="*/ 71 h 250"/>
                <a:gd name="T4" fmla="*/ 244 w 251"/>
                <a:gd name="T5" fmla="*/ 90 h 250"/>
                <a:gd name="T6" fmla="*/ 197 w 251"/>
                <a:gd name="T7" fmla="*/ 141 h 250"/>
                <a:gd name="T8" fmla="*/ 215 w 251"/>
                <a:gd name="T9" fmla="*/ 209 h 250"/>
                <a:gd name="T10" fmla="*/ 145 w 251"/>
                <a:gd name="T11" fmla="*/ 194 h 250"/>
                <a:gd name="T12" fmla="*/ 97 w 251"/>
                <a:gd name="T13" fmla="*/ 245 h 250"/>
                <a:gd name="T14" fmla="*/ 76 w 251"/>
                <a:gd name="T15" fmla="*/ 177 h 250"/>
                <a:gd name="T16" fmla="*/ 7 w 251"/>
                <a:gd name="T17" fmla="*/ 160 h 250"/>
                <a:gd name="T18" fmla="*/ 54 w 251"/>
                <a:gd name="T19" fmla="*/ 108 h 250"/>
                <a:gd name="T20" fmla="*/ 36 w 251"/>
                <a:gd name="T21" fmla="*/ 40 h 250"/>
                <a:gd name="T22" fmla="*/ 105 w 251"/>
                <a:gd name="T23" fmla="*/ 54 h 250"/>
                <a:gd name="T24" fmla="*/ 153 w 251"/>
                <a:gd name="T25" fmla="*/ 5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50">
                  <a:moveTo>
                    <a:pt x="153" y="5"/>
                  </a:moveTo>
                  <a:cubicBezTo>
                    <a:pt x="173" y="9"/>
                    <a:pt x="165" y="62"/>
                    <a:pt x="174" y="71"/>
                  </a:cubicBezTo>
                  <a:cubicBezTo>
                    <a:pt x="184" y="80"/>
                    <a:pt x="238" y="68"/>
                    <a:pt x="244" y="90"/>
                  </a:cubicBezTo>
                  <a:cubicBezTo>
                    <a:pt x="251" y="111"/>
                    <a:pt x="200" y="129"/>
                    <a:pt x="197" y="141"/>
                  </a:cubicBezTo>
                  <a:cubicBezTo>
                    <a:pt x="194" y="153"/>
                    <a:pt x="231" y="193"/>
                    <a:pt x="215" y="209"/>
                  </a:cubicBezTo>
                  <a:cubicBezTo>
                    <a:pt x="199" y="225"/>
                    <a:pt x="158" y="191"/>
                    <a:pt x="145" y="194"/>
                  </a:cubicBezTo>
                  <a:cubicBezTo>
                    <a:pt x="133" y="198"/>
                    <a:pt x="117" y="250"/>
                    <a:pt x="97" y="245"/>
                  </a:cubicBezTo>
                  <a:cubicBezTo>
                    <a:pt x="77" y="240"/>
                    <a:pt x="86" y="186"/>
                    <a:pt x="76" y="177"/>
                  </a:cubicBezTo>
                  <a:cubicBezTo>
                    <a:pt x="67" y="169"/>
                    <a:pt x="14" y="181"/>
                    <a:pt x="7" y="160"/>
                  </a:cubicBezTo>
                  <a:cubicBezTo>
                    <a:pt x="0" y="139"/>
                    <a:pt x="51" y="120"/>
                    <a:pt x="54" y="108"/>
                  </a:cubicBezTo>
                  <a:cubicBezTo>
                    <a:pt x="57" y="95"/>
                    <a:pt x="21" y="56"/>
                    <a:pt x="36" y="40"/>
                  </a:cubicBezTo>
                  <a:cubicBezTo>
                    <a:pt x="51" y="25"/>
                    <a:pt x="93" y="58"/>
                    <a:pt x="105" y="54"/>
                  </a:cubicBezTo>
                  <a:cubicBezTo>
                    <a:pt x="117" y="51"/>
                    <a:pt x="133" y="0"/>
                    <a:pt x="153" y="5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9" name="Freeform 10"/>
            <p:cNvSpPr>
              <a:spLocks/>
            </p:cNvSpPr>
            <p:nvPr/>
          </p:nvSpPr>
          <p:spPr bwMode="auto">
            <a:xfrm>
              <a:off x="6948200" y="3263096"/>
              <a:ext cx="950913" cy="944563"/>
            </a:xfrm>
            <a:custGeom>
              <a:avLst/>
              <a:gdLst>
                <a:gd name="T0" fmla="*/ 160 w 251"/>
                <a:gd name="T1" fmla="*/ 6 h 249"/>
                <a:gd name="T2" fmla="*/ 178 w 251"/>
                <a:gd name="T3" fmla="*/ 74 h 249"/>
                <a:gd name="T4" fmla="*/ 246 w 251"/>
                <a:gd name="T5" fmla="*/ 97 h 249"/>
                <a:gd name="T6" fmla="*/ 196 w 251"/>
                <a:gd name="T7" fmla="*/ 145 h 249"/>
                <a:gd name="T8" fmla="*/ 209 w 251"/>
                <a:gd name="T9" fmla="*/ 215 h 249"/>
                <a:gd name="T10" fmla="*/ 141 w 251"/>
                <a:gd name="T11" fmla="*/ 195 h 249"/>
                <a:gd name="T12" fmla="*/ 91 w 251"/>
                <a:gd name="T13" fmla="*/ 243 h 249"/>
                <a:gd name="T14" fmla="*/ 73 w 251"/>
                <a:gd name="T15" fmla="*/ 174 h 249"/>
                <a:gd name="T16" fmla="*/ 5 w 251"/>
                <a:gd name="T17" fmla="*/ 153 h 249"/>
                <a:gd name="T18" fmla="*/ 55 w 251"/>
                <a:gd name="T19" fmla="*/ 104 h 249"/>
                <a:gd name="T20" fmla="*/ 42 w 251"/>
                <a:gd name="T21" fmla="*/ 35 h 249"/>
                <a:gd name="T22" fmla="*/ 109 w 251"/>
                <a:gd name="T23" fmla="*/ 53 h 249"/>
                <a:gd name="T24" fmla="*/ 160 w 251"/>
                <a:gd name="T25" fmla="*/ 6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49">
                  <a:moveTo>
                    <a:pt x="160" y="6"/>
                  </a:moveTo>
                  <a:cubicBezTo>
                    <a:pt x="181" y="12"/>
                    <a:pt x="169" y="65"/>
                    <a:pt x="178" y="74"/>
                  </a:cubicBezTo>
                  <a:cubicBezTo>
                    <a:pt x="187" y="84"/>
                    <a:pt x="241" y="76"/>
                    <a:pt x="246" y="97"/>
                  </a:cubicBezTo>
                  <a:cubicBezTo>
                    <a:pt x="251" y="118"/>
                    <a:pt x="199" y="133"/>
                    <a:pt x="196" y="145"/>
                  </a:cubicBezTo>
                  <a:cubicBezTo>
                    <a:pt x="192" y="157"/>
                    <a:pt x="226" y="199"/>
                    <a:pt x="209" y="215"/>
                  </a:cubicBezTo>
                  <a:cubicBezTo>
                    <a:pt x="193" y="230"/>
                    <a:pt x="154" y="193"/>
                    <a:pt x="141" y="195"/>
                  </a:cubicBezTo>
                  <a:cubicBezTo>
                    <a:pt x="129" y="198"/>
                    <a:pt x="110" y="249"/>
                    <a:pt x="91" y="243"/>
                  </a:cubicBezTo>
                  <a:cubicBezTo>
                    <a:pt x="70" y="237"/>
                    <a:pt x="82" y="184"/>
                    <a:pt x="73" y="174"/>
                  </a:cubicBezTo>
                  <a:cubicBezTo>
                    <a:pt x="64" y="165"/>
                    <a:pt x="11" y="174"/>
                    <a:pt x="5" y="153"/>
                  </a:cubicBezTo>
                  <a:cubicBezTo>
                    <a:pt x="0" y="132"/>
                    <a:pt x="52" y="116"/>
                    <a:pt x="55" y="104"/>
                  </a:cubicBezTo>
                  <a:cubicBezTo>
                    <a:pt x="59" y="92"/>
                    <a:pt x="25" y="50"/>
                    <a:pt x="42" y="35"/>
                  </a:cubicBezTo>
                  <a:cubicBezTo>
                    <a:pt x="58" y="20"/>
                    <a:pt x="97" y="56"/>
                    <a:pt x="109" y="53"/>
                  </a:cubicBezTo>
                  <a:cubicBezTo>
                    <a:pt x="122" y="50"/>
                    <a:pt x="141" y="0"/>
                    <a:pt x="160" y="6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0" name="Freeform 11"/>
            <p:cNvSpPr>
              <a:spLocks/>
            </p:cNvSpPr>
            <p:nvPr/>
          </p:nvSpPr>
          <p:spPr bwMode="auto">
            <a:xfrm>
              <a:off x="6945025" y="3267858"/>
              <a:ext cx="958850" cy="936625"/>
            </a:xfrm>
            <a:custGeom>
              <a:avLst/>
              <a:gdLst>
                <a:gd name="T0" fmla="*/ 169 w 253"/>
                <a:gd name="T1" fmla="*/ 7 h 247"/>
                <a:gd name="T2" fmla="*/ 182 w 253"/>
                <a:gd name="T3" fmla="*/ 77 h 247"/>
                <a:gd name="T4" fmla="*/ 249 w 253"/>
                <a:gd name="T5" fmla="*/ 104 h 247"/>
                <a:gd name="T6" fmla="*/ 196 w 253"/>
                <a:gd name="T7" fmla="*/ 148 h 247"/>
                <a:gd name="T8" fmla="*/ 205 w 253"/>
                <a:gd name="T9" fmla="*/ 219 h 247"/>
                <a:gd name="T10" fmla="*/ 137 w 253"/>
                <a:gd name="T11" fmla="*/ 196 h 247"/>
                <a:gd name="T12" fmla="*/ 85 w 253"/>
                <a:gd name="T13" fmla="*/ 240 h 247"/>
                <a:gd name="T14" fmla="*/ 71 w 253"/>
                <a:gd name="T15" fmla="*/ 170 h 247"/>
                <a:gd name="T16" fmla="*/ 5 w 253"/>
                <a:gd name="T17" fmla="*/ 145 h 247"/>
                <a:gd name="T18" fmla="*/ 57 w 253"/>
                <a:gd name="T19" fmla="*/ 100 h 247"/>
                <a:gd name="T20" fmla="*/ 48 w 253"/>
                <a:gd name="T21" fmla="*/ 29 h 247"/>
                <a:gd name="T22" fmla="*/ 115 w 253"/>
                <a:gd name="T23" fmla="*/ 51 h 247"/>
                <a:gd name="T24" fmla="*/ 169 w 253"/>
                <a:gd name="T25" fmla="*/ 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7">
                  <a:moveTo>
                    <a:pt x="169" y="7"/>
                  </a:moveTo>
                  <a:cubicBezTo>
                    <a:pt x="189" y="15"/>
                    <a:pt x="174" y="67"/>
                    <a:pt x="182" y="77"/>
                  </a:cubicBezTo>
                  <a:cubicBezTo>
                    <a:pt x="191" y="87"/>
                    <a:pt x="245" y="82"/>
                    <a:pt x="249" y="104"/>
                  </a:cubicBezTo>
                  <a:cubicBezTo>
                    <a:pt x="253" y="124"/>
                    <a:pt x="200" y="136"/>
                    <a:pt x="196" y="148"/>
                  </a:cubicBezTo>
                  <a:cubicBezTo>
                    <a:pt x="191" y="160"/>
                    <a:pt x="223" y="204"/>
                    <a:pt x="205" y="219"/>
                  </a:cubicBezTo>
                  <a:cubicBezTo>
                    <a:pt x="187" y="233"/>
                    <a:pt x="150" y="193"/>
                    <a:pt x="137" y="196"/>
                  </a:cubicBezTo>
                  <a:cubicBezTo>
                    <a:pt x="125" y="198"/>
                    <a:pt x="104" y="247"/>
                    <a:pt x="85" y="240"/>
                  </a:cubicBezTo>
                  <a:cubicBezTo>
                    <a:pt x="65" y="233"/>
                    <a:pt x="79" y="180"/>
                    <a:pt x="71" y="170"/>
                  </a:cubicBezTo>
                  <a:cubicBezTo>
                    <a:pt x="63" y="160"/>
                    <a:pt x="9" y="166"/>
                    <a:pt x="5" y="145"/>
                  </a:cubicBezTo>
                  <a:cubicBezTo>
                    <a:pt x="0" y="124"/>
                    <a:pt x="53" y="111"/>
                    <a:pt x="57" y="100"/>
                  </a:cubicBezTo>
                  <a:cubicBezTo>
                    <a:pt x="61" y="87"/>
                    <a:pt x="30" y="43"/>
                    <a:pt x="48" y="29"/>
                  </a:cubicBezTo>
                  <a:cubicBezTo>
                    <a:pt x="65" y="15"/>
                    <a:pt x="102" y="54"/>
                    <a:pt x="115" y="51"/>
                  </a:cubicBezTo>
                  <a:cubicBezTo>
                    <a:pt x="127" y="49"/>
                    <a:pt x="149" y="0"/>
                    <a:pt x="169" y="7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Freeform 12"/>
            <p:cNvSpPr>
              <a:spLocks/>
            </p:cNvSpPr>
            <p:nvPr/>
          </p:nvSpPr>
          <p:spPr bwMode="auto">
            <a:xfrm>
              <a:off x="6945025" y="3271033"/>
              <a:ext cx="958850" cy="928688"/>
            </a:xfrm>
            <a:custGeom>
              <a:avLst/>
              <a:gdLst>
                <a:gd name="T0" fmla="*/ 176 w 253"/>
                <a:gd name="T1" fmla="*/ 8 h 245"/>
                <a:gd name="T2" fmla="*/ 185 w 253"/>
                <a:gd name="T3" fmla="*/ 79 h 245"/>
                <a:gd name="T4" fmla="*/ 251 w 253"/>
                <a:gd name="T5" fmla="*/ 110 h 245"/>
                <a:gd name="T6" fmla="*/ 195 w 253"/>
                <a:gd name="T7" fmla="*/ 151 h 245"/>
                <a:gd name="T8" fmla="*/ 200 w 253"/>
                <a:gd name="T9" fmla="*/ 223 h 245"/>
                <a:gd name="T10" fmla="*/ 133 w 253"/>
                <a:gd name="T11" fmla="*/ 196 h 245"/>
                <a:gd name="T12" fmla="*/ 78 w 253"/>
                <a:gd name="T13" fmla="*/ 238 h 245"/>
                <a:gd name="T14" fmla="*/ 67 w 253"/>
                <a:gd name="T15" fmla="*/ 166 h 245"/>
                <a:gd name="T16" fmla="*/ 3 w 253"/>
                <a:gd name="T17" fmla="*/ 138 h 245"/>
                <a:gd name="T18" fmla="*/ 58 w 253"/>
                <a:gd name="T19" fmla="*/ 95 h 245"/>
                <a:gd name="T20" fmla="*/ 54 w 253"/>
                <a:gd name="T21" fmla="*/ 22 h 245"/>
                <a:gd name="T22" fmla="*/ 119 w 253"/>
                <a:gd name="T23" fmla="*/ 49 h 245"/>
                <a:gd name="T24" fmla="*/ 176 w 253"/>
                <a:gd name="T25" fmla="*/ 8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5">
                  <a:moveTo>
                    <a:pt x="176" y="8"/>
                  </a:moveTo>
                  <a:cubicBezTo>
                    <a:pt x="196" y="17"/>
                    <a:pt x="178" y="68"/>
                    <a:pt x="185" y="79"/>
                  </a:cubicBezTo>
                  <a:cubicBezTo>
                    <a:pt x="193" y="90"/>
                    <a:pt x="248" y="88"/>
                    <a:pt x="251" y="110"/>
                  </a:cubicBezTo>
                  <a:cubicBezTo>
                    <a:pt x="253" y="130"/>
                    <a:pt x="199" y="139"/>
                    <a:pt x="195" y="151"/>
                  </a:cubicBezTo>
                  <a:cubicBezTo>
                    <a:pt x="190" y="163"/>
                    <a:pt x="219" y="210"/>
                    <a:pt x="200" y="223"/>
                  </a:cubicBezTo>
                  <a:cubicBezTo>
                    <a:pt x="181" y="237"/>
                    <a:pt x="146" y="194"/>
                    <a:pt x="133" y="196"/>
                  </a:cubicBezTo>
                  <a:cubicBezTo>
                    <a:pt x="121" y="197"/>
                    <a:pt x="97" y="245"/>
                    <a:pt x="78" y="238"/>
                  </a:cubicBezTo>
                  <a:cubicBezTo>
                    <a:pt x="58" y="229"/>
                    <a:pt x="75" y="177"/>
                    <a:pt x="67" y="166"/>
                  </a:cubicBezTo>
                  <a:cubicBezTo>
                    <a:pt x="60" y="155"/>
                    <a:pt x="6" y="159"/>
                    <a:pt x="3" y="138"/>
                  </a:cubicBezTo>
                  <a:cubicBezTo>
                    <a:pt x="0" y="117"/>
                    <a:pt x="53" y="106"/>
                    <a:pt x="58" y="95"/>
                  </a:cubicBezTo>
                  <a:cubicBezTo>
                    <a:pt x="63" y="82"/>
                    <a:pt x="34" y="36"/>
                    <a:pt x="54" y="22"/>
                  </a:cubicBezTo>
                  <a:cubicBezTo>
                    <a:pt x="72" y="9"/>
                    <a:pt x="106" y="51"/>
                    <a:pt x="119" y="49"/>
                  </a:cubicBezTo>
                  <a:cubicBezTo>
                    <a:pt x="131" y="48"/>
                    <a:pt x="156" y="0"/>
                    <a:pt x="176" y="8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Freeform 13"/>
            <p:cNvSpPr>
              <a:spLocks/>
            </p:cNvSpPr>
            <p:nvPr/>
          </p:nvSpPr>
          <p:spPr bwMode="auto">
            <a:xfrm>
              <a:off x="6940262" y="3271033"/>
              <a:ext cx="966788" cy="928688"/>
            </a:xfrm>
            <a:custGeom>
              <a:avLst/>
              <a:gdLst>
                <a:gd name="T0" fmla="*/ 184 w 255"/>
                <a:gd name="T1" fmla="*/ 10 h 245"/>
                <a:gd name="T2" fmla="*/ 190 w 255"/>
                <a:gd name="T3" fmla="*/ 82 h 245"/>
                <a:gd name="T4" fmla="*/ 254 w 255"/>
                <a:gd name="T5" fmla="*/ 117 h 245"/>
                <a:gd name="T6" fmla="*/ 195 w 255"/>
                <a:gd name="T7" fmla="*/ 155 h 245"/>
                <a:gd name="T8" fmla="*/ 195 w 255"/>
                <a:gd name="T9" fmla="*/ 229 h 245"/>
                <a:gd name="T10" fmla="*/ 130 w 255"/>
                <a:gd name="T11" fmla="*/ 197 h 245"/>
                <a:gd name="T12" fmla="*/ 72 w 255"/>
                <a:gd name="T13" fmla="*/ 236 h 245"/>
                <a:gd name="T14" fmla="*/ 65 w 255"/>
                <a:gd name="T15" fmla="*/ 162 h 245"/>
                <a:gd name="T16" fmla="*/ 2 w 255"/>
                <a:gd name="T17" fmla="*/ 131 h 245"/>
                <a:gd name="T18" fmla="*/ 60 w 255"/>
                <a:gd name="T19" fmla="*/ 91 h 245"/>
                <a:gd name="T20" fmla="*/ 60 w 255"/>
                <a:gd name="T21" fmla="*/ 17 h 245"/>
                <a:gd name="T22" fmla="*/ 124 w 255"/>
                <a:gd name="T23" fmla="*/ 48 h 245"/>
                <a:gd name="T24" fmla="*/ 184 w 255"/>
                <a:gd name="T25" fmla="*/ 1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5" h="245">
                  <a:moveTo>
                    <a:pt x="184" y="10"/>
                  </a:moveTo>
                  <a:cubicBezTo>
                    <a:pt x="204" y="20"/>
                    <a:pt x="182" y="71"/>
                    <a:pt x="190" y="82"/>
                  </a:cubicBezTo>
                  <a:cubicBezTo>
                    <a:pt x="197" y="94"/>
                    <a:pt x="252" y="95"/>
                    <a:pt x="254" y="117"/>
                  </a:cubicBezTo>
                  <a:cubicBezTo>
                    <a:pt x="255" y="137"/>
                    <a:pt x="200" y="144"/>
                    <a:pt x="195" y="155"/>
                  </a:cubicBezTo>
                  <a:cubicBezTo>
                    <a:pt x="189" y="167"/>
                    <a:pt x="216" y="216"/>
                    <a:pt x="195" y="229"/>
                  </a:cubicBezTo>
                  <a:cubicBezTo>
                    <a:pt x="176" y="241"/>
                    <a:pt x="143" y="196"/>
                    <a:pt x="130" y="197"/>
                  </a:cubicBezTo>
                  <a:cubicBezTo>
                    <a:pt x="118" y="197"/>
                    <a:pt x="91" y="245"/>
                    <a:pt x="72" y="236"/>
                  </a:cubicBezTo>
                  <a:cubicBezTo>
                    <a:pt x="52" y="226"/>
                    <a:pt x="73" y="174"/>
                    <a:pt x="65" y="162"/>
                  </a:cubicBezTo>
                  <a:cubicBezTo>
                    <a:pt x="58" y="152"/>
                    <a:pt x="3" y="152"/>
                    <a:pt x="2" y="131"/>
                  </a:cubicBezTo>
                  <a:cubicBezTo>
                    <a:pt x="0" y="110"/>
                    <a:pt x="55" y="103"/>
                    <a:pt x="60" y="91"/>
                  </a:cubicBezTo>
                  <a:cubicBezTo>
                    <a:pt x="66" y="79"/>
                    <a:pt x="39" y="30"/>
                    <a:pt x="60" y="17"/>
                  </a:cubicBezTo>
                  <a:cubicBezTo>
                    <a:pt x="79" y="5"/>
                    <a:pt x="111" y="49"/>
                    <a:pt x="124" y="48"/>
                  </a:cubicBezTo>
                  <a:cubicBezTo>
                    <a:pt x="137" y="48"/>
                    <a:pt x="165" y="0"/>
                    <a:pt x="184" y="10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Freeform 14"/>
            <p:cNvSpPr>
              <a:spLocks/>
            </p:cNvSpPr>
            <p:nvPr/>
          </p:nvSpPr>
          <p:spPr bwMode="auto">
            <a:xfrm>
              <a:off x="6940262" y="3271033"/>
              <a:ext cx="971550" cy="933450"/>
            </a:xfrm>
            <a:custGeom>
              <a:avLst/>
              <a:gdLst>
                <a:gd name="T0" fmla="*/ 0 w 256"/>
                <a:gd name="T1" fmla="*/ 124 h 246"/>
                <a:gd name="T2" fmla="*/ 61 w 256"/>
                <a:gd name="T3" fmla="*/ 88 h 246"/>
                <a:gd name="T4" fmla="*/ 65 w 256"/>
                <a:gd name="T5" fmla="*/ 11 h 246"/>
                <a:gd name="T6" fmla="*/ 128 w 256"/>
                <a:gd name="T7" fmla="*/ 47 h 246"/>
                <a:gd name="T8" fmla="*/ 191 w 256"/>
                <a:gd name="T9" fmla="*/ 12 h 246"/>
                <a:gd name="T10" fmla="*/ 193 w 256"/>
                <a:gd name="T11" fmla="*/ 86 h 246"/>
                <a:gd name="T12" fmla="*/ 255 w 256"/>
                <a:gd name="T13" fmla="*/ 124 h 246"/>
                <a:gd name="T14" fmla="*/ 194 w 256"/>
                <a:gd name="T15" fmla="*/ 159 h 246"/>
                <a:gd name="T16" fmla="*/ 190 w 256"/>
                <a:gd name="T17" fmla="*/ 234 h 246"/>
                <a:gd name="T18" fmla="*/ 125 w 256"/>
                <a:gd name="T19" fmla="*/ 198 h 246"/>
                <a:gd name="T20" fmla="*/ 65 w 256"/>
                <a:gd name="T21" fmla="*/ 234 h 246"/>
                <a:gd name="T22" fmla="*/ 62 w 256"/>
                <a:gd name="T23" fmla="*/ 159 h 246"/>
                <a:gd name="T24" fmla="*/ 0 w 256"/>
                <a:gd name="T25" fmla="*/ 124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6" h="246">
                  <a:moveTo>
                    <a:pt x="0" y="124"/>
                  </a:moveTo>
                  <a:cubicBezTo>
                    <a:pt x="0" y="103"/>
                    <a:pt x="55" y="99"/>
                    <a:pt x="61" y="88"/>
                  </a:cubicBezTo>
                  <a:cubicBezTo>
                    <a:pt x="67" y="75"/>
                    <a:pt x="43" y="24"/>
                    <a:pt x="65" y="11"/>
                  </a:cubicBezTo>
                  <a:cubicBezTo>
                    <a:pt x="85" y="0"/>
                    <a:pt x="115" y="47"/>
                    <a:pt x="128" y="47"/>
                  </a:cubicBezTo>
                  <a:cubicBezTo>
                    <a:pt x="141" y="47"/>
                    <a:pt x="172" y="1"/>
                    <a:pt x="191" y="12"/>
                  </a:cubicBezTo>
                  <a:cubicBezTo>
                    <a:pt x="211" y="23"/>
                    <a:pt x="186" y="73"/>
                    <a:pt x="193" y="86"/>
                  </a:cubicBezTo>
                  <a:cubicBezTo>
                    <a:pt x="200" y="98"/>
                    <a:pt x="256" y="102"/>
                    <a:pt x="255" y="124"/>
                  </a:cubicBezTo>
                  <a:cubicBezTo>
                    <a:pt x="255" y="145"/>
                    <a:pt x="200" y="148"/>
                    <a:pt x="194" y="159"/>
                  </a:cubicBezTo>
                  <a:cubicBezTo>
                    <a:pt x="187" y="171"/>
                    <a:pt x="212" y="222"/>
                    <a:pt x="190" y="234"/>
                  </a:cubicBezTo>
                  <a:cubicBezTo>
                    <a:pt x="169" y="246"/>
                    <a:pt x="139" y="198"/>
                    <a:pt x="125" y="198"/>
                  </a:cubicBezTo>
                  <a:cubicBezTo>
                    <a:pt x="113" y="197"/>
                    <a:pt x="83" y="244"/>
                    <a:pt x="65" y="234"/>
                  </a:cubicBezTo>
                  <a:cubicBezTo>
                    <a:pt x="46" y="223"/>
                    <a:pt x="69" y="172"/>
                    <a:pt x="62" y="159"/>
                  </a:cubicBezTo>
                  <a:cubicBezTo>
                    <a:pt x="55" y="148"/>
                    <a:pt x="0" y="145"/>
                    <a:pt x="0" y="124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4032375" y="797710"/>
            <a:ext cx="1079250" cy="1240604"/>
            <a:chOff x="5900667" y="-231575"/>
            <a:chExt cx="2044290" cy="2349920"/>
          </a:xfrm>
        </p:grpSpPr>
        <p:grpSp>
          <p:nvGrpSpPr>
            <p:cNvPr id="36" name="Group 4"/>
            <p:cNvGrpSpPr>
              <a:grpSpLocks noChangeAspect="1"/>
            </p:cNvGrpSpPr>
            <p:nvPr/>
          </p:nvGrpSpPr>
          <p:grpSpPr bwMode="auto">
            <a:xfrm>
              <a:off x="6322090" y="72485"/>
              <a:ext cx="1168465" cy="2045860"/>
              <a:chOff x="2724" y="205"/>
              <a:chExt cx="2232" cy="3908"/>
            </a:xfrm>
            <a:noFill/>
          </p:grpSpPr>
          <p:sp>
            <p:nvSpPr>
              <p:cNvPr id="48" name="Freeform 5"/>
              <p:cNvSpPr>
                <a:spLocks/>
              </p:cNvSpPr>
              <p:nvPr/>
            </p:nvSpPr>
            <p:spPr bwMode="auto">
              <a:xfrm>
                <a:off x="3373" y="3255"/>
                <a:ext cx="960" cy="858"/>
              </a:xfrm>
              <a:custGeom>
                <a:avLst/>
                <a:gdLst>
                  <a:gd name="T0" fmla="*/ 224 w 447"/>
                  <a:gd name="T1" fmla="*/ 5 h 400"/>
                  <a:gd name="T2" fmla="*/ 39 w 447"/>
                  <a:gd name="T3" fmla="*/ 0 h 400"/>
                  <a:gd name="T4" fmla="*/ 3 w 447"/>
                  <a:gd name="T5" fmla="*/ 0 h 400"/>
                  <a:gd name="T6" fmla="*/ 3 w 447"/>
                  <a:gd name="T7" fmla="*/ 43 h 400"/>
                  <a:gd name="T8" fmla="*/ 17 w 447"/>
                  <a:gd name="T9" fmla="*/ 61 h 400"/>
                  <a:gd name="T10" fmla="*/ 3 w 447"/>
                  <a:gd name="T11" fmla="*/ 88 h 400"/>
                  <a:gd name="T12" fmla="*/ 3 w 447"/>
                  <a:gd name="T13" fmla="*/ 105 h 400"/>
                  <a:gd name="T14" fmla="*/ 17 w 447"/>
                  <a:gd name="T15" fmla="*/ 122 h 400"/>
                  <a:gd name="T16" fmla="*/ 0 w 447"/>
                  <a:gd name="T17" fmla="*/ 150 h 400"/>
                  <a:gd name="T18" fmla="*/ 0 w 447"/>
                  <a:gd name="T19" fmla="*/ 166 h 400"/>
                  <a:gd name="T20" fmla="*/ 17 w 447"/>
                  <a:gd name="T21" fmla="*/ 180 h 400"/>
                  <a:gd name="T22" fmla="*/ 3 w 447"/>
                  <a:gd name="T23" fmla="*/ 214 h 400"/>
                  <a:gd name="T24" fmla="*/ 3 w 447"/>
                  <a:gd name="T25" fmla="*/ 225 h 400"/>
                  <a:gd name="T26" fmla="*/ 17 w 447"/>
                  <a:gd name="T27" fmla="*/ 258 h 400"/>
                  <a:gd name="T28" fmla="*/ 28 w 447"/>
                  <a:gd name="T29" fmla="*/ 275 h 400"/>
                  <a:gd name="T30" fmla="*/ 41 w 447"/>
                  <a:gd name="T31" fmla="*/ 293 h 400"/>
                  <a:gd name="T32" fmla="*/ 80 w 447"/>
                  <a:gd name="T33" fmla="*/ 330 h 400"/>
                  <a:gd name="T34" fmla="*/ 92 w 447"/>
                  <a:gd name="T35" fmla="*/ 330 h 400"/>
                  <a:gd name="T36" fmla="*/ 142 w 447"/>
                  <a:gd name="T37" fmla="*/ 387 h 400"/>
                  <a:gd name="T38" fmla="*/ 197 w 447"/>
                  <a:gd name="T39" fmla="*/ 399 h 400"/>
                  <a:gd name="T40" fmla="*/ 223 w 447"/>
                  <a:gd name="T41" fmla="*/ 394 h 400"/>
                  <a:gd name="T42" fmla="*/ 250 w 447"/>
                  <a:gd name="T43" fmla="*/ 399 h 400"/>
                  <a:gd name="T44" fmla="*/ 304 w 447"/>
                  <a:gd name="T45" fmla="*/ 387 h 400"/>
                  <a:gd name="T46" fmla="*/ 355 w 447"/>
                  <a:gd name="T47" fmla="*/ 330 h 400"/>
                  <a:gd name="T48" fmla="*/ 366 w 447"/>
                  <a:gd name="T49" fmla="*/ 330 h 400"/>
                  <a:gd name="T50" fmla="*/ 405 w 447"/>
                  <a:gd name="T51" fmla="*/ 293 h 400"/>
                  <a:gd name="T52" fmla="*/ 418 w 447"/>
                  <a:gd name="T53" fmla="*/ 275 h 400"/>
                  <a:gd name="T54" fmla="*/ 430 w 447"/>
                  <a:gd name="T55" fmla="*/ 258 h 400"/>
                  <a:gd name="T56" fmla="*/ 444 w 447"/>
                  <a:gd name="T57" fmla="*/ 225 h 400"/>
                  <a:gd name="T58" fmla="*/ 444 w 447"/>
                  <a:gd name="T59" fmla="*/ 214 h 400"/>
                  <a:gd name="T60" fmla="*/ 430 w 447"/>
                  <a:gd name="T61" fmla="*/ 180 h 400"/>
                  <a:gd name="T62" fmla="*/ 447 w 447"/>
                  <a:gd name="T63" fmla="*/ 166 h 400"/>
                  <a:gd name="T64" fmla="*/ 447 w 447"/>
                  <a:gd name="T65" fmla="*/ 150 h 400"/>
                  <a:gd name="T66" fmla="*/ 430 w 447"/>
                  <a:gd name="T67" fmla="*/ 122 h 400"/>
                  <a:gd name="T68" fmla="*/ 444 w 447"/>
                  <a:gd name="T69" fmla="*/ 105 h 400"/>
                  <a:gd name="T70" fmla="*/ 444 w 447"/>
                  <a:gd name="T71" fmla="*/ 88 h 400"/>
                  <a:gd name="T72" fmla="*/ 430 w 447"/>
                  <a:gd name="T73" fmla="*/ 61 h 400"/>
                  <a:gd name="T74" fmla="*/ 444 w 447"/>
                  <a:gd name="T75" fmla="*/ 43 h 400"/>
                  <a:gd name="T76" fmla="*/ 444 w 447"/>
                  <a:gd name="T77" fmla="*/ 0 h 400"/>
                  <a:gd name="T78" fmla="*/ 224 w 447"/>
                  <a:gd name="T79" fmla="*/ 5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447" h="400">
                    <a:moveTo>
                      <a:pt x="224" y="5"/>
                    </a:moveTo>
                    <a:cubicBezTo>
                      <a:pt x="224" y="5"/>
                      <a:pt x="112" y="3"/>
                      <a:pt x="39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3" y="43"/>
                      <a:pt x="5" y="56"/>
                      <a:pt x="17" y="61"/>
                    </a:cubicBezTo>
                    <a:cubicBezTo>
                      <a:pt x="17" y="61"/>
                      <a:pt x="19" y="79"/>
                      <a:pt x="3" y="88"/>
                    </a:cubicBezTo>
                    <a:cubicBezTo>
                      <a:pt x="3" y="105"/>
                      <a:pt x="3" y="105"/>
                      <a:pt x="3" y="105"/>
                    </a:cubicBezTo>
                    <a:cubicBezTo>
                      <a:pt x="3" y="105"/>
                      <a:pt x="14" y="114"/>
                      <a:pt x="17" y="122"/>
                    </a:cubicBezTo>
                    <a:cubicBezTo>
                      <a:pt x="19" y="130"/>
                      <a:pt x="5" y="148"/>
                      <a:pt x="0" y="150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166"/>
                      <a:pt x="13" y="168"/>
                      <a:pt x="17" y="180"/>
                    </a:cubicBezTo>
                    <a:cubicBezTo>
                      <a:pt x="21" y="192"/>
                      <a:pt x="10" y="210"/>
                      <a:pt x="3" y="214"/>
                    </a:cubicBezTo>
                    <a:cubicBezTo>
                      <a:pt x="3" y="225"/>
                      <a:pt x="3" y="225"/>
                      <a:pt x="3" y="225"/>
                    </a:cubicBezTo>
                    <a:cubicBezTo>
                      <a:pt x="3" y="225"/>
                      <a:pt x="25" y="238"/>
                      <a:pt x="17" y="258"/>
                    </a:cubicBezTo>
                    <a:cubicBezTo>
                      <a:pt x="17" y="258"/>
                      <a:pt x="10" y="268"/>
                      <a:pt x="28" y="275"/>
                    </a:cubicBezTo>
                    <a:cubicBezTo>
                      <a:pt x="28" y="275"/>
                      <a:pt x="38" y="285"/>
                      <a:pt x="41" y="293"/>
                    </a:cubicBezTo>
                    <a:cubicBezTo>
                      <a:pt x="45" y="301"/>
                      <a:pt x="72" y="329"/>
                      <a:pt x="80" y="330"/>
                    </a:cubicBezTo>
                    <a:cubicBezTo>
                      <a:pt x="92" y="330"/>
                      <a:pt x="92" y="330"/>
                      <a:pt x="92" y="330"/>
                    </a:cubicBezTo>
                    <a:cubicBezTo>
                      <a:pt x="92" y="330"/>
                      <a:pt x="129" y="369"/>
                      <a:pt x="142" y="387"/>
                    </a:cubicBezTo>
                    <a:cubicBezTo>
                      <a:pt x="142" y="387"/>
                      <a:pt x="172" y="400"/>
                      <a:pt x="197" y="399"/>
                    </a:cubicBezTo>
                    <a:cubicBezTo>
                      <a:pt x="197" y="399"/>
                      <a:pt x="213" y="394"/>
                      <a:pt x="223" y="394"/>
                    </a:cubicBezTo>
                    <a:cubicBezTo>
                      <a:pt x="234" y="394"/>
                      <a:pt x="250" y="399"/>
                      <a:pt x="250" y="399"/>
                    </a:cubicBezTo>
                    <a:cubicBezTo>
                      <a:pt x="275" y="400"/>
                      <a:pt x="304" y="387"/>
                      <a:pt x="304" y="387"/>
                    </a:cubicBezTo>
                    <a:cubicBezTo>
                      <a:pt x="317" y="369"/>
                      <a:pt x="355" y="330"/>
                      <a:pt x="355" y="330"/>
                    </a:cubicBezTo>
                    <a:cubicBezTo>
                      <a:pt x="366" y="330"/>
                      <a:pt x="366" y="330"/>
                      <a:pt x="366" y="330"/>
                    </a:cubicBezTo>
                    <a:cubicBezTo>
                      <a:pt x="374" y="329"/>
                      <a:pt x="401" y="301"/>
                      <a:pt x="405" y="293"/>
                    </a:cubicBezTo>
                    <a:cubicBezTo>
                      <a:pt x="409" y="285"/>
                      <a:pt x="418" y="275"/>
                      <a:pt x="418" y="275"/>
                    </a:cubicBezTo>
                    <a:cubicBezTo>
                      <a:pt x="436" y="268"/>
                      <a:pt x="430" y="258"/>
                      <a:pt x="430" y="258"/>
                    </a:cubicBezTo>
                    <a:cubicBezTo>
                      <a:pt x="422" y="238"/>
                      <a:pt x="444" y="225"/>
                      <a:pt x="444" y="225"/>
                    </a:cubicBezTo>
                    <a:cubicBezTo>
                      <a:pt x="444" y="214"/>
                      <a:pt x="444" y="214"/>
                      <a:pt x="444" y="214"/>
                    </a:cubicBezTo>
                    <a:cubicBezTo>
                      <a:pt x="436" y="210"/>
                      <a:pt x="426" y="192"/>
                      <a:pt x="430" y="180"/>
                    </a:cubicBezTo>
                    <a:cubicBezTo>
                      <a:pt x="434" y="168"/>
                      <a:pt x="447" y="166"/>
                      <a:pt x="447" y="166"/>
                    </a:cubicBezTo>
                    <a:cubicBezTo>
                      <a:pt x="447" y="150"/>
                      <a:pt x="447" y="150"/>
                      <a:pt x="447" y="150"/>
                    </a:cubicBezTo>
                    <a:cubicBezTo>
                      <a:pt x="442" y="148"/>
                      <a:pt x="427" y="130"/>
                      <a:pt x="430" y="122"/>
                    </a:cubicBezTo>
                    <a:cubicBezTo>
                      <a:pt x="433" y="114"/>
                      <a:pt x="444" y="105"/>
                      <a:pt x="444" y="105"/>
                    </a:cubicBezTo>
                    <a:cubicBezTo>
                      <a:pt x="444" y="88"/>
                      <a:pt x="444" y="88"/>
                      <a:pt x="444" y="88"/>
                    </a:cubicBezTo>
                    <a:cubicBezTo>
                      <a:pt x="427" y="79"/>
                      <a:pt x="430" y="61"/>
                      <a:pt x="430" y="61"/>
                    </a:cubicBezTo>
                    <a:cubicBezTo>
                      <a:pt x="442" y="56"/>
                      <a:pt x="444" y="43"/>
                      <a:pt x="444" y="43"/>
                    </a:cubicBezTo>
                    <a:cubicBezTo>
                      <a:pt x="444" y="0"/>
                      <a:pt x="444" y="0"/>
                      <a:pt x="444" y="0"/>
                    </a:cubicBezTo>
                    <a:cubicBezTo>
                      <a:pt x="383" y="3"/>
                      <a:pt x="224" y="5"/>
                      <a:pt x="224" y="5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9" name="Freeform 6"/>
              <p:cNvSpPr>
                <a:spLocks/>
              </p:cNvSpPr>
              <p:nvPr/>
            </p:nvSpPr>
            <p:spPr bwMode="auto">
              <a:xfrm>
                <a:off x="3596" y="3285"/>
                <a:ext cx="728" cy="75"/>
              </a:xfrm>
              <a:custGeom>
                <a:avLst/>
                <a:gdLst>
                  <a:gd name="T0" fmla="*/ 0 w 339"/>
                  <a:gd name="T1" fmla="*/ 2 h 35"/>
                  <a:gd name="T2" fmla="*/ 321 w 339"/>
                  <a:gd name="T3" fmla="*/ 0 h 35"/>
                  <a:gd name="T4" fmla="*/ 314 w 339"/>
                  <a:gd name="T5" fmla="*/ 35 h 35"/>
                  <a:gd name="T6" fmla="*/ 7 w 339"/>
                  <a:gd name="T7" fmla="*/ 31 h 35"/>
                  <a:gd name="T8" fmla="*/ 278 w 339"/>
                  <a:gd name="T9" fmla="*/ 17 h 35"/>
                  <a:gd name="T10" fmla="*/ 0 w 339"/>
                  <a:gd name="T11" fmla="*/ 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9" h="35">
                    <a:moveTo>
                      <a:pt x="0" y="2"/>
                    </a:moveTo>
                    <a:cubicBezTo>
                      <a:pt x="0" y="2"/>
                      <a:pt x="238" y="11"/>
                      <a:pt x="321" y="0"/>
                    </a:cubicBezTo>
                    <a:cubicBezTo>
                      <a:pt x="321" y="0"/>
                      <a:pt x="339" y="21"/>
                      <a:pt x="314" y="35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7" y="31"/>
                      <a:pt x="264" y="26"/>
                      <a:pt x="278" y="17"/>
                    </a:cubicBezTo>
                    <a:cubicBezTo>
                      <a:pt x="278" y="17"/>
                      <a:pt x="69" y="4"/>
                      <a:pt x="0" y="2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0" name="Freeform 7"/>
              <p:cNvSpPr>
                <a:spLocks/>
              </p:cNvSpPr>
              <p:nvPr/>
            </p:nvSpPr>
            <p:spPr bwMode="auto">
              <a:xfrm>
                <a:off x="3446" y="3399"/>
                <a:ext cx="792" cy="70"/>
              </a:xfrm>
              <a:custGeom>
                <a:avLst/>
                <a:gdLst>
                  <a:gd name="T0" fmla="*/ 0 w 369"/>
                  <a:gd name="T1" fmla="*/ 0 h 33"/>
                  <a:gd name="T2" fmla="*/ 369 w 369"/>
                  <a:gd name="T3" fmla="*/ 0 h 33"/>
                  <a:gd name="T4" fmla="*/ 0 w 369"/>
                  <a:gd name="T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3">
                    <a:moveTo>
                      <a:pt x="0" y="0"/>
                    </a:moveTo>
                    <a:cubicBezTo>
                      <a:pt x="0" y="0"/>
                      <a:pt x="203" y="20"/>
                      <a:pt x="369" y="0"/>
                    </a:cubicBezTo>
                    <a:cubicBezTo>
                      <a:pt x="369" y="0"/>
                      <a:pt x="143" y="33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1" name="Freeform 8"/>
              <p:cNvSpPr>
                <a:spLocks/>
              </p:cNvSpPr>
              <p:nvPr/>
            </p:nvSpPr>
            <p:spPr bwMode="auto">
              <a:xfrm>
                <a:off x="3450" y="3502"/>
                <a:ext cx="793" cy="70"/>
              </a:xfrm>
              <a:custGeom>
                <a:avLst/>
                <a:gdLst>
                  <a:gd name="T0" fmla="*/ 0 w 369"/>
                  <a:gd name="T1" fmla="*/ 0 h 33"/>
                  <a:gd name="T2" fmla="*/ 369 w 369"/>
                  <a:gd name="T3" fmla="*/ 0 h 33"/>
                  <a:gd name="T4" fmla="*/ 0 w 369"/>
                  <a:gd name="T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3">
                    <a:moveTo>
                      <a:pt x="0" y="0"/>
                    </a:moveTo>
                    <a:cubicBezTo>
                      <a:pt x="0" y="0"/>
                      <a:pt x="204" y="20"/>
                      <a:pt x="369" y="0"/>
                    </a:cubicBezTo>
                    <a:cubicBezTo>
                      <a:pt x="369" y="0"/>
                      <a:pt x="144" y="33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2" name="Freeform 9"/>
              <p:cNvSpPr>
                <a:spLocks/>
              </p:cNvSpPr>
              <p:nvPr/>
            </p:nvSpPr>
            <p:spPr bwMode="auto">
              <a:xfrm>
                <a:off x="3450" y="3622"/>
                <a:ext cx="793" cy="68"/>
              </a:xfrm>
              <a:custGeom>
                <a:avLst/>
                <a:gdLst>
                  <a:gd name="T0" fmla="*/ 0 w 369"/>
                  <a:gd name="T1" fmla="*/ 0 h 32"/>
                  <a:gd name="T2" fmla="*/ 369 w 369"/>
                  <a:gd name="T3" fmla="*/ 0 h 32"/>
                  <a:gd name="T4" fmla="*/ 0 w 369"/>
                  <a:gd name="T5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2">
                    <a:moveTo>
                      <a:pt x="0" y="0"/>
                    </a:moveTo>
                    <a:cubicBezTo>
                      <a:pt x="0" y="0"/>
                      <a:pt x="204" y="19"/>
                      <a:pt x="369" y="0"/>
                    </a:cubicBezTo>
                    <a:cubicBezTo>
                      <a:pt x="369" y="0"/>
                      <a:pt x="144" y="32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Freeform 10"/>
              <p:cNvSpPr>
                <a:spLocks/>
              </p:cNvSpPr>
              <p:nvPr/>
            </p:nvSpPr>
            <p:spPr bwMode="auto">
              <a:xfrm>
                <a:off x="3459" y="3725"/>
                <a:ext cx="792" cy="68"/>
              </a:xfrm>
              <a:custGeom>
                <a:avLst/>
                <a:gdLst>
                  <a:gd name="T0" fmla="*/ 0 w 369"/>
                  <a:gd name="T1" fmla="*/ 0 h 32"/>
                  <a:gd name="T2" fmla="*/ 369 w 369"/>
                  <a:gd name="T3" fmla="*/ 0 h 32"/>
                  <a:gd name="T4" fmla="*/ 0 w 369"/>
                  <a:gd name="T5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2">
                    <a:moveTo>
                      <a:pt x="0" y="0"/>
                    </a:moveTo>
                    <a:cubicBezTo>
                      <a:pt x="0" y="0"/>
                      <a:pt x="203" y="19"/>
                      <a:pt x="369" y="0"/>
                    </a:cubicBezTo>
                    <a:cubicBezTo>
                      <a:pt x="369" y="0"/>
                      <a:pt x="144" y="32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4" name="Freeform 11"/>
              <p:cNvSpPr>
                <a:spLocks/>
              </p:cNvSpPr>
              <p:nvPr/>
            </p:nvSpPr>
            <p:spPr bwMode="auto">
              <a:xfrm>
                <a:off x="3457" y="3826"/>
                <a:ext cx="792" cy="68"/>
              </a:xfrm>
              <a:custGeom>
                <a:avLst/>
                <a:gdLst>
                  <a:gd name="T0" fmla="*/ 0 w 369"/>
                  <a:gd name="T1" fmla="*/ 0 h 32"/>
                  <a:gd name="T2" fmla="*/ 369 w 369"/>
                  <a:gd name="T3" fmla="*/ 0 h 32"/>
                  <a:gd name="T4" fmla="*/ 0 w 369"/>
                  <a:gd name="T5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2">
                    <a:moveTo>
                      <a:pt x="0" y="0"/>
                    </a:moveTo>
                    <a:cubicBezTo>
                      <a:pt x="0" y="0"/>
                      <a:pt x="203" y="19"/>
                      <a:pt x="369" y="0"/>
                    </a:cubicBezTo>
                    <a:cubicBezTo>
                      <a:pt x="369" y="0"/>
                      <a:pt x="144" y="32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Freeform 12"/>
              <p:cNvSpPr>
                <a:spLocks/>
              </p:cNvSpPr>
              <p:nvPr/>
            </p:nvSpPr>
            <p:spPr bwMode="auto">
              <a:xfrm>
                <a:off x="3841" y="3941"/>
                <a:ext cx="275" cy="140"/>
              </a:xfrm>
              <a:custGeom>
                <a:avLst/>
                <a:gdLst>
                  <a:gd name="T0" fmla="*/ 0 w 128"/>
                  <a:gd name="T1" fmla="*/ 0 h 65"/>
                  <a:gd name="T2" fmla="*/ 128 w 128"/>
                  <a:gd name="T3" fmla="*/ 0 h 65"/>
                  <a:gd name="T4" fmla="*/ 71 w 128"/>
                  <a:gd name="T5" fmla="*/ 65 h 65"/>
                  <a:gd name="T6" fmla="*/ 69 w 128"/>
                  <a:gd name="T7" fmla="*/ 18 h 65"/>
                  <a:gd name="T8" fmla="*/ 0 w 128"/>
                  <a:gd name="T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" h="65">
                    <a:moveTo>
                      <a:pt x="0" y="0"/>
                    </a:moveTo>
                    <a:cubicBezTo>
                      <a:pt x="0" y="0"/>
                      <a:pt x="95" y="6"/>
                      <a:pt x="128" y="0"/>
                    </a:cubicBezTo>
                    <a:cubicBezTo>
                      <a:pt x="71" y="65"/>
                      <a:pt x="71" y="65"/>
                      <a:pt x="71" y="65"/>
                    </a:cubicBezTo>
                    <a:cubicBezTo>
                      <a:pt x="71" y="65"/>
                      <a:pt x="94" y="19"/>
                      <a:pt x="69" y="18"/>
                    </a:cubicBezTo>
                    <a:cubicBezTo>
                      <a:pt x="45" y="17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6" name="Freeform 13"/>
              <p:cNvSpPr>
                <a:spLocks/>
              </p:cNvSpPr>
              <p:nvPr/>
            </p:nvSpPr>
            <p:spPr bwMode="auto">
              <a:xfrm>
                <a:off x="3650" y="3422"/>
                <a:ext cx="281" cy="103"/>
              </a:xfrm>
              <a:custGeom>
                <a:avLst/>
                <a:gdLst>
                  <a:gd name="T0" fmla="*/ 65 w 131"/>
                  <a:gd name="T1" fmla="*/ 1 h 48"/>
                  <a:gd name="T2" fmla="*/ 0 w 131"/>
                  <a:gd name="T3" fmla="*/ 1 h 48"/>
                  <a:gd name="T4" fmla="*/ 91 w 131"/>
                  <a:gd name="T5" fmla="*/ 45 h 48"/>
                  <a:gd name="T6" fmla="*/ 131 w 131"/>
                  <a:gd name="T7" fmla="*/ 48 h 48"/>
                  <a:gd name="T8" fmla="*/ 90 w 131"/>
                  <a:gd name="T9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48">
                    <a:moveTo>
                      <a:pt x="65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23" y="34"/>
                      <a:pt x="91" y="45"/>
                    </a:cubicBezTo>
                    <a:cubicBezTo>
                      <a:pt x="83" y="48"/>
                      <a:pt x="131" y="48"/>
                      <a:pt x="131" y="48"/>
                    </a:cubicBezTo>
                    <a:cubicBezTo>
                      <a:pt x="131" y="48"/>
                      <a:pt x="83" y="10"/>
                      <a:pt x="90" y="0"/>
                    </a:cubicBezTo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7" name="Freeform 14"/>
              <p:cNvSpPr>
                <a:spLocks/>
              </p:cNvSpPr>
              <p:nvPr/>
            </p:nvSpPr>
            <p:spPr bwMode="auto">
              <a:xfrm>
                <a:off x="3656" y="3519"/>
                <a:ext cx="282" cy="129"/>
              </a:xfrm>
              <a:custGeom>
                <a:avLst/>
                <a:gdLst>
                  <a:gd name="T0" fmla="*/ 65 w 131"/>
                  <a:gd name="T1" fmla="*/ 2 h 60"/>
                  <a:gd name="T2" fmla="*/ 0 w 131"/>
                  <a:gd name="T3" fmla="*/ 2 h 60"/>
                  <a:gd name="T4" fmla="*/ 91 w 131"/>
                  <a:gd name="T5" fmla="*/ 56 h 60"/>
                  <a:gd name="T6" fmla="*/ 131 w 131"/>
                  <a:gd name="T7" fmla="*/ 60 h 60"/>
                  <a:gd name="T8" fmla="*/ 89 w 131"/>
                  <a:gd name="T9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60">
                    <a:moveTo>
                      <a:pt x="65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123" y="43"/>
                      <a:pt x="91" y="56"/>
                    </a:cubicBezTo>
                    <a:cubicBezTo>
                      <a:pt x="83" y="60"/>
                      <a:pt x="131" y="60"/>
                      <a:pt x="131" y="60"/>
                    </a:cubicBezTo>
                    <a:cubicBezTo>
                      <a:pt x="131" y="60"/>
                      <a:pt x="83" y="13"/>
                      <a:pt x="89" y="0"/>
                    </a:cubicBezTo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8" name="Freeform 15"/>
              <p:cNvSpPr>
                <a:spLocks/>
              </p:cNvSpPr>
              <p:nvPr/>
            </p:nvSpPr>
            <p:spPr bwMode="auto">
              <a:xfrm>
                <a:off x="3759" y="3641"/>
                <a:ext cx="282" cy="109"/>
              </a:xfrm>
              <a:custGeom>
                <a:avLst/>
                <a:gdLst>
                  <a:gd name="T0" fmla="*/ 65 w 131"/>
                  <a:gd name="T1" fmla="*/ 1 h 51"/>
                  <a:gd name="T2" fmla="*/ 0 w 131"/>
                  <a:gd name="T3" fmla="*/ 1 h 51"/>
                  <a:gd name="T4" fmla="*/ 91 w 131"/>
                  <a:gd name="T5" fmla="*/ 48 h 51"/>
                  <a:gd name="T6" fmla="*/ 131 w 131"/>
                  <a:gd name="T7" fmla="*/ 51 h 51"/>
                  <a:gd name="T8" fmla="*/ 89 w 131"/>
                  <a:gd name="T9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51">
                    <a:moveTo>
                      <a:pt x="65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23" y="37"/>
                      <a:pt x="91" y="48"/>
                    </a:cubicBezTo>
                    <a:cubicBezTo>
                      <a:pt x="83" y="51"/>
                      <a:pt x="131" y="51"/>
                      <a:pt x="131" y="51"/>
                    </a:cubicBezTo>
                    <a:cubicBezTo>
                      <a:pt x="131" y="51"/>
                      <a:pt x="83" y="11"/>
                      <a:pt x="89" y="0"/>
                    </a:cubicBezTo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9" name="Freeform 16"/>
              <p:cNvSpPr>
                <a:spLocks/>
              </p:cNvSpPr>
              <p:nvPr/>
            </p:nvSpPr>
            <p:spPr bwMode="auto">
              <a:xfrm>
                <a:off x="3588" y="3746"/>
                <a:ext cx="279" cy="110"/>
              </a:xfrm>
              <a:custGeom>
                <a:avLst/>
                <a:gdLst>
                  <a:gd name="T0" fmla="*/ 64 w 130"/>
                  <a:gd name="T1" fmla="*/ 1 h 51"/>
                  <a:gd name="T2" fmla="*/ 0 w 130"/>
                  <a:gd name="T3" fmla="*/ 1 h 51"/>
                  <a:gd name="T4" fmla="*/ 90 w 130"/>
                  <a:gd name="T5" fmla="*/ 48 h 51"/>
                  <a:gd name="T6" fmla="*/ 130 w 130"/>
                  <a:gd name="T7" fmla="*/ 51 h 51"/>
                  <a:gd name="T8" fmla="*/ 89 w 130"/>
                  <a:gd name="T9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0" h="51">
                    <a:moveTo>
                      <a:pt x="64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22" y="37"/>
                      <a:pt x="90" y="48"/>
                    </a:cubicBezTo>
                    <a:cubicBezTo>
                      <a:pt x="83" y="51"/>
                      <a:pt x="130" y="51"/>
                      <a:pt x="130" y="51"/>
                    </a:cubicBezTo>
                    <a:cubicBezTo>
                      <a:pt x="130" y="51"/>
                      <a:pt x="83" y="11"/>
                      <a:pt x="89" y="0"/>
                    </a:cubicBezTo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0" name="Freeform 17"/>
              <p:cNvSpPr>
                <a:spLocks/>
              </p:cNvSpPr>
              <p:nvPr/>
            </p:nvSpPr>
            <p:spPr bwMode="auto">
              <a:xfrm>
                <a:off x="2831" y="355"/>
                <a:ext cx="2073" cy="2894"/>
              </a:xfrm>
              <a:custGeom>
                <a:avLst/>
                <a:gdLst>
                  <a:gd name="T0" fmla="*/ 1178 w 2073"/>
                  <a:gd name="T1" fmla="*/ 2465 h 2894"/>
                  <a:gd name="T2" fmla="*/ 1487 w 2073"/>
                  <a:gd name="T3" fmla="*/ 2894 h 2894"/>
                  <a:gd name="T4" fmla="*/ 1803 w 2073"/>
                  <a:gd name="T5" fmla="*/ 2226 h 2894"/>
                  <a:gd name="T6" fmla="*/ 2073 w 2073"/>
                  <a:gd name="T7" fmla="*/ 1446 h 2894"/>
                  <a:gd name="T8" fmla="*/ 0 w 2073"/>
                  <a:gd name="T9" fmla="*/ 581 h 2894"/>
                  <a:gd name="T10" fmla="*/ 653 w 2073"/>
                  <a:gd name="T11" fmla="*/ 0 h 2894"/>
                  <a:gd name="T12" fmla="*/ 1874 w 2073"/>
                  <a:gd name="T13" fmla="*/ 667 h 2894"/>
                  <a:gd name="T14" fmla="*/ 95 w 2073"/>
                  <a:gd name="T15" fmla="*/ 1731 h 2894"/>
                  <a:gd name="T16" fmla="*/ 1420 w 2073"/>
                  <a:gd name="T17" fmla="*/ 1742 h 2894"/>
                  <a:gd name="T18" fmla="*/ 1803 w 2073"/>
                  <a:gd name="T19" fmla="*/ 2226 h 2894"/>
                  <a:gd name="T20" fmla="*/ 535 w 2073"/>
                  <a:gd name="T21" fmla="*/ 2825 h 2894"/>
                  <a:gd name="T22" fmla="*/ 303 w 2073"/>
                  <a:gd name="T23" fmla="*/ 2437 h 2894"/>
                  <a:gd name="T24" fmla="*/ 230 w 2073"/>
                  <a:gd name="T25" fmla="*/ 2100 h 28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73" h="2894">
                    <a:moveTo>
                      <a:pt x="1178" y="2465"/>
                    </a:moveTo>
                    <a:lnTo>
                      <a:pt x="1487" y="2894"/>
                    </a:lnTo>
                    <a:lnTo>
                      <a:pt x="1803" y="2226"/>
                    </a:lnTo>
                    <a:lnTo>
                      <a:pt x="2073" y="1446"/>
                    </a:lnTo>
                    <a:lnTo>
                      <a:pt x="0" y="581"/>
                    </a:lnTo>
                    <a:lnTo>
                      <a:pt x="653" y="0"/>
                    </a:lnTo>
                    <a:lnTo>
                      <a:pt x="1874" y="667"/>
                    </a:lnTo>
                    <a:lnTo>
                      <a:pt x="95" y="1731"/>
                    </a:lnTo>
                    <a:lnTo>
                      <a:pt x="1420" y="1742"/>
                    </a:lnTo>
                    <a:lnTo>
                      <a:pt x="1803" y="2226"/>
                    </a:lnTo>
                    <a:lnTo>
                      <a:pt x="535" y="2825"/>
                    </a:lnTo>
                    <a:lnTo>
                      <a:pt x="303" y="2437"/>
                    </a:lnTo>
                    <a:lnTo>
                      <a:pt x="230" y="2100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1" name="Freeform 18"/>
              <p:cNvSpPr>
                <a:spLocks/>
              </p:cNvSpPr>
              <p:nvPr/>
            </p:nvSpPr>
            <p:spPr bwMode="auto">
              <a:xfrm>
                <a:off x="3822" y="409"/>
                <a:ext cx="1082" cy="1392"/>
              </a:xfrm>
              <a:custGeom>
                <a:avLst/>
                <a:gdLst>
                  <a:gd name="T0" fmla="*/ 328 w 1082"/>
                  <a:gd name="T1" fmla="*/ 311 h 1392"/>
                  <a:gd name="T2" fmla="*/ 541 w 1082"/>
                  <a:gd name="T3" fmla="*/ 0 h 1392"/>
                  <a:gd name="T4" fmla="*/ 883 w 1082"/>
                  <a:gd name="T5" fmla="*/ 613 h 1392"/>
                  <a:gd name="T6" fmla="*/ 1044 w 1082"/>
                  <a:gd name="T7" fmla="*/ 532 h 1392"/>
                  <a:gd name="T8" fmla="*/ 1082 w 1082"/>
                  <a:gd name="T9" fmla="*/ 1392 h 1392"/>
                  <a:gd name="T10" fmla="*/ 883 w 1082"/>
                  <a:gd name="T11" fmla="*/ 613 h 1392"/>
                  <a:gd name="T12" fmla="*/ 0 w 1082"/>
                  <a:gd name="T13" fmla="*/ 392 h 1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82" h="1392">
                    <a:moveTo>
                      <a:pt x="328" y="311"/>
                    </a:moveTo>
                    <a:lnTo>
                      <a:pt x="541" y="0"/>
                    </a:lnTo>
                    <a:lnTo>
                      <a:pt x="883" y="613"/>
                    </a:lnTo>
                    <a:lnTo>
                      <a:pt x="1044" y="532"/>
                    </a:lnTo>
                    <a:lnTo>
                      <a:pt x="1082" y="1392"/>
                    </a:lnTo>
                    <a:lnTo>
                      <a:pt x="883" y="613"/>
                    </a:lnTo>
                    <a:lnTo>
                      <a:pt x="0" y="392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Freeform 19"/>
              <p:cNvSpPr>
                <a:spLocks/>
              </p:cNvSpPr>
              <p:nvPr/>
            </p:nvSpPr>
            <p:spPr bwMode="auto">
              <a:xfrm>
                <a:off x="2782" y="666"/>
                <a:ext cx="1259" cy="2154"/>
              </a:xfrm>
              <a:custGeom>
                <a:avLst/>
                <a:gdLst>
                  <a:gd name="T0" fmla="*/ 1023 w 1259"/>
                  <a:gd name="T1" fmla="*/ 684 h 2154"/>
                  <a:gd name="T2" fmla="*/ 1040 w 1259"/>
                  <a:gd name="T3" fmla="*/ 135 h 2154"/>
                  <a:gd name="T4" fmla="*/ 352 w 1259"/>
                  <a:gd name="T5" fmla="*/ 0 h 2154"/>
                  <a:gd name="T6" fmla="*/ 629 w 1259"/>
                  <a:gd name="T7" fmla="*/ 517 h 2154"/>
                  <a:gd name="T8" fmla="*/ 0 w 1259"/>
                  <a:gd name="T9" fmla="*/ 849 h 2154"/>
                  <a:gd name="T10" fmla="*/ 144 w 1259"/>
                  <a:gd name="T11" fmla="*/ 1420 h 2154"/>
                  <a:gd name="T12" fmla="*/ 279 w 1259"/>
                  <a:gd name="T13" fmla="*/ 1789 h 2154"/>
                  <a:gd name="T14" fmla="*/ 883 w 1259"/>
                  <a:gd name="T15" fmla="*/ 1426 h 2154"/>
                  <a:gd name="T16" fmla="*/ 352 w 1259"/>
                  <a:gd name="T17" fmla="*/ 2126 h 2154"/>
                  <a:gd name="T18" fmla="*/ 1259 w 1259"/>
                  <a:gd name="T19" fmla="*/ 2154 h 2154"/>
                  <a:gd name="T20" fmla="*/ 960 w 1259"/>
                  <a:gd name="T21" fmla="*/ 931 h 2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59" h="2154">
                    <a:moveTo>
                      <a:pt x="1023" y="684"/>
                    </a:moveTo>
                    <a:lnTo>
                      <a:pt x="1040" y="135"/>
                    </a:lnTo>
                    <a:lnTo>
                      <a:pt x="352" y="0"/>
                    </a:lnTo>
                    <a:lnTo>
                      <a:pt x="629" y="517"/>
                    </a:lnTo>
                    <a:lnTo>
                      <a:pt x="0" y="849"/>
                    </a:lnTo>
                    <a:lnTo>
                      <a:pt x="144" y="1420"/>
                    </a:lnTo>
                    <a:lnTo>
                      <a:pt x="279" y="1789"/>
                    </a:lnTo>
                    <a:lnTo>
                      <a:pt x="883" y="1426"/>
                    </a:lnTo>
                    <a:lnTo>
                      <a:pt x="352" y="2126"/>
                    </a:lnTo>
                    <a:lnTo>
                      <a:pt x="1259" y="2154"/>
                    </a:lnTo>
                    <a:lnTo>
                      <a:pt x="960" y="931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3" name="Line 20"/>
              <p:cNvSpPr>
                <a:spLocks noChangeShapeType="1"/>
              </p:cNvSpPr>
              <p:nvPr/>
            </p:nvSpPr>
            <p:spPr bwMode="auto">
              <a:xfrm flipH="1">
                <a:off x="2782" y="936"/>
                <a:ext cx="49" cy="579"/>
              </a:xfrm>
              <a:prstGeom prst="line">
                <a:avLst/>
              </a:pr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4" name="Freeform 21"/>
              <p:cNvSpPr>
                <a:spLocks/>
              </p:cNvSpPr>
              <p:nvPr/>
            </p:nvSpPr>
            <p:spPr bwMode="auto">
              <a:xfrm>
                <a:off x="3484" y="276"/>
                <a:ext cx="1382" cy="665"/>
              </a:xfrm>
              <a:custGeom>
                <a:avLst/>
                <a:gdLst>
                  <a:gd name="T0" fmla="*/ 1382 w 1382"/>
                  <a:gd name="T1" fmla="*/ 665 h 665"/>
                  <a:gd name="T2" fmla="*/ 879 w 1382"/>
                  <a:gd name="T3" fmla="*/ 133 h 665"/>
                  <a:gd name="T4" fmla="*/ 430 w 1382"/>
                  <a:gd name="T5" fmla="*/ 0 h 665"/>
                  <a:gd name="T6" fmla="*/ 0 w 1382"/>
                  <a:gd name="T7" fmla="*/ 79 h 6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82" h="665">
                    <a:moveTo>
                      <a:pt x="1382" y="665"/>
                    </a:moveTo>
                    <a:lnTo>
                      <a:pt x="879" y="133"/>
                    </a:lnTo>
                    <a:lnTo>
                      <a:pt x="430" y="0"/>
                    </a:lnTo>
                    <a:lnTo>
                      <a:pt x="0" y="79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5" name="Line 22"/>
              <p:cNvSpPr>
                <a:spLocks noChangeShapeType="1"/>
              </p:cNvSpPr>
              <p:nvPr/>
            </p:nvSpPr>
            <p:spPr bwMode="auto">
              <a:xfrm flipV="1">
                <a:off x="3326" y="1183"/>
                <a:ext cx="85" cy="665"/>
              </a:xfrm>
              <a:prstGeom prst="line">
                <a:avLst/>
              </a:pr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6" name="Freeform 23"/>
              <p:cNvSpPr>
                <a:spLocks/>
              </p:cNvSpPr>
              <p:nvPr/>
            </p:nvSpPr>
            <p:spPr bwMode="auto">
              <a:xfrm>
                <a:off x="4002" y="1443"/>
                <a:ext cx="797" cy="654"/>
              </a:xfrm>
              <a:custGeom>
                <a:avLst/>
                <a:gdLst>
                  <a:gd name="T0" fmla="*/ 797 w 797"/>
                  <a:gd name="T1" fmla="*/ 366 h 654"/>
                  <a:gd name="T2" fmla="*/ 249 w 797"/>
                  <a:gd name="T3" fmla="*/ 654 h 654"/>
                  <a:gd name="T4" fmla="*/ 0 w 797"/>
                  <a:gd name="T5" fmla="*/ 0 h 6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97" h="654">
                    <a:moveTo>
                      <a:pt x="797" y="366"/>
                    </a:moveTo>
                    <a:lnTo>
                      <a:pt x="249" y="654"/>
                    </a:lnTo>
                    <a:lnTo>
                      <a:pt x="0" y="0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7" name="Line 24"/>
              <p:cNvSpPr>
                <a:spLocks noChangeShapeType="1"/>
              </p:cNvSpPr>
              <p:nvPr/>
            </p:nvSpPr>
            <p:spPr bwMode="auto">
              <a:xfrm>
                <a:off x="3457" y="2378"/>
                <a:ext cx="584" cy="442"/>
              </a:xfrm>
              <a:prstGeom prst="line">
                <a:avLst/>
              </a:pr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8" name="Line 25"/>
              <p:cNvSpPr>
                <a:spLocks noChangeShapeType="1"/>
              </p:cNvSpPr>
              <p:nvPr/>
            </p:nvSpPr>
            <p:spPr bwMode="auto">
              <a:xfrm flipH="1">
                <a:off x="4049" y="2311"/>
                <a:ext cx="355" cy="498"/>
              </a:xfrm>
              <a:prstGeom prst="line">
                <a:avLst/>
              </a:pr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9" name="Oval 26"/>
              <p:cNvSpPr>
                <a:spLocks noChangeArrowheads="1"/>
              </p:cNvSpPr>
              <p:nvPr/>
            </p:nvSpPr>
            <p:spPr bwMode="auto">
              <a:xfrm>
                <a:off x="3068" y="2708"/>
                <a:ext cx="159" cy="161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0" name="Oval 27"/>
              <p:cNvSpPr>
                <a:spLocks noChangeArrowheads="1"/>
              </p:cNvSpPr>
              <p:nvPr/>
            </p:nvSpPr>
            <p:spPr bwMode="auto">
              <a:xfrm>
                <a:off x="3946" y="2708"/>
                <a:ext cx="204" cy="202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1" name="Oval 28"/>
              <p:cNvSpPr>
                <a:spLocks noChangeArrowheads="1"/>
              </p:cNvSpPr>
              <p:nvPr/>
            </p:nvSpPr>
            <p:spPr bwMode="auto">
              <a:xfrm>
                <a:off x="4554" y="2513"/>
                <a:ext cx="131" cy="131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2" name="Oval 29"/>
              <p:cNvSpPr>
                <a:spLocks noChangeArrowheads="1"/>
              </p:cNvSpPr>
              <p:nvPr/>
            </p:nvSpPr>
            <p:spPr bwMode="auto">
              <a:xfrm>
                <a:off x="4189" y="2024"/>
                <a:ext cx="127" cy="12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3" name="Oval 30"/>
              <p:cNvSpPr>
                <a:spLocks noChangeArrowheads="1"/>
              </p:cNvSpPr>
              <p:nvPr/>
            </p:nvSpPr>
            <p:spPr bwMode="auto">
              <a:xfrm>
                <a:off x="3822" y="2043"/>
                <a:ext cx="124" cy="127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4" name="Oval 31"/>
              <p:cNvSpPr>
                <a:spLocks noChangeArrowheads="1"/>
              </p:cNvSpPr>
              <p:nvPr/>
            </p:nvSpPr>
            <p:spPr bwMode="auto">
              <a:xfrm>
                <a:off x="3936" y="1352"/>
                <a:ext cx="219" cy="21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5" name="Oval 32"/>
              <p:cNvSpPr>
                <a:spLocks noChangeArrowheads="1"/>
              </p:cNvSpPr>
              <p:nvPr/>
            </p:nvSpPr>
            <p:spPr bwMode="auto">
              <a:xfrm>
                <a:off x="4778" y="1713"/>
                <a:ext cx="178" cy="178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6" name="Oval 33"/>
              <p:cNvSpPr>
                <a:spLocks noChangeArrowheads="1"/>
              </p:cNvSpPr>
              <p:nvPr/>
            </p:nvSpPr>
            <p:spPr bwMode="auto">
              <a:xfrm>
                <a:off x="4601" y="960"/>
                <a:ext cx="140" cy="137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7" name="Oval 34"/>
              <p:cNvSpPr>
                <a:spLocks noChangeArrowheads="1"/>
              </p:cNvSpPr>
              <p:nvPr/>
            </p:nvSpPr>
            <p:spPr bwMode="auto">
              <a:xfrm>
                <a:off x="4299" y="355"/>
                <a:ext cx="105" cy="10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8" name="Oval 35"/>
              <p:cNvSpPr>
                <a:spLocks noChangeArrowheads="1"/>
              </p:cNvSpPr>
              <p:nvPr/>
            </p:nvSpPr>
            <p:spPr bwMode="auto">
              <a:xfrm>
                <a:off x="4103" y="666"/>
                <a:ext cx="112" cy="10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9" name="Oval 36"/>
              <p:cNvSpPr>
                <a:spLocks noChangeArrowheads="1"/>
              </p:cNvSpPr>
              <p:nvPr/>
            </p:nvSpPr>
            <p:spPr bwMode="auto">
              <a:xfrm>
                <a:off x="3431" y="310"/>
                <a:ext cx="139" cy="13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0" name="Oval 37"/>
              <p:cNvSpPr>
                <a:spLocks noChangeArrowheads="1"/>
              </p:cNvSpPr>
              <p:nvPr/>
            </p:nvSpPr>
            <p:spPr bwMode="auto">
              <a:xfrm>
                <a:off x="3852" y="205"/>
                <a:ext cx="150" cy="15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1" name="Oval 38"/>
              <p:cNvSpPr>
                <a:spLocks noChangeArrowheads="1"/>
              </p:cNvSpPr>
              <p:nvPr/>
            </p:nvSpPr>
            <p:spPr bwMode="auto">
              <a:xfrm>
                <a:off x="3742" y="722"/>
                <a:ext cx="142" cy="141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2" name="Oval 39"/>
              <p:cNvSpPr>
                <a:spLocks noChangeArrowheads="1"/>
              </p:cNvSpPr>
              <p:nvPr/>
            </p:nvSpPr>
            <p:spPr bwMode="auto">
              <a:xfrm>
                <a:off x="3326" y="1121"/>
                <a:ext cx="150" cy="15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3" name="Oval 40"/>
              <p:cNvSpPr>
                <a:spLocks noChangeArrowheads="1"/>
              </p:cNvSpPr>
              <p:nvPr/>
            </p:nvSpPr>
            <p:spPr bwMode="auto">
              <a:xfrm>
                <a:off x="3742" y="1299"/>
                <a:ext cx="103" cy="10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4" name="Oval 41"/>
              <p:cNvSpPr>
                <a:spLocks noChangeArrowheads="1"/>
              </p:cNvSpPr>
              <p:nvPr/>
            </p:nvSpPr>
            <p:spPr bwMode="auto">
              <a:xfrm>
                <a:off x="3697" y="1556"/>
                <a:ext cx="97" cy="9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5" name="Oval 42"/>
              <p:cNvSpPr>
                <a:spLocks noChangeArrowheads="1"/>
              </p:cNvSpPr>
              <p:nvPr/>
            </p:nvSpPr>
            <p:spPr bwMode="auto">
              <a:xfrm>
                <a:off x="3596" y="2026"/>
                <a:ext cx="146" cy="148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6" name="Oval 43"/>
              <p:cNvSpPr>
                <a:spLocks noChangeArrowheads="1"/>
              </p:cNvSpPr>
              <p:nvPr/>
            </p:nvSpPr>
            <p:spPr bwMode="auto">
              <a:xfrm>
                <a:off x="2993" y="2408"/>
                <a:ext cx="113" cy="11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7" name="Oval 44"/>
              <p:cNvSpPr>
                <a:spLocks noChangeArrowheads="1"/>
              </p:cNvSpPr>
              <p:nvPr/>
            </p:nvSpPr>
            <p:spPr bwMode="auto">
              <a:xfrm>
                <a:off x="2881" y="2043"/>
                <a:ext cx="112" cy="112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8" name="Oval 45"/>
              <p:cNvSpPr>
                <a:spLocks noChangeArrowheads="1"/>
              </p:cNvSpPr>
              <p:nvPr/>
            </p:nvSpPr>
            <p:spPr bwMode="auto">
              <a:xfrm>
                <a:off x="3291" y="1779"/>
                <a:ext cx="110" cy="11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9" name="Oval 46"/>
              <p:cNvSpPr>
                <a:spLocks noChangeArrowheads="1"/>
              </p:cNvSpPr>
              <p:nvPr/>
            </p:nvSpPr>
            <p:spPr bwMode="auto">
              <a:xfrm>
                <a:off x="2724" y="1432"/>
                <a:ext cx="170" cy="16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0" name="Oval 47"/>
              <p:cNvSpPr>
                <a:spLocks noChangeArrowheads="1"/>
              </p:cNvSpPr>
              <p:nvPr/>
            </p:nvSpPr>
            <p:spPr bwMode="auto">
              <a:xfrm>
                <a:off x="2780" y="878"/>
                <a:ext cx="122" cy="12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1" name="Oval 48"/>
              <p:cNvSpPr>
                <a:spLocks noChangeArrowheads="1"/>
              </p:cNvSpPr>
              <p:nvPr/>
            </p:nvSpPr>
            <p:spPr bwMode="auto">
              <a:xfrm>
                <a:off x="3089" y="617"/>
                <a:ext cx="105" cy="1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2" name="Oval 49"/>
              <p:cNvSpPr>
                <a:spLocks noChangeArrowheads="1"/>
              </p:cNvSpPr>
              <p:nvPr/>
            </p:nvSpPr>
            <p:spPr bwMode="auto">
              <a:xfrm>
                <a:off x="4810" y="881"/>
                <a:ext cx="94" cy="94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3" name="Oval 50"/>
              <p:cNvSpPr>
                <a:spLocks noChangeArrowheads="1"/>
              </p:cNvSpPr>
              <p:nvPr/>
            </p:nvSpPr>
            <p:spPr bwMode="auto">
              <a:xfrm>
                <a:off x="3326" y="3126"/>
                <a:ext cx="85" cy="8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4" name="Oval 51"/>
              <p:cNvSpPr>
                <a:spLocks noChangeArrowheads="1"/>
              </p:cNvSpPr>
              <p:nvPr/>
            </p:nvSpPr>
            <p:spPr bwMode="auto">
              <a:xfrm>
                <a:off x="4266" y="3178"/>
                <a:ext cx="95" cy="94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cxnSp>
          <p:nvCxnSpPr>
            <p:cNvPr id="37" name="直接连接符 36"/>
            <p:cNvCxnSpPr/>
            <p:nvPr/>
          </p:nvCxnSpPr>
          <p:spPr>
            <a:xfrm flipH="1">
              <a:off x="5966629" y="1288052"/>
              <a:ext cx="299176" cy="61263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H="1">
              <a:off x="5900667" y="1011655"/>
              <a:ext cx="319741" cy="5234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 flipV="1">
              <a:off x="5900667" y="699121"/>
              <a:ext cx="285441" cy="5654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 flipV="1">
              <a:off x="6016363" y="301520"/>
              <a:ext cx="245611" cy="136373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H="1" flipV="1">
              <a:off x="6321043" y="-74620"/>
              <a:ext cx="130337" cy="202553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 flipV="1">
              <a:off x="6867211" y="-231575"/>
              <a:ext cx="1" cy="185652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H="1">
              <a:off x="7280432" y="-39202"/>
              <a:ext cx="170861" cy="184338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7538294" y="263188"/>
              <a:ext cx="240414" cy="158327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7640278" y="672160"/>
              <a:ext cx="304679" cy="83501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7612855" y="1014272"/>
              <a:ext cx="332102" cy="1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 flipV="1">
              <a:off x="7506513" y="1267650"/>
              <a:ext cx="219368" cy="80768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文本框 11"/>
          <p:cNvSpPr txBox="1"/>
          <p:nvPr/>
        </p:nvSpPr>
        <p:spPr>
          <a:xfrm>
            <a:off x="3703202" y="2098394"/>
            <a:ext cx="1732894" cy="53091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altLang="zh-CN" sz="3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PART 01</a:t>
            </a:r>
            <a:endParaRPr lang="zh-CN" altLang="en-US" sz="3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97" name="组合 96"/>
          <p:cNvGrpSpPr/>
          <p:nvPr/>
        </p:nvGrpSpPr>
        <p:grpSpPr>
          <a:xfrm>
            <a:off x="3843502" y="2700763"/>
            <a:ext cx="1456997" cy="84874"/>
            <a:chOff x="3843502" y="2700763"/>
            <a:chExt cx="1456997" cy="84874"/>
          </a:xfrm>
        </p:grpSpPr>
        <p:cxnSp>
          <p:nvCxnSpPr>
            <p:cNvPr id="4" name="直接连接符 3"/>
            <p:cNvCxnSpPr/>
            <p:nvPr/>
          </p:nvCxnSpPr>
          <p:spPr>
            <a:xfrm>
              <a:off x="3843502" y="2743200"/>
              <a:ext cx="1456997" cy="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椭圆 95"/>
            <p:cNvSpPr/>
            <p:nvPr/>
          </p:nvSpPr>
          <p:spPr>
            <a:xfrm>
              <a:off x="4529563" y="2700763"/>
              <a:ext cx="84874" cy="84874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14:gallery dir="l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 tmFilter="0,0; .5, 1; 1, 1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0"/>
                            </p:stCondLst>
                            <p:childTnLst>
                              <p:par>
                                <p:cTn id="4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9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1210"/>
          <p:cNvSpPr/>
          <p:nvPr/>
        </p:nvSpPr>
        <p:spPr>
          <a:xfrm>
            <a:off x="1194604" y="1154268"/>
            <a:ext cx="2652008" cy="284693"/>
          </a:xfrm>
          <a:prstGeom prst="rect">
            <a:avLst/>
          </a:prstGeom>
          <a:noFill/>
          <a:ln w="9525">
            <a:noFill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5CA0B4"/>
                </a:solidFill>
              </a14:hiddenFill>
            </a:ext>
          </a:extLst>
        </p:spPr>
        <p:txBody>
          <a:bodyPr wrap="none" lIns="68580" tIns="34290" rIns="68580" bIns="34290">
            <a:spAutoFit/>
          </a:bodyPr>
          <a:lstStyle/>
          <a:p>
            <a:pPr lvl="0"/>
            <a:r>
              <a:rPr lang="zh-CN" altLang="en-US" dirty="0"/>
              <a:t>从内部开始考虑数据访问和计算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94603" y="1439459"/>
            <a:ext cx="3583591" cy="453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5CA0B4"/>
                </a:solidFill>
              </a14:hiddenFill>
            </a:ext>
          </a:extLst>
        </p:spPr>
        <p:txBody>
          <a:bodyPr wrap="square" lIns="68580" tIns="34290" rIns="68580" bIns="34290" rtlCol="0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zh-CN" sz="1000" dirty="0" smtClean="0"/>
              <a:t>From </a:t>
            </a:r>
            <a:r>
              <a:rPr lang="en-US" altLang="zh-CN" sz="1000" dirty="0"/>
              <a:t>inside out with considerations on data accessing and computing</a:t>
            </a:r>
            <a:endParaRPr lang="en-US" altLang="zh-CN" sz="1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矩形 23"/>
          <p:cNvSpPr>
            <a:spLocks noChangeArrowheads="1"/>
          </p:cNvSpPr>
          <p:nvPr/>
        </p:nvSpPr>
        <p:spPr bwMode="auto">
          <a:xfrm>
            <a:off x="5065058" y="1498841"/>
            <a:ext cx="3514165" cy="2626851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noFill/>
            <a:bevel/>
            <a:headEnd/>
            <a:tailEnd/>
          </a:ln>
        </p:spPr>
        <p:txBody>
          <a:bodyPr lIns="68580" tIns="34290" rIns="68580" bIns="34290"/>
          <a:lstStyle/>
          <a:p>
            <a:pPr eaLnBrk="1" hangingPunct="1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09386" y="309785"/>
            <a:ext cx="4848576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US" altLang="zh-CN" sz="1800" b="1" dirty="0">
                <a:latin typeface="Adobe Arabic" charset="0"/>
                <a:ea typeface="Adobe Arabic" charset="0"/>
                <a:cs typeface="Adobe Arabic" charset="0"/>
              </a:rPr>
              <a:t>Data Mining Challenges with Big Data</a:t>
            </a:r>
            <a:endParaRPr lang="zh-CN" altLang="en-US" sz="1700" dirty="0">
              <a:solidFill>
                <a:schemeClr val="tx1">
                  <a:lumMod val="75000"/>
                  <a:lumOff val="25000"/>
                </a:schemeClr>
              </a:solidFill>
              <a:latin typeface="Adobe Arabic" charset="0"/>
              <a:ea typeface="Adobe Arabic" charset="0"/>
              <a:cs typeface="Adobe Arabic" charset="0"/>
              <a:sym typeface="+mn-lt"/>
            </a:endParaRPr>
          </a:p>
        </p:txBody>
      </p:sp>
      <p:grpSp>
        <p:nvGrpSpPr>
          <p:cNvPr id="98" name="组合 97"/>
          <p:cNvGrpSpPr/>
          <p:nvPr/>
        </p:nvGrpSpPr>
        <p:grpSpPr>
          <a:xfrm>
            <a:off x="756462" y="1130248"/>
            <a:ext cx="448164" cy="368593"/>
            <a:chOff x="5630584" y="966369"/>
            <a:chExt cx="476097" cy="391567"/>
          </a:xfrm>
        </p:grpSpPr>
        <p:sp>
          <p:nvSpPr>
            <p:cNvPr id="99" name="椭圆 98"/>
            <p:cNvSpPr/>
            <p:nvPr/>
          </p:nvSpPr>
          <p:spPr>
            <a:xfrm>
              <a:off x="5673454" y="966369"/>
              <a:ext cx="391567" cy="391567"/>
            </a:xfrm>
            <a:prstGeom prst="ellipse">
              <a:avLst/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>
                <a:cs typeface="+mn-ea"/>
                <a:sym typeface="+mn-lt"/>
              </a:endParaRPr>
            </a:p>
          </p:txBody>
        </p:sp>
        <p:sp>
          <p:nvSpPr>
            <p:cNvPr id="100" name="文本框 17"/>
            <p:cNvSpPr txBox="1"/>
            <p:nvPr/>
          </p:nvSpPr>
          <p:spPr>
            <a:xfrm>
              <a:off x="5630584" y="1004389"/>
              <a:ext cx="476097" cy="3433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zh-CN" sz="15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01</a:t>
              </a:r>
            </a:p>
          </p:txBody>
        </p:sp>
      </p:grpSp>
      <p:sp>
        <p:nvSpPr>
          <p:cNvPr id="106" name="TextBox 1210"/>
          <p:cNvSpPr/>
          <p:nvPr/>
        </p:nvSpPr>
        <p:spPr>
          <a:xfrm>
            <a:off x="1194604" y="2330184"/>
            <a:ext cx="1754326" cy="284693"/>
          </a:xfrm>
          <a:prstGeom prst="rect">
            <a:avLst/>
          </a:prstGeom>
          <a:noFill/>
          <a:ln w="9525">
            <a:noFill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5CA0B4"/>
                </a:solidFill>
              </a14:hiddenFill>
            </a:ext>
          </a:extLst>
        </p:spPr>
        <p:txBody>
          <a:bodyPr wrap="none" lIns="68580" tIns="34290" rIns="68580" bIns="34290">
            <a:spAutoFit/>
          </a:bodyPr>
          <a:lstStyle/>
          <a:p>
            <a:pPr lvl="0"/>
            <a:r>
              <a:rPr lang="zh-CN" altLang="en-US" dirty="0"/>
              <a:t>数据隐私和领域知识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7" name="文本框 11"/>
          <p:cNvSpPr txBox="1"/>
          <p:nvPr/>
        </p:nvSpPr>
        <p:spPr>
          <a:xfrm>
            <a:off x="1194603" y="2615375"/>
            <a:ext cx="358359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5CA0B4"/>
                </a:solidFill>
              </a14:hiddenFill>
            </a:ext>
          </a:extLst>
        </p:spPr>
        <p:txBody>
          <a:bodyPr wrap="square" lIns="68580" tIns="34290" rIns="68580" bIns="34290" rtlCol="0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zh-CN" sz="1000" dirty="0" smtClean="0"/>
              <a:t>Data </a:t>
            </a:r>
            <a:r>
              <a:rPr lang="en-US" altLang="zh-CN" sz="1000" dirty="0"/>
              <a:t>privacy and domain knowledge</a:t>
            </a:r>
            <a:endParaRPr lang="en-US" altLang="zh-CN" sz="1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756462" y="2306164"/>
            <a:ext cx="448164" cy="368593"/>
            <a:chOff x="5630584" y="966369"/>
            <a:chExt cx="476097" cy="391567"/>
          </a:xfrm>
        </p:grpSpPr>
        <p:sp>
          <p:nvSpPr>
            <p:cNvPr id="109" name="椭圆 108"/>
            <p:cNvSpPr/>
            <p:nvPr/>
          </p:nvSpPr>
          <p:spPr>
            <a:xfrm>
              <a:off x="5673454" y="966369"/>
              <a:ext cx="391567" cy="391567"/>
            </a:xfrm>
            <a:prstGeom prst="ellipse">
              <a:avLst/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>
                <a:cs typeface="+mn-ea"/>
                <a:sym typeface="+mn-lt"/>
              </a:endParaRPr>
            </a:p>
          </p:txBody>
        </p:sp>
        <p:sp>
          <p:nvSpPr>
            <p:cNvPr id="110" name="文本框 17"/>
            <p:cNvSpPr txBox="1"/>
            <p:nvPr/>
          </p:nvSpPr>
          <p:spPr>
            <a:xfrm>
              <a:off x="5630584" y="1004389"/>
              <a:ext cx="476097" cy="3433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zh-CN" sz="15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02</a:t>
              </a:r>
              <a:endPara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111" name="TextBox 1210"/>
          <p:cNvSpPr/>
          <p:nvPr/>
        </p:nvSpPr>
        <p:spPr>
          <a:xfrm>
            <a:off x="1194604" y="3517336"/>
            <a:ext cx="1395254" cy="284693"/>
          </a:xfrm>
          <a:prstGeom prst="rect">
            <a:avLst/>
          </a:prstGeom>
          <a:noFill/>
          <a:ln w="9525">
            <a:noFill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5CA0B4"/>
                </a:solidFill>
              </a14:hiddenFill>
            </a:ext>
          </a:extLst>
        </p:spPr>
        <p:txBody>
          <a:bodyPr wrap="none" lIns="68580" tIns="34290" rIns="68580" bIns="34290">
            <a:spAutoFit/>
          </a:bodyPr>
          <a:lstStyle/>
          <a:p>
            <a:pPr lvl="0"/>
            <a:r>
              <a:rPr lang="zh-CN" altLang="en-US" dirty="0"/>
              <a:t>大数据挖掘算法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2" name="文本框 11"/>
          <p:cNvSpPr txBox="1"/>
          <p:nvPr/>
        </p:nvSpPr>
        <p:spPr>
          <a:xfrm>
            <a:off x="1194603" y="3802527"/>
            <a:ext cx="358359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5CA0B4"/>
                </a:solidFill>
              </a14:hiddenFill>
            </a:ext>
          </a:extLst>
        </p:spPr>
        <p:txBody>
          <a:bodyPr wrap="square" lIns="68580" tIns="34290" rIns="68580" bIns="34290" rtlCol="0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zh-CN" sz="1000" dirty="0"/>
              <a:t>Big Data mining algorithms</a:t>
            </a:r>
            <a:endParaRPr lang="en-US" altLang="zh-CN" sz="1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13" name="组合 112"/>
          <p:cNvGrpSpPr/>
          <p:nvPr/>
        </p:nvGrpSpPr>
        <p:grpSpPr>
          <a:xfrm>
            <a:off x="756462" y="3493316"/>
            <a:ext cx="448164" cy="368593"/>
            <a:chOff x="5630584" y="966369"/>
            <a:chExt cx="476097" cy="391567"/>
          </a:xfrm>
        </p:grpSpPr>
        <p:sp>
          <p:nvSpPr>
            <p:cNvPr id="114" name="椭圆 113"/>
            <p:cNvSpPr/>
            <p:nvPr/>
          </p:nvSpPr>
          <p:spPr>
            <a:xfrm>
              <a:off x="5673454" y="966369"/>
              <a:ext cx="391567" cy="391567"/>
            </a:xfrm>
            <a:prstGeom prst="ellipse">
              <a:avLst/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>
                <a:cs typeface="+mn-ea"/>
                <a:sym typeface="+mn-lt"/>
              </a:endParaRPr>
            </a:p>
          </p:txBody>
        </p:sp>
        <p:sp>
          <p:nvSpPr>
            <p:cNvPr id="115" name="文本框 17"/>
            <p:cNvSpPr txBox="1"/>
            <p:nvPr/>
          </p:nvSpPr>
          <p:spPr>
            <a:xfrm>
              <a:off x="5630584" y="1004389"/>
              <a:ext cx="476097" cy="3433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zh-CN" sz="15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03</a:t>
              </a:r>
              <a:endPara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500"/>
                            </p:stCondLst>
                            <p:childTnLst>
                              <p:par>
                                <p:cTn id="4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500"/>
                            </p:stCondLst>
                            <p:childTnLst>
                              <p:par>
                                <p:cTn id="5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500"/>
                            </p:stCondLst>
                            <p:childTnLst>
                              <p:par>
                                <p:cTn id="61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12" grpId="0"/>
      <p:bldP spid="18" grpId="0" animBg="1" autoUpdateAnimBg="0"/>
      <p:bldP spid="16" grpId="0"/>
      <p:bldP spid="106" grpId="0"/>
      <p:bldP spid="107" grpId="0"/>
      <p:bldP spid="111" grpId="0"/>
      <p:bldP spid="1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2204922" y="2845264"/>
            <a:ext cx="5235226" cy="50013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lvl="0"/>
            <a:r>
              <a:rPr lang="zh-CN" altLang="en-US" sz="2800" dirty="0"/>
              <a:t>从内部开始考虑数据访问和计算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-2776945" y="365769"/>
            <a:ext cx="4342716" cy="4321430"/>
            <a:chOff x="6940262" y="3251983"/>
            <a:chExt cx="971550" cy="966788"/>
          </a:xfrm>
        </p:grpSpPr>
        <p:sp>
          <p:nvSpPr>
            <p:cNvPr id="17" name="Freeform 5"/>
            <p:cNvSpPr>
              <a:spLocks/>
            </p:cNvSpPr>
            <p:nvPr/>
          </p:nvSpPr>
          <p:spPr bwMode="auto">
            <a:xfrm>
              <a:off x="6959312" y="3251983"/>
              <a:ext cx="928688" cy="966788"/>
            </a:xfrm>
            <a:custGeom>
              <a:avLst/>
              <a:gdLst>
                <a:gd name="T0" fmla="*/ 121 w 245"/>
                <a:gd name="T1" fmla="*/ 0 h 255"/>
                <a:gd name="T2" fmla="*/ 158 w 245"/>
                <a:gd name="T3" fmla="*/ 61 h 255"/>
                <a:gd name="T4" fmla="*/ 234 w 245"/>
                <a:gd name="T5" fmla="*/ 65 h 255"/>
                <a:gd name="T6" fmla="*/ 198 w 245"/>
                <a:gd name="T7" fmla="*/ 128 h 255"/>
                <a:gd name="T8" fmla="*/ 233 w 245"/>
                <a:gd name="T9" fmla="*/ 191 h 255"/>
                <a:gd name="T10" fmla="*/ 160 w 245"/>
                <a:gd name="T11" fmla="*/ 193 h 255"/>
                <a:gd name="T12" fmla="*/ 122 w 245"/>
                <a:gd name="T13" fmla="*/ 255 h 255"/>
                <a:gd name="T14" fmla="*/ 87 w 245"/>
                <a:gd name="T15" fmla="*/ 193 h 255"/>
                <a:gd name="T16" fmla="*/ 11 w 245"/>
                <a:gd name="T17" fmla="*/ 190 h 255"/>
                <a:gd name="T18" fmla="*/ 47 w 245"/>
                <a:gd name="T19" fmla="*/ 125 h 255"/>
                <a:gd name="T20" fmla="*/ 11 w 245"/>
                <a:gd name="T21" fmla="*/ 65 h 255"/>
                <a:gd name="T22" fmla="*/ 86 w 245"/>
                <a:gd name="T23" fmla="*/ 62 h 255"/>
                <a:gd name="T24" fmla="*/ 121 w 245"/>
                <a:gd name="T25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5" h="255">
                  <a:moveTo>
                    <a:pt x="121" y="0"/>
                  </a:moveTo>
                  <a:cubicBezTo>
                    <a:pt x="142" y="0"/>
                    <a:pt x="147" y="55"/>
                    <a:pt x="158" y="61"/>
                  </a:cubicBezTo>
                  <a:cubicBezTo>
                    <a:pt x="170" y="67"/>
                    <a:pt x="222" y="43"/>
                    <a:pt x="234" y="65"/>
                  </a:cubicBezTo>
                  <a:cubicBezTo>
                    <a:pt x="245" y="85"/>
                    <a:pt x="198" y="115"/>
                    <a:pt x="198" y="128"/>
                  </a:cubicBezTo>
                  <a:cubicBezTo>
                    <a:pt x="198" y="141"/>
                    <a:pt x="244" y="172"/>
                    <a:pt x="233" y="191"/>
                  </a:cubicBezTo>
                  <a:cubicBezTo>
                    <a:pt x="222" y="211"/>
                    <a:pt x="172" y="186"/>
                    <a:pt x="160" y="193"/>
                  </a:cubicBezTo>
                  <a:cubicBezTo>
                    <a:pt x="148" y="200"/>
                    <a:pt x="143" y="255"/>
                    <a:pt x="122" y="255"/>
                  </a:cubicBezTo>
                  <a:cubicBezTo>
                    <a:pt x="101" y="255"/>
                    <a:pt x="98" y="199"/>
                    <a:pt x="87" y="193"/>
                  </a:cubicBezTo>
                  <a:cubicBezTo>
                    <a:pt x="75" y="187"/>
                    <a:pt x="24" y="212"/>
                    <a:pt x="11" y="190"/>
                  </a:cubicBezTo>
                  <a:cubicBezTo>
                    <a:pt x="0" y="169"/>
                    <a:pt x="47" y="138"/>
                    <a:pt x="47" y="125"/>
                  </a:cubicBezTo>
                  <a:cubicBezTo>
                    <a:pt x="48" y="113"/>
                    <a:pt x="1" y="83"/>
                    <a:pt x="11" y="65"/>
                  </a:cubicBezTo>
                  <a:cubicBezTo>
                    <a:pt x="23" y="45"/>
                    <a:pt x="73" y="69"/>
                    <a:pt x="86" y="62"/>
                  </a:cubicBezTo>
                  <a:cubicBezTo>
                    <a:pt x="97" y="55"/>
                    <a:pt x="100" y="0"/>
                    <a:pt x="121" y="0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" name="Freeform 6"/>
            <p:cNvSpPr>
              <a:spLocks/>
            </p:cNvSpPr>
            <p:nvPr/>
          </p:nvSpPr>
          <p:spPr bwMode="auto">
            <a:xfrm>
              <a:off x="6956137" y="3256746"/>
              <a:ext cx="936625" cy="962025"/>
            </a:xfrm>
            <a:custGeom>
              <a:avLst/>
              <a:gdLst>
                <a:gd name="T0" fmla="*/ 129 w 247"/>
                <a:gd name="T1" fmla="*/ 1 h 254"/>
                <a:gd name="T2" fmla="*/ 162 w 247"/>
                <a:gd name="T3" fmla="*/ 63 h 254"/>
                <a:gd name="T4" fmla="*/ 237 w 247"/>
                <a:gd name="T5" fmla="*/ 71 h 254"/>
                <a:gd name="T6" fmla="*/ 198 w 247"/>
                <a:gd name="T7" fmla="*/ 131 h 254"/>
                <a:gd name="T8" fmla="*/ 229 w 247"/>
                <a:gd name="T9" fmla="*/ 196 h 254"/>
                <a:gd name="T10" fmla="*/ 156 w 247"/>
                <a:gd name="T11" fmla="*/ 193 h 254"/>
                <a:gd name="T12" fmla="*/ 116 w 247"/>
                <a:gd name="T13" fmla="*/ 252 h 254"/>
                <a:gd name="T14" fmla="*/ 84 w 247"/>
                <a:gd name="T15" fmla="*/ 189 h 254"/>
                <a:gd name="T16" fmla="*/ 11 w 247"/>
                <a:gd name="T17" fmla="*/ 182 h 254"/>
                <a:gd name="T18" fmla="*/ 49 w 247"/>
                <a:gd name="T19" fmla="*/ 121 h 254"/>
                <a:gd name="T20" fmla="*/ 18 w 247"/>
                <a:gd name="T21" fmla="*/ 59 h 254"/>
                <a:gd name="T22" fmla="*/ 91 w 247"/>
                <a:gd name="T23" fmla="*/ 60 h 254"/>
                <a:gd name="T24" fmla="*/ 129 w 247"/>
                <a:gd name="T25" fmla="*/ 1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4">
                  <a:moveTo>
                    <a:pt x="129" y="1"/>
                  </a:moveTo>
                  <a:cubicBezTo>
                    <a:pt x="150" y="2"/>
                    <a:pt x="151" y="57"/>
                    <a:pt x="162" y="63"/>
                  </a:cubicBezTo>
                  <a:cubicBezTo>
                    <a:pt x="174" y="70"/>
                    <a:pt x="226" y="49"/>
                    <a:pt x="237" y="71"/>
                  </a:cubicBezTo>
                  <a:cubicBezTo>
                    <a:pt x="247" y="91"/>
                    <a:pt x="199" y="118"/>
                    <a:pt x="198" y="131"/>
                  </a:cubicBezTo>
                  <a:cubicBezTo>
                    <a:pt x="197" y="144"/>
                    <a:pt x="241" y="177"/>
                    <a:pt x="229" y="196"/>
                  </a:cubicBezTo>
                  <a:cubicBezTo>
                    <a:pt x="217" y="214"/>
                    <a:pt x="169" y="187"/>
                    <a:pt x="156" y="193"/>
                  </a:cubicBezTo>
                  <a:cubicBezTo>
                    <a:pt x="144" y="199"/>
                    <a:pt x="137" y="254"/>
                    <a:pt x="116" y="252"/>
                  </a:cubicBezTo>
                  <a:cubicBezTo>
                    <a:pt x="95" y="251"/>
                    <a:pt x="95" y="196"/>
                    <a:pt x="84" y="189"/>
                  </a:cubicBezTo>
                  <a:cubicBezTo>
                    <a:pt x="73" y="182"/>
                    <a:pt x="21" y="204"/>
                    <a:pt x="11" y="182"/>
                  </a:cubicBezTo>
                  <a:cubicBezTo>
                    <a:pt x="0" y="161"/>
                    <a:pt x="48" y="134"/>
                    <a:pt x="49" y="121"/>
                  </a:cubicBezTo>
                  <a:cubicBezTo>
                    <a:pt x="50" y="108"/>
                    <a:pt x="7" y="76"/>
                    <a:pt x="18" y="59"/>
                  </a:cubicBezTo>
                  <a:cubicBezTo>
                    <a:pt x="30" y="40"/>
                    <a:pt x="78" y="66"/>
                    <a:pt x="91" y="60"/>
                  </a:cubicBezTo>
                  <a:cubicBezTo>
                    <a:pt x="103" y="54"/>
                    <a:pt x="109" y="0"/>
                    <a:pt x="129" y="1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Freeform 7"/>
            <p:cNvSpPr>
              <a:spLocks/>
            </p:cNvSpPr>
            <p:nvPr/>
          </p:nvSpPr>
          <p:spPr bwMode="auto">
            <a:xfrm>
              <a:off x="6956137" y="3259921"/>
              <a:ext cx="936625" cy="955675"/>
            </a:xfrm>
            <a:custGeom>
              <a:avLst/>
              <a:gdLst>
                <a:gd name="T0" fmla="*/ 137 w 247"/>
                <a:gd name="T1" fmla="*/ 2 h 252"/>
                <a:gd name="T2" fmla="*/ 165 w 247"/>
                <a:gd name="T3" fmla="*/ 65 h 252"/>
                <a:gd name="T4" fmla="*/ 239 w 247"/>
                <a:gd name="T5" fmla="*/ 77 h 252"/>
                <a:gd name="T6" fmla="*/ 197 w 247"/>
                <a:gd name="T7" fmla="*/ 134 h 252"/>
                <a:gd name="T8" fmla="*/ 224 w 247"/>
                <a:gd name="T9" fmla="*/ 200 h 252"/>
                <a:gd name="T10" fmla="*/ 152 w 247"/>
                <a:gd name="T11" fmla="*/ 193 h 252"/>
                <a:gd name="T12" fmla="*/ 109 w 247"/>
                <a:gd name="T13" fmla="*/ 250 h 252"/>
                <a:gd name="T14" fmla="*/ 81 w 247"/>
                <a:gd name="T15" fmla="*/ 185 h 252"/>
                <a:gd name="T16" fmla="*/ 9 w 247"/>
                <a:gd name="T17" fmla="*/ 174 h 252"/>
                <a:gd name="T18" fmla="*/ 50 w 247"/>
                <a:gd name="T19" fmla="*/ 116 h 252"/>
                <a:gd name="T20" fmla="*/ 23 w 247"/>
                <a:gd name="T21" fmla="*/ 52 h 252"/>
                <a:gd name="T22" fmla="*/ 95 w 247"/>
                <a:gd name="T23" fmla="*/ 58 h 252"/>
                <a:gd name="T24" fmla="*/ 137 w 247"/>
                <a:gd name="T25" fmla="*/ 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2">
                  <a:moveTo>
                    <a:pt x="137" y="2"/>
                  </a:moveTo>
                  <a:cubicBezTo>
                    <a:pt x="157" y="4"/>
                    <a:pt x="155" y="58"/>
                    <a:pt x="165" y="65"/>
                  </a:cubicBezTo>
                  <a:cubicBezTo>
                    <a:pt x="177" y="73"/>
                    <a:pt x="229" y="55"/>
                    <a:pt x="239" y="77"/>
                  </a:cubicBezTo>
                  <a:cubicBezTo>
                    <a:pt x="247" y="98"/>
                    <a:pt x="198" y="121"/>
                    <a:pt x="197" y="134"/>
                  </a:cubicBezTo>
                  <a:cubicBezTo>
                    <a:pt x="196" y="147"/>
                    <a:pt x="237" y="182"/>
                    <a:pt x="224" y="200"/>
                  </a:cubicBezTo>
                  <a:cubicBezTo>
                    <a:pt x="210" y="217"/>
                    <a:pt x="164" y="188"/>
                    <a:pt x="152" y="193"/>
                  </a:cubicBezTo>
                  <a:cubicBezTo>
                    <a:pt x="140" y="198"/>
                    <a:pt x="130" y="252"/>
                    <a:pt x="109" y="250"/>
                  </a:cubicBezTo>
                  <a:cubicBezTo>
                    <a:pt x="88" y="247"/>
                    <a:pt x="91" y="192"/>
                    <a:pt x="81" y="185"/>
                  </a:cubicBezTo>
                  <a:cubicBezTo>
                    <a:pt x="70" y="177"/>
                    <a:pt x="18" y="196"/>
                    <a:pt x="9" y="174"/>
                  </a:cubicBezTo>
                  <a:cubicBezTo>
                    <a:pt x="0" y="153"/>
                    <a:pt x="49" y="129"/>
                    <a:pt x="50" y="116"/>
                  </a:cubicBezTo>
                  <a:cubicBezTo>
                    <a:pt x="52" y="104"/>
                    <a:pt x="11" y="69"/>
                    <a:pt x="23" y="52"/>
                  </a:cubicBezTo>
                  <a:cubicBezTo>
                    <a:pt x="37" y="35"/>
                    <a:pt x="83" y="63"/>
                    <a:pt x="95" y="58"/>
                  </a:cubicBezTo>
                  <a:cubicBezTo>
                    <a:pt x="107" y="53"/>
                    <a:pt x="116" y="0"/>
                    <a:pt x="137" y="2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Freeform 8"/>
            <p:cNvSpPr>
              <a:spLocks/>
            </p:cNvSpPr>
            <p:nvPr/>
          </p:nvSpPr>
          <p:spPr bwMode="auto">
            <a:xfrm>
              <a:off x="6951375" y="3259921"/>
              <a:ext cx="944563" cy="950913"/>
            </a:xfrm>
            <a:custGeom>
              <a:avLst/>
              <a:gdLst>
                <a:gd name="T0" fmla="*/ 145 w 249"/>
                <a:gd name="T1" fmla="*/ 4 h 251"/>
                <a:gd name="T2" fmla="*/ 170 w 249"/>
                <a:gd name="T3" fmla="*/ 69 h 251"/>
                <a:gd name="T4" fmla="*/ 242 w 249"/>
                <a:gd name="T5" fmla="*/ 84 h 251"/>
                <a:gd name="T6" fmla="*/ 197 w 249"/>
                <a:gd name="T7" fmla="*/ 138 h 251"/>
                <a:gd name="T8" fmla="*/ 219 w 249"/>
                <a:gd name="T9" fmla="*/ 205 h 251"/>
                <a:gd name="T10" fmla="*/ 148 w 249"/>
                <a:gd name="T11" fmla="*/ 194 h 251"/>
                <a:gd name="T12" fmla="*/ 103 w 249"/>
                <a:gd name="T13" fmla="*/ 248 h 251"/>
                <a:gd name="T14" fmla="*/ 79 w 249"/>
                <a:gd name="T15" fmla="*/ 182 h 251"/>
                <a:gd name="T16" fmla="*/ 8 w 249"/>
                <a:gd name="T17" fmla="*/ 168 h 251"/>
                <a:gd name="T18" fmla="*/ 52 w 249"/>
                <a:gd name="T19" fmla="*/ 112 h 251"/>
                <a:gd name="T20" fmla="*/ 30 w 249"/>
                <a:gd name="T21" fmla="*/ 47 h 251"/>
                <a:gd name="T22" fmla="*/ 100 w 249"/>
                <a:gd name="T23" fmla="*/ 56 h 251"/>
                <a:gd name="T24" fmla="*/ 145 w 249"/>
                <a:gd name="T25" fmla="*/ 4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9" h="251">
                  <a:moveTo>
                    <a:pt x="145" y="4"/>
                  </a:moveTo>
                  <a:cubicBezTo>
                    <a:pt x="165" y="7"/>
                    <a:pt x="160" y="61"/>
                    <a:pt x="170" y="69"/>
                  </a:cubicBezTo>
                  <a:cubicBezTo>
                    <a:pt x="180" y="77"/>
                    <a:pt x="233" y="62"/>
                    <a:pt x="242" y="84"/>
                  </a:cubicBezTo>
                  <a:cubicBezTo>
                    <a:pt x="249" y="105"/>
                    <a:pt x="199" y="126"/>
                    <a:pt x="197" y="138"/>
                  </a:cubicBezTo>
                  <a:cubicBezTo>
                    <a:pt x="195" y="150"/>
                    <a:pt x="234" y="188"/>
                    <a:pt x="219" y="205"/>
                  </a:cubicBezTo>
                  <a:cubicBezTo>
                    <a:pt x="205" y="222"/>
                    <a:pt x="161" y="190"/>
                    <a:pt x="148" y="194"/>
                  </a:cubicBezTo>
                  <a:cubicBezTo>
                    <a:pt x="137" y="199"/>
                    <a:pt x="124" y="251"/>
                    <a:pt x="103" y="248"/>
                  </a:cubicBezTo>
                  <a:cubicBezTo>
                    <a:pt x="83" y="244"/>
                    <a:pt x="88" y="190"/>
                    <a:pt x="79" y="182"/>
                  </a:cubicBezTo>
                  <a:cubicBezTo>
                    <a:pt x="69" y="173"/>
                    <a:pt x="16" y="189"/>
                    <a:pt x="8" y="168"/>
                  </a:cubicBezTo>
                  <a:cubicBezTo>
                    <a:pt x="0" y="147"/>
                    <a:pt x="50" y="125"/>
                    <a:pt x="52" y="112"/>
                  </a:cubicBezTo>
                  <a:cubicBezTo>
                    <a:pt x="55" y="100"/>
                    <a:pt x="16" y="63"/>
                    <a:pt x="30" y="47"/>
                  </a:cubicBezTo>
                  <a:cubicBezTo>
                    <a:pt x="44" y="30"/>
                    <a:pt x="88" y="61"/>
                    <a:pt x="100" y="56"/>
                  </a:cubicBezTo>
                  <a:cubicBezTo>
                    <a:pt x="112" y="52"/>
                    <a:pt x="125" y="0"/>
                    <a:pt x="145" y="4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" name="Freeform 9"/>
            <p:cNvSpPr>
              <a:spLocks/>
            </p:cNvSpPr>
            <p:nvPr/>
          </p:nvSpPr>
          <p:spPr bwMode="auto">
            <a:xfrm>
              <a:off x="6948200" y="3263096"/>
              <a:ext cx="950913" cy="947738"/>
            </a:xfrm>
            <a:custGeom>
              <a:avLst/>
              <a:gdLst>
                <a:gd name="T0" fmla="*/ 153 w 251"/>
                <a:gd name="T1" fmla="*/ 5 h 250"/>
                <a:gd name="T2" fmla="*/ 174 w 251"/>
                <a:gd name="T3" fmla="*/ 71 h 250"/>
                <a:gd name="T4" fmla="*/ 244 w 251"/>
                <a:gd name="T5" fmla="*/ 90 h 250"/>
                <a:gd name="T6" fmla="*/ 197 w 251"/>
                <a:gd name="T7" fmla="*/ 141 h 250"/>
                <a:gd name="T8" fmla="*/ 215 w 251"/>
                <a:gd name="T9" fmla="*/ 209 h 250"/>
                <a:gd name="T10" fmla="*/ 145 w 251"/>
                <a:gd name="T11" fmla="*/ 194 h 250"/>
                <a:gd name="T12" fmla="*/ 97 w 251"/>
                <a:gd name="T13" fmla="*/ 245 h 250"/>
                <a:gd name="T14" fmla="*/ 76 w 251"/>
                <a:gd name="T15" fmla="*/ 177 h 250"/>
                <a:gd name="T16" fmla="*/ 7 w 251"/>
                <a:gd name="T17" fmla="*/ 160 h 250"/>
                <a:gd name="T18" fmla="*/ 54 w 251"/>
                <a:gd name="T19" fmla="*/ 108 h 250"/>
                <a:gd name="T20" fmla="*/ 36 w 251"/>
                <a:gd name="T21" fmla="*/ 40 h 250"/>
                <a:gd name="T22" fmla="*/ 105 w 251"/>
                <a:gd name="T23" fmla="*/ 54 h 250"/>
                <a:gd name="T24" fmla="*/ 153 w 251"/>
                <a:gd name="T25" fmla="*/ 5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50">
                  <a:moveTo>
                    <a:pt x="153" y="5"/>
                  </a:moveTo>
                  <a:cubicBezTo>
                    <a:pt x="173" y="9"/>
                    <a:pt x="165" y="62"/>
                    <a:pt x="174" y="71"/>
                  </a:cubicBezTo>
                  <a:cubicBezTo>
                    <a:pt x="184" y="80"/>
                    <a:pt x="238" y="68"/>
                    <a:pt x="244" y="90"/>
                  </a:cubicBezTo>
                  <a:cubicBezTo>
                    <a:pt x="251" y="111"/>
                    <a:pt x="200" y="129"/>
                    <a:pt x="197" y="141"/>
                  </a:cubicBezTo>
                  <a:cubicBezTo>
                    <a:pt x="194" y="153"/>
                    <a:pt x="231" y="193"/>
                    <a:pt x="215" y="209"/>
                  </a:cubicBezTo>
                  <a:cubicBezTo>
                    <a:pt x="199" y="225"/>
                    <a:pt x="158" y="191"/>
                    <a:pt x="145" y="194"/>
                  </a:cubicBezTo>
                  <a:cubicBezTo>
                    <a:pt x="133" y="198"/>
                    <a:pt x="117" y="250"/>
                    <a:pt x="97" y="245"/>
                  </a:cubicBezTo>
                  <a:cubicBezTo>
                    <a:pt x="77" y="240"/>
                    <a:pt x="86" y="186"/>
                    <a:pt x="76" y="177"/>
                  </a:cubicBezTo>
                  <a:cubicBezTo>
                    <a:pt x="67" y="169"/>
                    <a:pt x="14" y="181"/>
                    <a:pt x="7" y="160"/>
                  </a:cubicBezTo>
                  <a:cubicBezTo>
                    <a:pt x="0" y="139"/>
                    <a:pt x="51" y="120"/>
                    <a:pt x="54" y="108"/>
                  </a:cubicBezTo>
                  <a:cubicBezTo>
                    <a:pt x="57" y="95"/>
                    <a:pt x="21" y="56"/>
                    <a:pt x="36" y="40"/>
                  </a:cubicBezTo>
                  <a:cubicBezTo>
                    <a:pt x="51" y="25"/>
                    <a:pt x="93" y="58"/>
                    <a:pt x="105" y="54"/>
                  </a:cubicBezTo>
                  <a:cubicBezTo>
                    <a:pt x="117" y="51"/>
                    <a:pt x="133" y="0"/>
                    <a:pt x="153" y="5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" name="Freeform 10"/>
            <p:cNvSpPr>
              <a:spLocks/>
            </p:cNvSpPr>
            <p:nvPr/>
          </p:nvSpPr>
          <p:spPr bwMode="auto">
            <a:xfrm>
              <a:off x="6948200" y="3263096"/>
              <a:ext cx="950913" cy="944563"/>
            </a:xfrm>
            <a:custGeom>
              <a:avLst/>
              <a:gdLst>
                <a:gd name="T0" fmla="*/ 160 w 251"/>
                <a:gd name="T1" fmla="*/ 6 h 249"/>
                <a:gd name="T2" fmla="*/ 178 w 251"/>
                <a:gd name="T3" fmla="*/ 74 h 249"/>
                <a:gd name="T4" fmla="*/ 246 w 251"/>
                <a:gd name="T5" fmla="*/ 97 h 249"/>
                <a:gd name="T6" fmla="*/ 196 w 251"/>
                <a:gd name="T7" fmla="*/ 145 h 249"/>
                <a:gd name="T8" fmla="*/ 209 w 251"/>
                <a:gd name="T9" fmla="*/ 215 h 249"/>
                <a:gd name="T10" fmla="*/ 141 w 251"/>
                <a:gd name="T11" fmla="*/ 195 h 249"/>
                <a:gd name="T12" fmla="*/ 91 w 251"/>
                <a:gd name="T13" fmla="*/ 243 h 249"/>
                <a:gd name="T14" fmla="*/ 73 w 251"/>
                <a:gd name="T15" fmla="*/ 174 h 249"/>
                <a:gd name="T16" fmla="*/ 5 w 251"/>
                <a:gd name="T17" fmla="*/ 153 h 249"/>
                <a:gd name="T18" fmla="*/ 55 w 251"/>
                <a:gd name="T19" fmla="*/ 104 h 249"/>
                <a:gd name="T20" fmla="*/ 42 w 251"/>
                <a:gd name="T21" fmla="*/ 35 h 249"/>
                <a:gd name="T22" fmla="*/ 109 w 251"/>
                <a:gd name="T23" fmla="*/ 53 h 249"/>
                <a:gd name="T24" fmla="*/ 160 w 251"/>
                <a:gd name="T25" fmla="*/ 6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49">
                  <a:moveTo>
                    <a:pt x="160" y="6"/>
                  </a:moveTo>
                  <a:cubicBezTo>
                    <a:pt x="181" y="12"/>
                    <a:pt x="169" y="65"/>
                    <a:pt x="178" y="74"/>
                  </a:cubicBezTo>
                  <a:cubicBezTo>
                    <a:pt x="187" y="84"/>
                    <a:pt x="241" y="76"/>
                    <a:pt x="246" y="97"/>
                  </a:cubicBezTo>
                  <a:cubicBezTo>
                    <a:pt x="251" y="118"/>
                    <a:pt x="199" y="133"/>
                    <a:pt x="196" y="145"/>
                  </a:cubicBezTo>
                  <a:cubicBezTo>
                    <a:pt x="192" y="157"/>
                    <a:pt x="226" y="199"/>
                    <a:pt x="209" y="215"/>
                  </a:cubicBezTo>
                  <a:cubicBezTo>
                    <a:pt x="193" y="230"/>
                    <a:pt x="154" y="193"/>
                    <a:pt x="141" y="195"/>
                  </a:cubicBezTo>
                  <a:cubicBezTo>
                    <a:pt x="129" y="198"/>
                    <a:pt x="110" y="249"/>
                    <a:pt x="91" y="243"/>
                  </a:cubicBezTo>
                  <a:cubicBezTo>
                    <a:pt x="70" y="237"/>
                    <a:pt x="82" y="184"/>
                    <a:pt x="73" y="174"/>
                  </a:cubicBezTo>
                  <a:cubicBezTo>
                    <a:pt x="64" y="165"/>
                    <a:pt x="11" y="174"/>
                    <a:pt x="5" y="153"/>
                  </a:cubicBezTo>
                  <a:cubicBezTo>
                    <a:pt x="0" y="132"/>
                    <a:pt x="52" y="116"/>
                    <a:pt x="55" y="104"/>
                  </a:cubicBezTo>
                  <a:cubicBezTo>
                    <a:pt x="59" y="92"/>
                    <a:pt x="25" y="50"/>
                    <a:pt x="42" y="35"/>
                  </a:cubicBezTo>
                  <a:cubicBezTo>
                    <a:pt x="58" y="20"/>
                    <a:pt x="97" y="56"/>
                    <a:pt x="109" y="53"/>
                  </a:cubicBezTo>
                  <a:cubicBezTo>
                    <a:pt x="122" y="50"/>
                    <a:pt x="141" y="0"/>
                    <a:pt x="160" y="6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" name="Freeform 11"/>
            <p:cNvSpPr>
              <a:spLocks/>
            </p:cNvSpPr>
            <p:nvPr/>
          </p:nvSpPr>
          <p:spPr bwMode="auto">
            <a:xfrm>
              <a:off x="6945025" y="3267858"/>
              <a:ext cx="958850" cy="936625"/>
            </a:xfrm>
            <a:custGeom>
              <a:avLst/>
              <a:gdLst>
                <a:gd name="T0" fmla="*/ 169 w 253"/>
                <a:gd name="T1" fmla="*/ 7 h 247"/>
                <a:gd name="T2" fmla="*/ 182 w 253"/>
                <a:gd name="T3" fmla="*/ 77 h 247"/>
                <a:gd name="T4" fmla="*/ 249 w 253"/>
                <a:gd name="T5" fmla="*/ 104 h 247"/>
                <a:gd name="T6" fmla="*/ 196 w 253"/>
                <a:gd name="T7" fmla="*/ 148 h 247"/>
                <a:gd name="T8" fmla="*/ 205 w 253"/>
                <a:gd name="T9" fmla="*/ 219 h 247"/>
                <a:gd name="T10" fmla="*/ 137 w 253"/>
                <a:gd name="T11" fmla="*/ 196 h 247"/>
                <a:gd name="T12" fmla="*/ 85 w 253"/>
                <a:gd name="T13" fmla="*/ 240 h 247"/>
                <a:gd name="T14" fmla="*/ 71 w 253"/>
                <a:gd name="T15" fmla="*/ 170 h 247"/>
                <a:gd name="T16" fmla="*/ 5 w 253"/>
                <a:gd name="T17" fmla="*/ 145 h 247"/>
                <a:gd name="T18" fmla="*/ 57 w 253"/>
                <a:gd name="T19" fmla="*/ 100 h 247"/>
                <a:gd name="T20" fmla="*/ 48 w 253"/>
                <a:gd name="T21" fmla="*/ 29 h 247"/>
                <a:gd name="T22" fmla="*/ 115 w 253"/>
                <a:gd name="T23" fmla="*/ 51 h 247"/>
                <a:gd name="T24" fmla="*/ 169 w 253"/>
                <a:gd name="T25" fmla="*/ 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7">
                  <a:moveTo>
                    <a:pt x="169" y="7"/>
                  </a:moveTo>
                  <a:cubicBezTo>
                    <a:pt x="189" y="15"/>
                    <a:pt x="174" y="67"/>
                    <a:pt x="182" y="77"/>
                  </a:cubicBezTo>
                  <a:cubicBezTo>
                    <a:pt x="191" y="87"/>
                    <a:pt x="245" y="82"/>
                    <a:pt x="249" y="104"/>
                  </a:cubicBezTo>
                  <a:cubicBezTo>
                    <a:pt x="253" y="124"/>
                    <a:pt x="200" y="136"/>
                    <a:pt x="196" y="148"/>
                  </a:cubicBezTo>
                  <a:cubicBezTo>
                    <a:pt x="191" y="160"/>
                    <a:pt x="223" y="204"/>
                    <a:pt x="205" y="219"/>
                  </a:cubicBezTo>
                  <a:cubicBezTo>
                    <a:pt x="187" y="233"/>
                    <a:pt x="150" y="193"/>
                    <a:pt x="137" y="196"/>
                  </a:cubicBezTo>
                  <a:cubicBezTo>
                    <a:pt x="125" y="198"/>
                    <a:pt x="104" y="247"/>
                    <a:pt x="85" y="240"/>
                  </a:cubicBezTo>
                  <a:cubicBezTo>
                    <a:pt x="65" y="233"/>
                    <a:pt x="79" y="180"/>
                    <a:pt x="71" y="170"/>
                  </a:cubicBezTo>
                  <a:cubicBezTo>
                    <a:pt x="63" y="160"/>
                    <a:pt x="9" y="166"/>
                    <a:pt x="5" y="145"/>
                  </a:cubicBezTo>
                  <a:cubicBezTo>
                    <a:pt x="0" y="124"/>
                    <a:pt x="53" y="111"/>
                    <a:pt x="57" y="100"/>
                  </a:cubicBezTo>
                  <a:cubicBezTo>
                    <a:pt x="61" y="87"/>
                    <a:pt x="30" y="43"/>
                    <a:pt x="48" y="29"/>
                  </a:cubicBezTo>
                  <a:cubicBezTo>
                    <a:pt x="65" y="15"/>
                    <a:pt x="102" y="54"/>
                    <a:pt x="115" y="51"/>
                  </a:cubicBezTo>
                  <a:cubicBezTo>
                    <a:pt x="127" y="49"/>
                    <a:pt x="149" y="0"/>
                    <a:pt x="169" y="7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" name="Freeform 12"/>
            <p:cNvSpPr>
              <a:spLocks/>
            </p:cNvSpPr>
            <p:nvPr/>
          </p:nvSpPr>
          <p:spPr bwMode="auto">
            <a:xfrm>
              <a:off x="6945025" y="3271033"/>
              <a:ext cx="958850" cy="928688"/>
            </a:xfrm>
            <a:custGeom>
              <a:avLst/>
              <a:gdLst>
                <a:gd name="T0" fmla="*/ 176 w 253"/>
                <a:gd name="T1" fmla="*/ 8 h 245"/>
                <a:gd name="T2" fmla="*/ 185 w 253"/>
                <a:gd name="T3" fmla="*/ 79 h 245"/>
                <a:gd name="T4" fmla="*/ 251 w 253"/>
                <a:gd name="T5" fmla="*/ 110 h 245"/>
                <a:gd name="T6" fmla="*/ 195 w 253"/>
                <a:gd name="T7" fmla="*/ 151 h 245"/>
                <a:gd name="T8" fmla="*/ 200 w 253"/>
                <a:gd name="T9" fmla="*/ 223 h 245"/>
                <a:gd name="T10" fmla="*/ 133 w 253"/>
                <a:gd name="T11" fmla="*/ 196 h 245"/>
                <a:gd name="T12" fmla="*/ 78 w 253"/>
                <a:gd name="T13" fmla="*/ 238 h 245"/>
                <a:gd name="T14" fmla="*/ 67 w 253"/>
                <a:gd name="T15" fmla="*/ 166 h 245"/>
                <a:gd name="T16" fmla="*/ 3 w 253"/>
                <a:gd name="T17" fmla="*/ 138 h 245"/>
                <a:gd name="T18" fmla="*/ 58 w 253"/>
                <a:gd name="T19" fmla="*/ 95 h 245"/>
                <a:gd name="T20" fmla="*/ 54 w 253"/>
                <a:gd name="T21" fmla="*/ 22 h 245"/>
                <a:gd name="T22" fmla="*/ 119 w 253"/>
                <a:gd name="T23" fmla="*/ 49 h 245"/>
                <a:gd name="T24" fmla="*/ 176 w 253"/>
                <a:gd name="T25" fmla="*/ 8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5">
                  <a:moveTo>
                    <a:pt x="176" y="8"/>
                  </a:moveTo>
                  <a:cubicBezTo>
                    <a:pt x="196" y="17"/>
                    <a:pt x="178" y="68"/>
                    <a:pt x="185" y="79"/>
                  </a:cubicBezTo>
                  <a:cubicBezTo>
                    <a:pt x="193" y="90"/>
                    <a:pt x="248" y="88"/>
                    <a:pt x="251" y="110"/>
                  </a:cubicBezTo>
                  <a:cubicBezTo>
                    <a:pt x="253" y="130"/>
                    <a:pt x="199" y="139"/>
                    <a:pt x="195" y="151"/>
                  </a:cubicBezTo>
                  <a:cubicBezTo>
                    <a:pt x="190" y="163"/>
                    <a:pt x="219" y="210"/>
                    <a:pt x="200" y="223"/>
                  </a:cubicBezTo>
                  <a:cubicBezTo>
                    <a:pt x="181" y="237"/>
                    <a:pt x="146" y="194"/>
                    <a:pt x="133" y="196"/>
                  </a:cubicBezTo>
                  <a:cubicBezTo>
                    <a:pt x="121" y="197"/>
                    <a:pt x="97" y="245"/>
                    <a:pt x="78" y="238"/>
                  </a:cubicBezTo>
                  <a:cubicBezTo>
                    <a:pt x="58" y="229"/>
                    <a:pt x="75" y="177"/>
                    <a:pt x="67" y="166"/>
                  </a:cubicBezTo>
                  <a:cubicBezTo>
                    <a:pt x="60" y="155"/>
                    <a:pt x="6" y="159"/>
                    <a:pt x="3" y="138"/>
                  </a:cubicBezTo>
                  <a:cubicBezTo>
                    <a:pt x="0" y="117"/>
                    <a:pt x="53" y="106"/>
                    <a:pt x="58" y="95"/>
                  </a:cubicBezTo>
                  <a:cubicBezTo>
                    <a:pt x="63" y="82"/>
                    <a:pt x="34" y="36"/>
                    <a:pt x="54" y="22"/>
                  </a:cubicBezTo>
                  <a:cubicBezTo>
                    <a:pt x="72" y="9"/>
                    <a:pt x="106" y="51"/>
                    <a:pt x="119" y="49"/>
                  </a:cubicBezTo>
                  <a:cubicBezTo>
                    <a:pt x="131" y="48"/>
                    <a:pt x="156" y="0"/>
                    <a:pt x="176" y="8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" name="Freeform 13"/>
            <p:cNvSpPr>
              <a:spLocks/>
            </p:cNvSpPr>
            <p:nvPr/>
          </p:nvSpPr>
          <p:spPr bwMode="auto">
            <a:xfrm>
              <a:off x="6940262" y="3271033"/>
              <a:ext cx="966788" cy="928688"/>
            </a:xfrm>
            <a:custGeom>
              <a:avLst/>
              <a:gdLst>
                <a:gd name="T0" fmla="*/ 184 w 255"/>
                <a:gd name="T1" fmla="*/ 10 h 245"/>
                <a:gd name="T2" fmla="*/ 190 w 255"/>
                <a:gd name="T3" fmla="*/ 82 h 245"/>
                <a:gd name="T4" fmla="*/ 254 w 255"/>
                <a:gd name="T5" fmla="*/ 117 h 245"/>
                <a:gd name="T6" fmla="*/ 195 w 255"/>
                <a:gd name="T7" fmla="*/ 155 h 245"/>
                <a:gd name="T8" fmla="*/ 195 w 255"/>
                <a:gd name="T9" fmla="*/ 229 h 245"/>
                <a:gd name="T10" fmla="*/ 130 w 255"/>
                <a:gd name="T11" fmla="*/ 197 h 245"/>
                <a:gd name="T12" fmla="*/ 72 w 255"/>
                <a:gd name="T13" fmla="*/ 236 h 245"/>
                <a:gd name="T14" fmla="*/ 65 w 255"/>
                <a:gd name="T15" fmla="*/ 162 h 245"/>
                <a:gd name="T16" fmla="*/ 2 w 255"/>
                <a:gd name="T17" fmla="*/ 131 h 245"/>
                <a:gd name="T18" fmla="*/ 60 w 255"/>
                <a:gd name="T19" fmla="*/ 91 h 245"/>
                <a:gd name="T20" fmla="*/ 60 w 255"/>
                <a:gd name="T21" fmla="*/ 17 h 245"/>
                <a:gd name="T22" fmla="*/ 124 w 255"/>
                <a:gd name="T23" fmla="*/ 48 h 245"/>
                <a:gd name="T24" fmla="*/ 184 w 255"/>
                <a:gd name="T25" fmla="*/ 1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5" h="245">
                  <a:moveTo>
                    <a:pt x="184" y="10"/>
                  </a:moveTo>
                  <a:cubicBezTo>
                    <a:pt x="204" y="20"/>
                    <a:pt x="182" y="71"/>
                    <a:pt x="190" y="82"/>
                  </a:cubicBezTo>
                  <a:cubicBezTo>
                    <a:pt x="197" y="94"/>
                    <a:pt x="252" y="95"/>
                    <a:pt x="254" y="117"/>
                  </a:cubicBezTo>
                  <a:cubicBezTo>
                    <a:pt x="255" y="137"/>
                    <a:pt x="200" y="144"/>
                    <a:pt x="195" y="155"/>
                  </a:cubicBezTo>
                  <a:cubicBezTo>
                    <a:pt x="189" y="167"/>
                    <a:pt x="216" y="216"/>
                    <a:pt x="195" y="229"/>
                  </a:cubicBezTo>
                  <a:cubicBezTo>
                    <a:pt x="176" y="241"/>
                    <a:pt x="143" y="196"/>
                    <a:pt x="130" y="197"/>
                  </a:cubicBezTo>
                  <a:cubicBezTo>
                    <a:pt x="118" y="197"/>
                    <a:pt x="91" y="245"/>
                    <a:pt x="72" y="236"/>
                  </a:cubicBezTo>
                  <a:cubicBezTo>
                    <a:pt x="52" y="226"/>
                    <a:pt x="73" y="174"/>
                    <a:pt x="65" y="162"/>
                  </a:cubicBezTo>
                  <a:cubicBezTo>
                    <a:pt x="58" y="152"/>
                    <a:pt x="3" y="152"/>
                    <a:pt x="2" y="131"/>
                  </a:cubicBezTo>
                  <a:cubicBezTo>
                    <a:pt x="0" y="110"/>
                    <a:pt x="55" y="103"/>
                    <a:pt x="60" y="91"/>
                  </a:cubicBezTo>
                  <a:cubicBezTo>
                    <a:pt x="66" y="79"/>
                    <a:pt x="39" y="30"/>
                    <a:pt x="60" y="17"/>
                  </a:cubicBezTo>
                  <a:cubicBezTo>
                    <a:pt x="79" y="5"/>
                    <a:pt x="111" y="49"/>
                    <a:pt x="124" y="48"/>
                  </a:cubicBezTo>
                  <a:cubicBezTo>
                    <a:pt x="137" y="48"/>
                    <a:pt x="165" y="0"/>
                    <a:pt x="184" y="10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Freeform 14"/>
            <p:cNvSpPr>
              <a:spLocks/>
            </p:cNvSpPr>
            <p:nvPr/>
          </p:nvSpPr>
          <p:spPr bwMode="auto">
            <a:xfrm>
              <a:off x="6940262" y="3271033"/>
              <a:ext cx="971550" cy="933450"/>
            </a:xfrm>
            <a:custGeom>
              <a:avLst/>
              <a:gdLst>
                <a:gd name="T0" fmla="*/ 0 w 256"/>
                <a:gd name="T1" fmla="*/ 124 h 246"/>
                <a:gd name="T2" fmla="*/ 61 w 256"/>
                <a:gd name="T3" fmla="*/ 88 h 246"/>
                <a:gd name="T4" fmla="*/ 65 w 256"/>
                <a:gd name="T5" fmla="*/ 11 h 246"/>
                <a:gd name="T6" fmla="*/ 128 w 256"/>
                <a:gd name="T7" fmla="*/ 47 h 246"/>
                <a:gd name="T8" fmla="*/ 191 w 256"/>
                <a:gd name="T9" fmla="*/ 12 h 246"/>
                <a:gd name="T10" fmla="*/ 193 w 256"/>
                <a:gd name="T11" fmla="*/ 86 h 246"/>
                <a:gd name="T12" fmla="*/ 255 w 256"/>
                <a:gd name="T13" fmla="*/ 124 h 246"/>
                <a:gd name="T14" fmla="*/ 194 w 256"/>
                <a:gd name="T15" fmla="*/ 159 h 246"/>
                <a:gd name="T16" fmla="*/ 190 w 256"/>
                <a:gd name="T17" fmla="*/ 234 h 246"/>
                <a:gd name="T18" fmla="*/ 125 w 256"/>
                <a:gd name="T19" fmla="*/ 198 h 246"/>
                <a:gd name="T20" fmla="*/ 65 w 256"/>
                <a:gd name="T21" fmla="*/ 234 h 246"/>
                <a:gd name="T22" fmla="*/ 62 w 256"/>
                <a:gd name="T23" fmla="*/ 159 h 246"/>
                <a:gd name="T24" fmla="*/ 0 w 256"/>
                <a:gd name="T25" fmla="*/ 124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6" h="246">
                  <a:moveTo>
                    <a:pt x="0" y="124"/>
                  </a:moveTo>
                  <a:cubicBezTo>
                    <a:pt x="0" y="103"/>
                    <a:pt x="55" y="99"/>
                    <a:pt x="61" y="88"/>
                  </a:cubicBezTo>
                  <a:cubicBezTo>
                    <a:pt x="67" y="75"/>
                    <a:pt x="43" y="24"/>
                    <a:pt x="65" y="11"/>
                  </a:cubicBezTo>
                  <a:cubicBezTo>
                    <a:pt x="85" y="0"/>
                    <a:pt x="115" y="47"/>
                    <a:pt x="128" y="47"/>
                  </a:cubicBezTo>
                  <a:cubicBezTo>
                    <a:pt x="141" y="47"/>
                    <a:pt x="172" y="1"/>
                    <a:pt x="191" y="12"/>
                  </a:cubicBezTo>
                  <a:cubicBezTo>
                    <a:pt x="211" y="23"/>
                    <a:pt x="186" y="73"/>
                    <a:pt x="193" y="86"/>
                  </a:cubicBezTo>
                  <a:cubicBezTo>
                    <a:pt x="200" y="98"/>
                    <a:pt x="256" y="102"/>
                    <a:pt x="255" y="124"/>
                  </a:cubicBezTo>
                  <a:cubicBezTo>
                    <a:pt x="255" y="145"/>
                    <a:pt x="200" y="148"/>
                    <a:pt x="194" y="159"/>
                  </a:cubicBezTo>
                  <a:cubicBezTo>
                    <a:pt x="187" y="171"/>
                    <a:pt x="212" y="222"/>
                    <a:pt x="190" y="234"/>
                  </a:cubicBezTo>
                  <a:cubicBezTo>
                    <a:pt x="169" y="246"/>
                    <a:pt x="139" y="198"/>
                    <a:pt x="125" y="198"/>
                  </a:cubicBezTo>
                  <a:cubicBezTo>
                    <a:pt x="113" y="197"/>
                    <a:pt x="83" y="244"/>
                    <a:pt x="65" y="234"/>
                  </a:cubicBezTo>
                  <a:cubicBezTo>
                    <a:pt x="46" y="223"/>
                    <a:pt x="69" y="172"/>
                    <a:pt x="62" y="159"/>
                  </a:cubicBezTo>
                  <a:cubicBezTo>
                    <a:pt x="55" y="148"/>
                    <a:pt x="0" y="145"/>
                    <a:pt x="0" y="124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7872045" y="365769"/>
            <a:ext cx="4342716" cy="4321430"/>
            <a:chOff x="6940262" y="3251983"/>
            <a:chExt cx="971550" cy="966788"/>
          </a:xfrm>
        </p:grpSpPr>
        <p:sp>
          <p:nvSpPr>
            <p:cNvPr id="28" name="Freeform 5"/>
            <p:cNvSpPr>
              <a:spLocks/>
            </p:cNvSpPr>
            <p:nvPr/>
          </p:nvSpPr>
          <p:spPr bwMode="auto">
            <a:xfrm>
              <a:off x="6959312" y="3251983"/>
              <a:ext cx="928688" cy="966788"/>
            </a:xfrm>
            <a:custGeom>
              <a:avLst/>
              <a:gdLst>
                <a:gd name="T0" fmla="*/ 121 w 245"/>
                <a:gd name="T1" fmla="*/ 0 h 255"/>
                <a:gd name="T2" fmla="*/ 158 w 245"/>
                <a:gd name="T3" fmla="*/ 61 h 255"/>
                <a:gd name="T4" fmla="*/ 234 w 245"/>
                <a:gd name="T5" fmla="*/ 65 h 255"/>
                <a:gd name="T6" fmla="*/ 198 w 245"/>
                <a:gd name="T7" fmla="*/ 128 h 255"/>
                <a:gd name="T8" fmla="*/ 233 w 245"/>
                <a:gd name="T9" fmla="*/ 191 h 255"/>
                <a:gd name="T10" fmla="*/ 160 w 245"/>
                <a:gd name="T11" fmla="*/ 193 h 255"/>
                <a:gd name="T12" fmla="*/ 122 w 245"/>
                <a:gd name="T13" fmla="*/ 255 h 255"/>
                <a:gd name="T14" fmla="*/ 87 w 245"/>
                <a:gd name="T15" fmla="*/ 193 h 255"/>
                <a:gd name="T16" fmla="*/ 11 w 245"/>
                <a:gd name="T17" fmla="*/ 190 h 255"/>
                <a:gd name="T18" fmla="*/ 47 w 245"/>
                <a:gd name="T19" fmla="*/ 125 h 255"/>
                <a:gd name="T20" fmla="*/ 11 w 245"/>
                <a:gd name="T21" fmla="*/ 65 h 255"/>
                <a:gd name="T22" fmla="*/ 86 w 245"/>
                <a:gd name="T23" fmla="*/ 62 h 255"/>
                <a:gd name="T24" fmla="*/ 121 w 245"/>
                <a:gd name="T25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5" h="255">
                  <a:moveTo>
                    <a:pt x="121" y="0"/>
                  </a:moveTo>
                  <a:cubicBezTo>
                    <a:pt x="142" y="0"/>
                    <a:pt x="147" y="55"/>
                    <a:pt x="158" y="61"/>
                  </a:cubicBezTo>
                  <a:cubicBezTo>
                    <a:pt x="170" y="67"/>
                    <a:pt x="222" y="43"/>
                    <a:pt x="234" y="65"/>
                  </a:cubicBezTo>
                  <a:cubicBezTo>
                    <a:pt x="245" y="85"/>
                    <a:pt x="198" y="115"/>
                    <a:pt x="198" y="128"/>
                  </a:cubicBezTo>
                  <a:cubicBezTo>
                    <a:pt x="198" y="141"/>
                    <a:pt x="244" y="172"/>
                    <a:pt x="233" y="191"/>
                  </a:cubicBezTo>
                  <a:cubicBezTo>
                    <a:pt x="222" y="211"/>
                    <a:pt x="172" y="186"/>
                    <a:pt x="160" y="193"/>
                  </a:cubicBezTo>
                  <a:cubicBezTo>
                    <a:pt x="148" y="200"/>
                    <a:pt x="143" y="255"/>
                    <a:pt x="122" y="255"/>
                  </a:cubicBezTo>
                  <a:cubicBezTo>
                    <a:pt x="101" y="255"/>
                    <a:pt x="98" y="199"/>
                    <a:pt x="87" y="193"/>
                  </a:cubicBezTo>
                  <a:cubicBezTo>
                    <a:pt x="75" y="187"/>
                    <a:pt x="24" y="212"/>
                    <a:pt x="11" y="190"/>
                  </a:cubicBezTo>
                  <a:cubicBezTo>
                    <a:pt x="0" y="169"/>
                    <a:pt x="47" y="138"/>
                    <a:pt x="47" y="125"/>
                  </a:cubicBezTo>
                  <a:cubicBezTo>
                    <a:pt x="48" y="113"/>
                    <a:pt x="1" y="83"/>
                    <a:pt x="11" y="65"/>
                  </a:cubicBezTo>
                  <a:cubicBezTo>
                    <a:pt x="23" y="45"/>
                    <a:pt x="73" y="69"/>
                    <a:pt x="86" y="62"/>
                  </a:cubicBezTo>
                  <a:cubicBezTo>
                    <a:pt x="97" y="55"/>
                    <a:pt x="100" y="0"/>
                    <a:pt x="121" y="0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9" name="Freeform 6"/>
            <p:cNvSpPr>
              <a:spLocks/>
            </p:cNvSpPr>
            <p:nvPr/>
          </p:nvSpPr>
          <p:spPr bwMode="auto">
            <a:xfrm>
              <a:off x="6956137" y="3256746"/>
              <a:ext cx="936625" cy="962025"/>
            </a:xfrm>
            <a:custGeom>
              <a:avLst/>
              <a:gdLst>
                <a:gd name="T0" fmla="*/ 129 w 247"/>
                <a:gd name="T1" fmla="*/ 1 h 254"/>
                <a:gd name="T2" fmla="*/ 162 w 247"/>
                <a:gd name="T3" fmla="*/ 63 h 254"/>
                <a:gd name="T4" fmla="*/ 237 w 247"/>
                <a:gd name="T5" fmla="*/ 71 h 254"/>
                <a:gd name="T6" fmla="*/ 198 w 247"/>
                <a:gd name="T7" fmla="*/ 131 h 254"/>
                <a:gd name="T8" fmla="*/ 229 w 247"/>
                <a:gd name="T9" fmla="*/ 196 h 254"/>
                <a:gd name="T10" fmla="*/ 156 w 247"/>
                <a:gd name="T11" fmla="*/ 193 h 254"/>
                <a:gd name="T12" fmla="*/ 116 w 247"/>
                <a:gd name="T13" fmla="*/ 252 h 254"/>
                <a:gd name="T14" fmla="*/ 84 w 247"/>
                <a:gd name="T15" fmla="*/ 189 h 254"/>
                <a:gd name="T16" fmla="*/ 11 w 247"/>
                <a:gd name="T17" fmla="*/ 182 h 254"/>
                <a:gd name="T18" fmla="*/ 49 w 247"/>
                <a:gd name="T19" fmla="*/ 121 h 254"/>
                <a:gd name="T20" fmla="*/ 18 w 247"/>
                <a:gd name="T21" fmla="*/ 59 h 254"/>
                <a:gd name="T22" fmla="*/ 91 w 247"/>
                <a:gd name="T23" fmla="*/ 60 h 254"/>
                <a:gd name="T24" fmla="*/ 129 w 247"/>
                <a:gd name="T25" fmla="*/ 1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4">
                  <a:moveTo>
                    <a:pt x="129" y="1"/>
                  </a:moveTo>
                  <a:cubicBezTo>
                    <a:pt x="150" y="2"/>
                    <a:pt x="151" y="57"/>
                    <a:pt x="162" y="63"/>
                  </a:cubicBezTo>
                  <a:cubicBezTo>
                    <a:pt x="174" y="70"/>
                    <a:pt x="226" y="49"/>
                    <a:pt x="237" y="71"/>
                  </a:cubicBezTo>
                  <a:cubicBezTo>
                    <a:pt x="247" y="91"/>
                    <a:pt x="199" y="118"/>
                    <a:pt x="198" y="131"/>
                  </a:cubicBezTo>
                  <a:cubicBezTo>
                    <a:pt x="197" y="144"/>
                    <a:pt x="241" y="177"/>
                    <a:pt x="229" y="196"/>
                  </a:cubicBezTo>
                  <a:cubicBezTo>
                    <a:pt x="217" y="214"/>
                    <a:pt x="169" y="187"/>
                    <a:pt x="156" y="193"/>
                  </a:cubicBezTo>
                  <a:cubicBezTo>
                    <a:pt x="144" y="199"/>
                    <a:pt x="137" y="254"/>
                    <a:pt x="116" y="252"/>
                  </a:cubicBezTo>
                  <a:cubicBezTo>
                    <a:pt x="95" y="251"/>
                    <a:pt x="95" y="196"/>
                    <a:pt x="84" y="189"/>
                  </a:cubicBezTo>
                  <a:cubicBezTo>
                    <a:pt x="73" y="182"/>
                    <a:pt x="21" y="204"/>
                    <a:pt x="11" y="182"/>
                  </a:cubicBezTo>
                  <a:cubicBezTo>
                    <a:pt x="0" y="161"/>
                    <a:pt x="48" y="134"/>
                    <a:pt x="49" y="121"/>
                  </a:cubicBezTo>
                  <a:cubicBezTo>
                    <a:pt x="50" y="108"/>
                    <a:pt x="7" y="76"/>
                    <a:pt x="18" y="59"/>
                  </a:cubicBezTo>
                  <a:cubicBezTo>
                    <a:pt x="30" y="40"/>
                    <a:pt x="78" y="66"/>
                    <a:pt x="91" y="60"/>
                  </a:cubicBezTo>
                  <a:cubicBezTo>
                    <a:pt x="103" y="54"/>
                    <a:pt x="109" y="0"/>
                    <a:pt x="129" y="1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0" name="Freeform 7"/>
            <p:cNvSpPr>
              <a:spLocks/>
            </p:cNvSpPr>
            <p:nvPr/>
          </p:nvSpPr>
          <p:spPr bwMode="auto">
            <a:xfrm>
              <a:off x="6956137" y="3259921"/>
              <a:ext cx="936625" cy="955675"/>
            </a:xfrm>
            <a:custGeom>
              <a:avLst/>
              <a:gdLst>
                <a:gd name="T0" fmla="*/ 137 w 247"/>
                <a:gd name="T1" fmla="*/ 2 h 252"/>
                <a:gd name="T2" fmla="*/ 165 w 247"/>
                <a:gd name="T3" fmla="*/ 65 h 252"/>
                <a:gd name="T4" fmla="*/ 239 w 247"/>
                <a:gd name="T5" fmla="*/ 77 h 252"/>
                <a:gd name="T6" fmla="*/ 197 w 247"/>
                <a:gd name="T7" fmla="*/ 134 h 252"/>
                <a:gd name="T8" fmla="*/ 224 w 247"/>
                <a:gd name="T9" fmla="*/ 200 h 252"/>
                <a:gd name="T10" fmla="*/ 152 w 247"/>
                <a:gd name="T11" fmla="*/ 193 h 252"/>
                <a:gd name="T12" fmla="*/ 109 w 247"/>
                <a:gd name="T13" fmla="*/ 250 h 252"/>
                <a:gd name="T14" fmla="*/ 81 w 247"/>
                <a:gd name="T15" fmla="*/ 185 h 252"/>
                <a:gd name="T16" fmla="*/ 9 w 247"/>
                <a:gd name="T17" fmla="*/ 174 h 252"/>
                <a:gd name="T18" fmla="*/ 50 w 247"/>
                <a:gd name="T19" fmla="*/ 116 h 252"/>
                <a:gd name="T20" fmla="*/ 23 w 247"/>
                <a:gd name="T21" fmla="*/ 52 h 252"/>
                <a:gd name="T22" fmla="*/ 95 w 247"/>
                <a:gd name="T23" fmla="*/ 58 h 252"/>
                <a:gd name="T24" fmla="*/ 137 w 247"/>
                <a:gd name="T25" fmla="*/ 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2">
                  <a:moveTo>
                    <a:pt x="137" y="2"/>
                  </a:moveTo>
                  <a:cubicBezTo>
                    <a:pt x="157" y="4"/>
                    <a:pt x="155" y="58"/>
                    <a:pt x="165" y="65"/>
                  </a:cubicBezTo>
                  <a:cubicBezTo>
                    <a:pt x="177" y="73"/>
                    <a:pt x="229" y="55"/>
                    <a:pt x="239" y="77"/>
                  </a:cubicBezTo>
                  <a:cubicBezTo>
                    <a:pt x="247" y="98"/>
                    <a:pt x="198" y="121"/>
                    <a:pt x="197" y="134"/>
                  </a:cubicBezTo>
                  <a:cubicBezTo>
                    <a:pt x="196" y="147"/>
                    <a:pt x="237" y="182"/>
                    <a:pt x="224" y="200"/>
                  </a:cubicBezTo>
                  <a:cubicBezTo>
                    <a:pt x="210" y="217"/>
                    <a:pt x="164" y="188"/>
                    <a:pt x="152" y="193"/>
                  </a:cubicBezTo>
                  <a:cubicBezTo>
                    <a:pt x="140" y="198"/>
                    <a:pt x="130" y="252"/>
                    <a:pt x="109" y="250"/>
                  </a:cubicBezTo>
                  <a:cubicBezTo>
                    <a:pt x="88" y="247"/>
                    <a:pt x="91" y="192"/>
                    <a:pt x="81" y="185"/>
                  </a:cubicBezTo>
                  <a:cubicBezTo>
                    <a:pt x="70" y="177"/>
                    <a:pt x="18" y="196"/>
                    <a:pt x="9" y="174"/>
                  </a:cubicBezTo>
                  <a:cubicBezTo>
                    <a:pt x="0" y="153"/>
                    <a:pt x="49" y="129"/>
                    <a:pt x="50" y="116"/>
                  </a:cubicBezTo>
                  <a:cubicBezTo>
                    <a:pt x="52" y="104"/>
                    <a:pt x="11" y="69"/>
                    <a:pt x="23" y="52"/>
                  </a:cubicBezTo>
                  <a:cubicBezTo>
                    <a:pt x="37" y="35"/>
                    <a:pt x="83" y="63"/>
                    <a:pt x="95" y="58"/>
                  </a:cubicBezTo>
                  <a:cubicBezTo>
                    <a:pt x="107" y="53"/>
                    <a:pt x="116" y="0"/>
                    <a:pt x="137" y="2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Freeform 8"/>
            <p:cNvSpPr>
              <a:spLocks/>
            </p:cNvSpPr>
            <p:nvPr/>
          </p:nvSpPr>
          <p:spPr bwMode="auto">
            <a:xfrm>
              <a:off x="6951375" y="3259921"/>
              <a:ext cx="944563" cy="950913"/>
            </a:xfrm>
            <a:custGeom>
              <a:avLst/>
              <a:gdLst>
                <a:gd name="T0" fmla="*/ 145 w 249"/>
                <a:gd name="T1" fmla="*/ 4 h 251"/>
                <a:gd name="T2" fmla="*/ 170 w 249"/>
                <a:gd name="T3" fmla="*/ 69 h 251"/>
                <a:gd name="T4" fmla="*/ 242 w 249"/>
                <a:gd name="T5" fmla="*/ 84 h 251"/>
                <a:gd name="T6" fmla="*/ 197 w 249"/>
                <a:gd name="T7" fmla="*/ 138 h 251"/>
                <a:gd name="T8" fmla="*/ 219 w 249"/>
                <a:gd name="T9" fmla="*/ 205 h 251"/>
                <a:gd name="T10" fmla="*/ 148 w 249"/>
                <a:gd name="T11" fmla="*/ 194 h 251"/>
                <a:gd name="T12" fmla="*/ 103 w 249"/>
                <a:gd name="T13" fmla="*/ 248 h 251"/>
                <a:gd name="T14" fmla="*/ 79 w 249"/>
                <a:gd name="T15" fmla="*/ 182 h 251"/>
                <a:gd name="T16" fmla="*/ 8 w 249"/>
                <a:gd name="T17" fmla="*/ 168 h 251"/>
                <a:gd name="T18" fmla="*/ 52 w 249"/>
                <a:gd name="T19" fmla="*/ 112 h 251"/>
                <a:gd name="T20" fmla="*/ 30 w 249"/>
                <a:gd name="T21" fmla="*/ 47 h 251"/>
                <a:gd name="T22" fmla="*/ 100 w 249"/>
                <a:gd name="T23" fmla="*/ 56 h 251"/>
                <a:gd name="T24" fmla="*/ 145 w 249"/>
                <a:gd name="T25" fmla="*/ 4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9" h="251">
                  <a:moveTo>
                    <a:pt x="145" y="4"/>
                  </a:moveTo>
                  <a:cubicBezTo>
                    <a:pt x="165" y="7"/>
                    <a:pt x="160" y="61"/>
                    <a:pt x="170" y="69"/>
                  </a:cubicBezTo>
                  <a:cubicBezTo>
                    <a:pt x="180" y="77"/>
                    <a:pt x="233" y="62"/>
                    <a:pt x="242" y="84"/>
                  </a:cubicBezTo>
                  <a:cubicBezTo>
                    <a:pt x="249" y="105"/>
                    <a:pt x="199" y="126"/>
                    <a:pt x="197" y="138"/>
                  </a:cubicBezTo>
                  <a:cubicBezTo>
                    <a:pt x="195" y="150"/>
                    <a:pt x="234" y="188"/>
                    <a:pt x="219" y="205"/>
                  </a:cubicBezTo>
                  <a:cubicBezTo>
                    <a:pt x="205" y="222"/>
                    <a:pt x="161" y="190"/>
                    <a:pt x="148" y="194"/>
                  </a:cubicBezTo>
                  <a:cubicBezTo>
                    <a:pt x="137" y="199"/>
                    <a:pt x="124" y="251"/>
                    <a:pt x="103" y="248"/>
                  </a:cubicBezTo>
                  <a:cubicBezTo>
                    <a:pt x="83" y="244"/>
                    <a:pt x="88" y="190"/>
                    <a:pt x="79" y="182"/>
                  </a:cubicBezTo>
                  <a:cubicBezTo>
                    <a:pt x="69" y="173"/>
                    <a:pt x="16" y="189"/>
                    <a:pt x="8" y="168"/>
                  </a:cubicBezTo>
                  <a:cubicBezTo>
                    <a:pt x="0" y="147"/>
                    <a:pt x="50" y="125"/>
                    <a:pt x="52" y="112"/>
                  </a:cubicBezTo>
                  <a:cubicBezTo>
                    <a:pt x="55" y="100"/>
                    <a:pt x="16" y="63"/>
                    <a:pt x="30" y="47"/>
                  </a:cubicBezTo>
                  <a:cubicBezTo>
                    <a:pt x="44" y="30"/>
                    <a:pt x="88" y="61"/>
                    <a:pt x="100" y="56"/>
                  </a:cubicBezTo>
                  <a:cubicBezTo>
                    <a:pt x="112" y="52"/>
                    <a:pt x="125" y="0"/>
                    <a:pt x="145" y="4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Freeform 9"/>
            <p:cNvSpPr>
              <a:spLocks/>
            </p:cNvSpPr>
            <p:nvPr/>
          </p:nvSpPr>
          <p:spPr bwMode="auto">
            <a:xfrm>
              <a:off x="6948200" y="3263096"/>
              <a:ext cx="950913" cy="947738"/>
            </a:xfrm>
            <a:custGeom>
              <a:avLst/>
              <a:gdLst>
                <a:gd name="T0" fmla="*/ 153 w 251"/>
                <a:gd name="T1" fmla="*/ 5 h 250"/>
                <a:gd name="T2" fmla="*/ 174 w 251"/>
                <a:gd name="T3" fmla="*/ 71 h 250"/>
                <a:gd name="T4" fmla="*/ 244 w 251"/>
                <a:gd name="T5" fmla="*/ 90 h 250"/>
                <a:gd name="T6" fmla="*/ 197 w 251"/>
                <a:gd name="T7" fmla="*/ 141 h 250"/>
                <a:gd name="T8" fmla="*/ 215 w 251"/>
                <a:gd name="T9" fmla="*/ 209 h 250"/>
                <a:gd name="T10" fmla="*/ 145 w 251"/>
                <a:gd name="T11" fmla="*/ 194 h 250"/>
                <a:gd name="T12" fmla="*/ 97 w 251"/>
                <a:gd name="T13" fmla="*/ 245 h 250"/>
                <a:gd name="T14" fmla="*/ 76 w 251"/>
                <a:gd name="T15" fmla="*/ 177 h 250"/>
                <a:gd name="T16" fmla="*/ 7 w 251"/>
                <a:gd name="T17" fmla="*/ 160 h 250"/>
                <a:gd name="T18" fmla="*/ 54 w 251"/>
                <a:gd name="T19" fmla="*/ 108 h 250"/>
                <a:gd name="T20" fmla="*/ 36 w 251"/>
                <a:gd name="T21" fmla="*/ 40 h 250"/>
                <a:gd name="T22" fmla="*/ 105 w 251"/>
                <a:gd name="T23" fmla="*/ 54 h 250"/>
                <a:gd name="T24" fmla="*/ 153 w 251"/>
                <a:gd name="T25" fmla="*/ 5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50">
                  <a:moveTo>
                    <a:pt x="153" y="5"/>
                  </a:moveTo>
                  <a:cubicBezTo>
                    <a:pt x="173" y="9"/>
                    <a:pt x="165" y="62"/>
                    <a:pt x="174" y="71"/>
                  </a:cubicBezTo>
                  <a:cubicBezTo>
                    <a:pt x="184" y="80"/>
                    <a:pt x="238" y="68"/>
                    <a:pt x="244" y="90"/>
                  </a:cubicBezTo>
                  <a:cubicBezTo>
                    <a:pt x="251" y="111"/>
                    <a:pt x="200" y="129"/>
                    <a:pt x="197" y="141"/>
                  </a:cubicBezTo>
                  <a:cubicBezTo>
                    <a:pt x="194" y="153"/>
                    <a:pt x="231" y="193"/>
                    <a:pt x="215" y="209"/>
                  </a:cubicBezTo>
                  <a:cubicBezTo>
                    <a:pt x="199" y="225"/>
                    <a:pt x="158" y="191"/>
                    <a:pt x="145" y="194"/>
                  </a:cubicBezTo>
                  <a:cubicBezTo>
                    <a:pt x="133" y="198"/>
                    <a:pt x="117" y="250"/>
                    <a:pt x="97" y="245"/>
                  </a:cubicBezTo>
                  <a:cubicBezTo>
                    <a:pt x="77" y="240"/>
                    <a:pt x="86" y="186"/>
                    <a:pt x="76" y="177"/>
                  </a:cubicBezTo>
                  <a:cubicBezTo>
                    <a:pt x="67" y="169"/>
                    <a:pt x="14" y="181"/>
                    <a:pt x="7" y="160"/>
                  </a:cubicBezTo>
                  <a:cubicBezTo>
                    <a:pt x="0" y="139"/>
                    <a:pt x="51" y="120"/>
                    <a:pt x="54" y="108"/>
                  </a:cubicBezTo>
                  <a:cubicBezTo>
                    <a:pt x="57" y="95"/>
                    <a:pt x="21" y="56"/>
                    <a:pt x="36" y="40"/>
                  </a:cubicBezTo>
                  <a:cubicBezTo>
                    <a:pt x="51" y="25"/>
                    <a:pt x="93" y="58"/>
                    <a:pt x="105" y="54"/>
                  </a:cubicBezTo>
                  <a:cubicBezTo>
                    <a:pt x="117" y="51"/>
                    <a:pt x="133" y="0"/>
                    <a:pt x="153" y="5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Freeform 10"/>
            <p:cNvSpPr>
              <a:spLocks/>
            </p:cNvSpPr>
            <p:nvPr/>
          </p:nvSpPr>
          <p:spPr bwMode="auto">
            <a:xfrm>
              <a:off x="6948200" y="3263096"/>
              <a:ext cx="950913" cy="944563"/>
            </a:xfrm>
            <a:custGeom>
              <a:avLst/>
              <a:gdLst>
                <a:gd name="T0" fmla="*/ 160 w 251"/>
                <a:gd name="T1" fmla="*/ 6 h 249"/>
                <a:gd name="T2" fmla="*/ 178 w 251"/>
                <a:gd name="T3" fmla="*/ 74 h 249"/>
                <a:gd name="T4" fmla="*/ 246 w 251"/>
                <a:gd name="T5" fmla="*/ 97 h 249"/>
                <a:gd name="T6" fmla="*/ 196 w 251"/>
                <a:gd name="T7" fmla="*/ 145 h 249"/>
                <a:gd name="T8" fmla="*/ 209 w 251"/>
                <a:gd name="T9" fmla="*/ 215 h 249"/>
                <a:gd name="T10" fmla="*/ 141 w 251"/>
                <a:gd name="T11" fmla="*/ 195 h 249"/>
                <a:gd name="T12" fmla="*/ 91 w 251"/>
                <a:gd name="T13" fmla="*/ 243 h 249"/>
                <a:gd name="T14" fmla="*/ 73 w 251"/>
                <a:gd name="T15" fmla="*/ 174 h 249"/>
                <a:gd name="T16" fmla="*/ 5 w 251"/>
                <a:gd name="T17" fmla="*/ 153 h 249"/>
                <a:gd name="T18" fmla="*/ 55 w 251"/>
                <a:gd name="T19" fmla="*/ 104 h 249"/>
                <a:gd name="T20" fmla="*/ 42 w 251"/>
                <a:gd name="T21" fmla="*/ 35 h 249"/>
                <a:gd name="T22" fmla="*/ 109 w 251"/>
                <a:gd name="T23" fmla="*/ 53 h 249"/>
                <a:gd name="T24" fmla="*/ 160 w 251"/>
                <a:gd name="T25" fmla="*/ 6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49">
                  <a:moveTo>
                    <a:pt x="160" y="6"/>
                  </a:moveTo>
                  <a:cubicBezTo>
                    <a:pt x="181" y="12"/>
                    <a:pt x="169" y="65"/>
                    <a:pt x="178" y="74"/>
                  </a:cubicBezTo>
                  <a:cubicBezTo>
                    <a:pt x="187" y="84"/>
                    <a:pt x="241" y="76"/>
                    <a:pt x="246" y="97"/>
                  </a:cubicBezTo>
                  <a:cubicBezTo>
                    <a:pt x="251" y="118"/>
                    <a:pt x="199" y="133"/>
                    <a:pt x="196" y="145"/>
                  </a:cubicBezTo>
                  <a:cubicBezTo>
                    <a:pt x="192" y="157"/>
                    <a:pt x="226" y="199"/>
                    <a:pt x="209" y="215"/>
                  </a:cubicBezTo>
                  <a:cubicBezTo>
                    <a:pt x="193" y="230"/>
                    <a:pt x="154" y="193"/>
                    <a:pt x="141" y="195"/>
                  </a:cubicBezTo>
                  <a:cubicBezTo>
                    <a:pt x="129" y="198"/>
                    <a:pt x="110" y="249"/>
                    <a:pt x="91" y="243"/>
                  </a:cubicBezTo>
                  <a:cubicBezTo>
                    <a:pt x="70" y="237"/>
                    <a:pt x="82" y="184"/>
                    <a:pt x="73" y="174"/>
                  </a:cubicBezTo>
                  <a:cubicBezTo>
                    <a:pt x="64" y="165"/>
                    <a:pt x="11" y="174"/>
                    <a:pt x="5" y="153"/>
                  </a:cubicBezTo>
                  <a:cubicBezTo>
                    <a:pt x="0" y="132"/>
                    <a:pt x="52" y="116"/>
                    <a:pt x="55" y="104"/>
                  </a:cubicBezTo>
                  <a:cubicBezTo>
                    <a:pt x="59" y="92"/>
                    <a:pt x="25" y="50"/>
                    <a:pt x="42" y="35"/>
                  </a:cubicBezTo>
                  <a:cubicBezTo>
                    <a:pt x="58" y="20"/>
                    <a:pt x="97" y="56"/>
                    <a:pt x="109" y="53"/>
                  </a:cubicBezTo>
                  <a:cubicBezTo>
                    <a:pt x="122" y="50"/>
                    <a:pt x="141" y="0"/>
                    <a:pt x="160" y="6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Freeform 11"/>
            <p:cNvSpPr>
              <a:spLocks/>
            </p:cNvSpPr>
            <p:nvPr/>
          </p:nvSpPr>
          <p:spPr bwMode="auto">
            <a:xfrm>
              <a:off x="6945025" y="3267858"/>
              <a:ext cx="958850" cy="936625"/>
            </a:xfrm>
            <a:custGeom>
              <a:avLst/>
              <a:gdLst>
                <a:gd name="T0" fmla="*/ 169 w 253"/>
                <a:gd name="T1" fmla="*/ 7 h 247"/>
                <a:gd name="T2" fmla="*/ 182 w 253"/>
                <a:gd name="T3" fmla="*/ 77 h 247"/>
                <a:gd name="T4" fmla="*/ 249 w 253"/>
                <a:gd name="T5" fmla="*/ 104 h 247"/>
                <a:gd name="T6" fmla="*/ 196 w 253"/>
                <a:gd name="T7" fmla="*/ 148 h 247"/>
                <a:gd name="T8" fmla="*/ 205 w 253"/>
                <a:gd name="T9" fmla="*/ 219 h 247"/>
                <a:gd name="T10" fmla="*/ 137 w 253"/>
                <a:gd name="T11" fmla="*/ 196 h 247"/>
                <a:gd name="T12" fmla="*/ 85 w 253"/>
                <a:gd name="T13" fmla="*/ 240 h 247"/>
                <a:gd name="T14" fmla="*/ 71 w 253"/>
                <a:gd name="T15" fmla="*/ 170 h 247"/>
                <a:gd name="T16" fmla="*/ 5 w 253"/>
                <a:gd name="T17" fmla="*/ 145 h 247"/>
                <a:gd name="T18" fmla="*/ 57 w 253"/>
                <a:gd name="T19" fmla="*/ 100 h 247"/>
                <a:gd name="T20" fmla="*/ 48 w 253"/>
                <a:gd name="T21" fmla="*/ 29 h 247"/>
                <a:gd name="T22" fmla="*/ 115 w 253"/>
                <a:gd name="T23" fmla="*/ 51 h 247"/>
                <a:gd name="T24" fmla="*/ 169 w 253"/>
                <a:gd name="T25" fmla="*/ 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7">
                  <a:moveTo>
                    <a:pt x="169" y="7"/>
                  </a:moveTo>
                  <a:cubicBezTo>
                    <a:pt x="189" y="15"/>
                    <a:pt x="174" y="67"/>
                    <a:pt x="182" y="77"/>
                  </a:cubicBezTo>
                  <a:cubicBezTo>
                    <a:pt x="191" y="87"/>
                    <a:pt x="245" y="82"/>
                    <a:pt x="249" y="104"/>
                  </a:cubicBezTo>
                  <a:cubicBezTo>
                    <a:pt x="253" y="124"/>
                    <a:pt x="200" y="136"/>
                    <a:pt x="196" y="148"/>
                  </a:cubicBezTo>
                  <a:cubicBezTo>
                    <a:pt x="191" y="160"/>
                    <a:pt x="223" y="204"/>
                    <a:pt x="205" y="219"/>
                  </a:cubicBezTo>
                  <a:cubicBezTo>
                    <a:pt x="187" y="233"/>
                    <a:pt x="150" y="193"/>
                    <a:pt x="137" y="196"/>
                  </a:cubicBezTo>
                  <a:cubicBezTo>
                    <a:pt x="125" y="198"/>
                    <a:pt x="104" y="247"/>
                    <a:pt x="85" y="240"/>
                  </a:cubicBezTo>
                  <a:cubicBezTo>
                    <a:pt x="65" y="233"/>
                    <a:pt x="79" y="180"/>
                    <a:pt x="71" y="170"/>
                  </a:cubicBezTo>
                  <a:cubicBezTo>
                    <a:pt x="63" y="160"/>
                    <a:pt x="9" y="166"/>
                    <a:pt x="5" y="145"/>
                  </a:cubicBezTo>
                  <a:cubicBezTo>
                    <a:pt x="0" y="124"/>
                    <a:pt x="53" y="111"/>
                    <a:pt x="57" y="100"/>
                  </a:cubicBezTo>
                  <a:cubicBezTo>
                    <a:pt x="61" y="87"/>
                    <a:pt x="30" y="43"/>
                    <a:pt x="48" y="29"/>
                  </a:cubicBezTo>
                  <a:cubicBezTo>
                    <a:pt x="65" y="15"/>
                    <a:pt x="102" y="54"/>
                    <a:pt x="115" y="51"/>
                  </a:cubicBezTo>
                  <a:cubicBezTo>
                    <a:pt x="127" y="49"/>
                    <a:pt x="149" y="0"/>
                    <a:pt x="169" y="7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Freeform 12"/>
            <p:cNvSpPr>
              <a:spLocks/>
            </p:cNvSpPr>
            <p:nvPr/>
          </p:nvSpPr>
          <p:spPr bwMode="auto">
            <a:xfrm>
              <a:off x="6945025" y="3271033"/>
              <a:ext cx="958850" cy="928688"/>
            </a:xfrm>
            <a:custGeom>
              <a:avLst/>
              <a:gdLst>
                <a:gd name="T0" fmla="*/ 176 w 253"/>
                <a:gd name="T1" fmla="*/ 8 h 245"/>
                <a:gd name="T2" fmla="*/ 185 w 253"/>
                <a:gd name="T3" fmla="*/ 79 h 245"/>
                <a:gd name="T4" fmla="*/ 251 w 253"/>
                <a:gd name="T5" fmla="*/ 110 h 245"/>
                <a:gd name="T6" fmla="*/ 195 w 253"/>
                <a:gd name="T7" fmla="*/ 151 h 245"/>
                <a:gd name="T8" fmla="*/ 200 w 253"/>
                <a:gd name="T9" fmla="*/ 223 h 245"/>
                <a:gd name="T10" fmla="*/ 133 w 253"/>
                <a:gd name="T11" fmla="*/ 196 h 245"/>
                <a:gd name="T12" fmla="*/ 78 w 253"/>
                <a:gd name="T13" fmla="*/ 238 h 245"/>
                <a:gd name="T14" fmla="*/ 67 w 253"/>
                <a:gd name="T15" fmla="*/ 166 h 245"/>
                <a:gd name="T16" fmla="*/ 3 w 253"/>
                <a:gd name="T17" fmla="*/ 138 h 245"/>
                <a:gd name="T18" fmla="*/ 58 w 253"/>
                <a:gd name="T19" fmla="*/ 95 h 245"/>
                <a:gd name="T20" fmla="*/ 54 w 253"/>
                <a:gd name="T21" fmla="*/ 22 h 245"/>
                <a:gd name="T22" fmla="*/ 119 w 253"/>
                <a:gd name="T23" fmla="*/ 49 h 245"/>
                <a:gd name="T24" fmla="*/ 176 w 253"/>
                <a:gd name="T25" fmla="*/ 8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5">
                  <a:moveTo>
                    <a:pt x="176" y="8"/>
                  </a:moveTo>
                  <a:cubicBezTo>
                    <a:pt x="196" y="17"/>
                    <a:pt x="178" y="68"/>
                    <a:pt x="185" y="79"/>
                  </a:cubicBezTo>
                  <a:cubicBezTo>
                    <a:pt x="193" y="90"/>
                    <a:pt x="248" y="88"/>
                    <a:pt x="251" y="110"/>
                  </a:cubicBezTo>
                  <a:cubicBezTo>
                    <a:pt x="253" y="130"/>
                    <a:pt x="199" y="139"/>
                    <a:pt x="195" y="151"/>
                  </a:cubicBezTo>
                  <a:cubicBezTo>
                    <a:pt x="190" y="163"/>
                    <a:pt x="219" y="210"/>
                    <a:pt x="200" y="223"/>
                  </a:cubicBezTo>
                  <a:cubicBezTo>
                    <a:pt x="181" y="237"/>
                    <a:pt x="146" y="194"/>
                    <a:pt x="133" y="196"/>
                  </a:cubicBezTo>
                  <a:cubicBezTo>
                    <a:pt x="121" y="197"/>
                    <a:pt x="97" y="245"/>
                    <a:pt x="78" y="238"/>
                  </a:cubicBezTo>
                  <a:cubicBezTo>
                    <a:pt x="58" y="229"/>
                    <a:pt x="75" y="177"/>
                    <a:pt x="67" y="166"/>
                  </a:cubicBezTo>
                  <a:cubicBezTo>
                    <a:pt x="60" y="155"/>
                    <a:pt x="6" y="159"/>
                    <a:pt x="3" y="138"/>
                  </a:cubicBezTo>
                  <a:cubicBezTo>
                    <a:pt x="0" y="117"/>
                    <a:pt x="53" y="106"/>
                    <a:pt x="58" y="95"/>
                  </a:cubicBezTo>
                  <a:cubicBezTo>
                    <a:pt x="63" y="82"/>
                    <a:pt x="34" y="36"/>
                    <a:pt x="54" y="22"/>
                  </a:cubicBezTo>
                  <a:cubicBezTo>
                    <a:pt x="72" y="9"/>
                    <a:pt x="106" y="51"/>
                    <a:pt x="119" y="49"/>
                  </a:cubicBezTo>
                  <a:cubicBezTo>
                    <a:pt x="131" y="48"/>
                    <a:pt x="156" y="0"/>
                    <a:pt x="176" y="8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Freeform 13"/>
            <p:cNvSpPr>
              <a:spLocks/>
            </p:cNvSpPr>
            <p:nvPr/>
          </p:nvSpPr>
          <p:spPr bwMode="auto">
            <a:xfrm>
              <a:off x="6940262" y="3271033"/>
              <a:ext cx="966788" cy="928688"/>
            </a:xfrm>
            <a:custGeom>
              <a:avLst/>
              <a:gdLst>
                <a:gd name="T0" fmla="*/ 184 w 255"/>
                <a:gd name="T1" fmla="*/ 10 h 245"/>
                <a:gd name="T2" fmla="*/ 190 w 255"/>
                <a:gd name="T3" fmla="*/ 82 h 245"/>
                <a:gd name="T4" fmla="*/ 254 w 255"/>
                <a:gd name="T5" fmla="*/ 117 h 245"/>
                <a:gd name="T6" fmla="*/ 195 w 255"/>
                <a:gd name="T7" fmla="*/ 155 h 245"/>
                <a:gd name="T8" fmla="*/ 195 w 255"/>
                <a:gd name="T9" fmla="*/ 229 h 245"/>
                <a:gd name="T10" fmla="*/ 130 w 255"/>
                <a:gd name="T11" fmla="*/ 197 h 245"/>
                <a:gd name="T12" fmla="*/ 72 w 255"/>
                <a:gd name="T13" fmla="*/ 236 h 245"/>
                <a:gd name="T14" fmla="*/ 65 w 255"/>
                <a:gd name="T15" fmla="*/ 162 h 245"/>
                <a:gd name="T16" fmla="*/ 2 w 255"/>
                <a:gd name="T17" fmla="*/ 131 h 245"/>
                <a:gd name="T18" fmla="*/ 60 w 255"/>
                <a:gd name="T19" fmla="*/ 91 h 245"/>
                <a:gd name="T20" fmla="*/ 60 w 255"/>
                <a:gd name="T21" fmla="*/ 17 h 245"/>
                <a:gd name="T22" fmla="*/ 124 w 255"/>
                <a:gd name="T23" fmla="*/ 48 h 245"/>
                <a:gd name="T24" fmla="*/ 184 w 255"/>
                <a:gd name="T25" fmla="*/ 1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5" h="245">
                  <a:moveTo>
                    <a:pt x="184" y="10"/>
                  </a:moveTo>
                  <a:cubicBezTo>
                    <a:pt x="204" y="20"/>
                    <a:pt x="182" y="71"/>
                    <a:pt x="190" y="82"/>
                  </a:cubicBezTo>
                  <a:cubicBezTo>
                    <a:pt x="197" y="94"/>
                    <a:pt x="252" y="95"/>
                    <a:pt x="254" y="117"/>
                  </a:cubicBezTo>
                  <a:cubicBezTo>
                    <a:pt x="255" y="137"/>
                    <a:pt x="200" y="144"/>
                    <a:pt x="195" y="155"/>
                  </a:cubicBezTo>
                  <a:cubicBezTo>
                    <a:pt x="189" y="167"/>
                    <a:pt x="216" y="216"/>
                    <a:pt x="195" y="229"/>
                  </a:cubicBezTo>
                  <a:cubicBezTo>
                    <a:pt x="176" y="241"/>
                    <a:pt x="143" y="196"/>
                    <a:pt x="130" y="197"/>
                  </a:cubicBezTo>
                  <a:cubicBezTo>
                    <a:pt x="118" y="197"/>
                    <a:pt x="91" y="245"/>
                    <a:pt x="72" y="236"/>
                  </a:cubicBezTo>
                  <a:cubicBezTo>
                    <a:pt x="52" y="226"/>
                    <a:pt x="73" y="174"/>
                    <a:pt x="65" y="162"/>
                  </a:cubicBezTo>
                  <a:cubicBezTo>
                    <a:pt x="58" y="152"/>
                    <a:pt x="3" y="152"/>
                    <a:pt x="2" y="131"/>
                  </a:cubicBezTo>
                  <a:cubicBezTo>
                    <a:pt x="0" y="110"/>
                    <a:pt x="55" y="103"/>
                    <a:pt x="60" y="91"/>
                  </a:cubicBezTo>
                  <a:cubicBezTo>
                    <a:pt x="66" y="79"/>
                    <a:pt x="39" y="30"/>
                    <a:pt x="60" y="17"/>
                  </a:cubicBezTo>
                  <a:cubicBezTo>
                    <a:pt x="79" y="5"/>
                    <a:pt x="111" y="49"/>
                    <a:pt x="124" y="48"/>
                  </a:cubicBezTo>
                  <a:cubicBezTo>
                    <a:pt x="137" y="48"/>
                    <a:pt x="165" y="0"/>
                    <a:pt x="184" y="10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Freeform 14"/>
            <p:cNvSpPr>
              <a:spLocks/>
            </p:cNvSpPr>
            <p:nvPr/>
          </p:nvSpPr>
          <p:spPr bwMode="auto">
            <a:xfrm>
              <a:off x="6940262" y="3271033"/>
              <a:ext cx="971550" cy="933450"/>
            </a:xfrm>
            <a:custGeom>
              <a:avLst/>
              <a:gdLst>
                <a:gd name="T0" fmla="*/ 0 w 256"/>
                <a:gd name="T1" fmla="*/ 124 h 246"/>
                <a:gd name="T2" fmla="*/ 61 w 256"/>
                <a:gd name="T3" fmla="*/ 88 h 246"/>
                <a:gd name="T4" fmla="*/ 65 w 256"/>
                <a:gd name="T5" fmla="*/ 11 h 246"/>
                <a:gd name="T6" fmla="*/ 128 w 256"/>
                <a:gd name="T7" fmla="*/ 47 h 246"/>
                <a:gd name="T8" fmla="*/ 191 w 256"/>
                <a:gd name="T9" fmla="*/ 12 h 246"/>
                <a:gd name="T10" fmla="*/ 193 w 256"/>
                <a:gd name="T11" fmla="*/ 86 h 246"/>
                <a:gd name="T12" fmla="*/ 255 w 256"/>
                <a:gd name="T13" fmla="*/ 124 h 246"/>
                <a:gd name="T14" fmla="*/ 194 w 256"/>
                <a:gd name="T15" fmla="*/ 159 h 246"/>
                <a:gd name="T16" fmla="*/ 190 w 256"/>
                <a:gd name="T17" fmla="*/ 234 h 246"/>
                <a:gd name="T18" fmla="*/ 125 w 256"/>
                <a:gd name="T19" fmla="*/ 198 h 246"/>
                <a:gd name="T20" fmla="*/ 65 w 256"/>
                <a:gd name="T21" fmla="*/ 234 h 246"/>
                <a:gd name="T22" fmla="*/ 62 w 256"/>
                <a:gd name="T23" fmla="*/ 159 h 246"/>
                <a:gd name="T24" fmla="*/ 0 w 256"/>
                <a:gd name="T25" fmla="*/ 124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6" h="246">
                  <a:moveTo>
                    <a:pt x="0" y="124"/>
                  </a:moveTo>
                  <a:cubicBezTo>
                    <a:pt x="0" y="103"/>
                    <a:pt x="55" y="99"/>
                    <a:pt x="61" y="88"/>
                  </a:cubicBezTo>
                  <a:cubicBezTo>
                    <a:pt x="67" y="75"/>
                    <a:pt x="43" y="24"/>
                    <a:pt x="65" y="11"/>
                  </a:cubicBezTo>
                  <a:cubicBezTo>
                    <a:pt x="85" y="0"/>
                    <a:pt x="115" y="47"/>
                    <a:pt x="128" y="47"/>
                  </a:cubicBezTo>
                  <a:cubicBezTo>
                    <a:pt x="141" y="47"/>
                    <a:pt x="172" y="1"/>
                    <a:pt x="191" y="12"/>
                  </a:cubicBezTo>
                  <a:cubicBezTo>
                    <a:pt x="211" y="23"/>
                    <a:pt x="186" y="73"/>
                    <a:pt x="193" y="86"/>
                  </a:cubicBezTo>
                  <a:cubicBezTo>
                    <a:pt x="200" y="98"/>
                    <a:pt x="256" y="102"/>
                    <a:pt x="255" y="124"/>
                  </a:cubicBezTo>
                  <a:cubicBezTo>
                    <a:pt x="255" y="145"/>
                    <a:pt x="200" y="148"/>
                    <a:pt x="194" y="159"/>
                  </a:cubicBezTo>
                  <a:cubicBezTo>
                    <a:pt x="187" y="171"/>
                    <a:pt x="212" y="222"/>
                    <a:pt x="190" y="234"/>
                  </a:cubicBezTo>
                  <a:cubicBezTo>
                    <a:pt x="169" y="246"/>
                    <a:pt x="139" y="198"/>
                    <a:pt x="125" y="198"/>
                  </a:cubicBezTo>
                  <a:cubicBezTo>
                    <a:pt x="113" y="197"/>
                    <a:pt x="83" y="244"/>
                    <a:pt x="65" y="234"/>
                  </a:cubicBezTo>
                  <a:cubicBezTo>
                    <a:pt x="46" y="223"/>
                    <a:pt x="69" y="172"/>
                    <a:pt x="62" y="159"/>
                  </a:cubicBezTo>
                  <a:cubicBezTo>
                    <a:pt x="55" y="148"/>
                    <a:pt x="0" y="145"/>
                    <a:pt x="0" y="124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4032375" y="797710"/>
            <a:ext cx="1079250" cy="1240604"/>
            <a:chOff x="5900667" y="-231575"/>
            <a:chExt cx="2044290" cy="2349920"/>
          </a:xfrm>
        </p:grpSpPr>
        <p:grpSp>
          <p:nvGrpSpPr>
            <p:cNvPr id="39" name="Group 4"/>
            <p:cNvGrpSpPr>
              <a:grpSpLocks noChangeAspect="1"/>
            </p:cNvGrpSpPr>
            <p:nvPr/>
          </p:nvGrpSpPr>
          <p:grpSpPr bwMode="auto">
            <a:xfrm>
              <a:off x="6322090" y="72485"/>
              <a:ext cx="1168465" cy="2045860"/>
              <a:chOff x="2724" y="205"/>
              <a:chExt cx="2232" cy="3908"/>
            </a:xfrm>
            <a:noFill/>
          </p:grpSpPr>
          <p:sp>
            <p:nvSpPr>
              <p:cNvPr id="51" name="Freeform 5"/>
              <p:cNvSpPr>
                <a:spLocks/>
              </p:cNvSpPr>
              <p:nvPr/>
            </p:nvSpPr>
            <p:spPr bwMode="auto">
              <a:xfrm>
                <a:off x="3373" y="3255"/>
                <a:ext cx="960" cy="858"/>
              </a:xfrm>
              <a:custGeom>
                <a:avLst/>
                <a:gdLst>
                  <a:gd name="T0" fmla="*/ 224 w 447"/>
                  <a:gd name="T1" fmla="*/ 5 h 400"/>
                  <a:gd name="T2" fmla="*/ 39 w 447"/>
                  <a:gd name="T3" fmla="*/ 0 h 400"/>
                  <a:gd name="T4" fmla="*/ 3 w 447"/>
                  <a:gd name="T5" fmla="*/ 0 h 400"/>
                  <a:gd name="T6" fmla="*/ 3 w 447"/>
                  <a:gd name="T7" fmla="*/ 43 h 400"/>
                  <a:gd name="T8" fmla="*/ 17 w 447"/>
                  <a:gd name="T9" fmla="*/ 61 h 400"/>
                  <a:gd name="T10" fmla="*/ 3 w 447"/>
                  <a:gd name="T11" fmla="*/ 88 h 400"/>
                  <a:gd name="T12" fmla="*/ 3 w 447"/>
                  <a:gd name="T13" fmla="*/ 105 h 400"/>
                  <a:gd name="T14" fmla="*/ 17 w 447"/>
                  <a:gd name="T15" fmla="*/ 122 h 400"/>
                  <a:gd name="T16" fmla="*/ 0 w 447"/>
                  <a:gd name="T17" fmla="*/ 150 h 400"/>
                  <a:gd name="T18" fmla="*/ 0 w 447"/>
                  <a:gd name="T19" fmla="*/ 166 h 400"/>
                  <a:gd name="T20" fmla="*/ 17 w 447"/>
                  <a:gd name="T21" fmla="*/ 180 h 400"/>
                  <a:gd name="T22" fmla="*/ 3 w 447"/>
                  <a:gd name="T23" fmla="*/ 214 h 400"/>
                  <a:gd name="T24" fmla="*/ 3 w 447"/>
                  <a:gd name="T25" fmla="*/ 225 h 400"/>
                  <a:gd name="T26" fmla="*/ 17 w 447"/>
                  <a:gd name="T27" fmla="*/ 258 h 400"/>
                  <a:gd name="T28" fmla="*/ 28 w 447"/>
                  <a:gd name="T29" fmla="*/ 275 h 400"/>
                  <a:gd name="T30" fmla="*/ 41 w 447"/>
                  <a:gd name="T31" fmla="*/ 293 h 400"/>
                  <a:gd name="T32" fmla="*/ 80 w 447"/>
                  <a:gd name="T33" fmla="*/ 330 h 400"/>
                  <a:gd name="T34" fmla="*/ 92 w 447"/>
                  <a:gd name="T35" fmla="*/ 330 h 400"/>
                  <a:gd name="T36" fmla="*/ 142 w 447"/>
                  <a:gd name="T37" fmla="*/ 387 h 400"/>
                  <a:gd name="T38" fmla="*/ 197 w 447"/>
                  <a:gd name="T39" fmla="*/ 399 h 400"/>
                  <a:gd name="T40" fmla="*/ 223 w 447"/>
                  <a:gd name="T41" fmla="*/ 394 h 400"/>
                  <a:gd name="T42" fmla="*/ 250 w 447"/>
                  <a:gd name="T43" fmla="*/ 399 h 400"/>
                  <a:gd name="T44" fmla="*/ 304 w 447"/>
                  <a:gd name="T45" fmla="*/ 387 h 400"/>
                  <a:gd name="T46" fmla="*/ 355 w 447"/>
                  <a:gd name="T47" fmla="*/ 330 h 400"/>
                  <a:gd name="T48" fmla="*/ 366 w 447"/>
                  <a:gd name="T49" fmla="*/ 330 h 400"/>
                  <a:gd name="T50" fmla="*/ 405 w 447"/>
                  <a:gd name="T51" fmla="*/ 293 h 400"/>
                  <a:gd name="T52" fmla="*/ 418 w 447"/>
                  <a:gd name="T53" fmla="*/ 275 h 400"/>
                  <a:gd name="T54" fmla="*/ 430 w 447"/>
                  <a:gd name="T55" fmla="*/ 258 h 400"/>
                  <a:gd name="T56" fmla="*/ 444 w 447"/>
                  <a:gd name="T57" fmla="*/ 225 h 400"/>
                  <a:gd name="T58" fmla="*/ 444 w 447"/>
                  <a:gd name="T59" fmla="*/ 214 h 400"/>
                  <a:gd name="T60" fmla="*/ 430 w 447"/>
                  <a:gd name="T61" fmla="*/ 180 h 400"/>
                  <a:gd name="T62" fmla="*/ 447 w 447"/>
                  <a:gd name="T63" fmla="*/ 166 h 400"/>
                  <a:gd name="T64" fmla="*/ 447 w 447"/>
                  <a:gd name="T65" fmla="*/ 150 h 400"/>
                  <a:gd name="T66" fmla="*/ 430 w 447"/>
                  <a:gd name="T67" fmla="*/ 122 h 400"/>
                  <a:gd name="T68" fmla="*/ 444 w 447"/>
                  <a:gd name="T69" fmla="*/ 105 h 400"/>
                  <a:gd name="T70" fmla="*/ 444 w 447"/>
                  <a:gd name="T71" fmla="*/ 88 h 400"/>
                  <a:gd name="T72" fmla="*/ 430 w 447"/>
                  <a:gd name="T73" fmla="*/ 61 h 400"/>
                  <a:gd name="T74" fmla="*/ 444 w 447"/>
                  <a:gd name="T75" fmla="*/ 43 h 400"/>
                  <a:gd name="T76" fmla="*/ 444 w 447"/>
                  <a:gd name="T77" fmla="*/ 0 h 400"/>
                  <a:gd name="T78" fmla="*/ 224 w 447"/>
                  <a:gd name="T79" fmla="*/ 5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447" h="400">
                    <a:moveTo>
                      <a:pt x="224" y="5"/>
                    </a:moveTo>
                    <a:cubicBezTo>
                      <a:pt x="224" y="5"/>
                      <a:pt x="112" y="3"/>
                      <a:pt x="39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3" y="43"/>
                      <a:pt x="5" y="56"/>
                      <a:pt x="17" y="61"/>
                    </a:cubicBezTo>
                    <a:cubicBezTo>
                      <a:pt x="17" y="61"/>
                      <a:pt x="19" y="79"/>
                      <a:pt x="3" y="88"/>
                    </a:cubicBezTo>
                    <a:cubicBezTo>
                      <a:pt x="3" y="105"/>
                      <a:pt x="3" y="105"/>
                      <a:pt x="3" y="105"/>
                    </a:cubicBezTo>
                    <a:cubicBezTo>
                      <a:pt x="3" y="105"/>
                      <a:pt x="14" y="114"/>
                      <a:pt x="17" y="122"/>
                    </a:cubicBezTo>
                    <a:cubicBezTo>
                      <a:pt x="19" y="130"/>
                      <a:pt x="5" y="148"/>
                      <a:pt x="0" y="150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166"/>
                      <a:pt x="13" y="168"/>
                      <a:pt x="17" y="180"/>
                    </a:cubicBezTo>
                    <a:cubicBezTo>
                      <a:pt x="21" y="192"/>
                      <a:pt x="10" y="210"/>
                      <a:pt x="3" y="214"/>
                    </a:cubicBezTo>
                    <a:cubicBezTo>
                      <a:pt x="3" y="225"/>
                      <a:pt x="3" y="225"/>
                      <a:pt x="3" y="225"/>
                    </a:cubicBezTo>
                    <a:cubicBezTo>
                      <a:pt x="3" y="225"/>
                      <a:pt x="25" y="238"/>
                      <a:pt x="17" y="258"/>
                    </a:cubicBezTo>
                    <a:cubicBezTo>
                      <a:pt x="17" y="258"/>
                      <a:pt x="10" y="268"/>
                      <a:pt x="28" y="275"/>
                    </a:cubicBezTo>
                    <a:cubicBezTo>
                      <a:pt x="28" y="275"/>
                      <a:pt x="38" y="285"/>
                      <a:pt x="41" y="293"/>
                    </a:cubicBezTo>
                    <a:cubicBezTo>
                      <a:pt x="45" y="301"/>
                      <a:pt x="72" y="329"/>
                      <a:pt x="80" y="330"/>
                    </a:cubicBezTo>
                    <a:cubicBezTo>
                      <a:pt x="92" y="330"/>
                      <a:pt x="92" y="330"/>
                      <a:pt x="92" y="330"/>
                    </a:cubicBezTo>
                    <a:cubicBezTo>
                      <a:pt x="92" y="330"/>
                      <a:pt x="129" y="369"/>
                      <a:pt x="142" y="387"/>
                    </a:cubicBezTo>
                    <a:cubicBezTo>
                      <a:pt x="142" y="387"/>
                      <a:pt x="172" y="400"/>
                      <a:pt x="197" y="399"/>
                    </a:cubicBezTo>
                    <a:cubicBezTo>
                      <a:pt x="197" y="399"/>
                      <a:pt x="213" y="394"/>
                      <a:pt x="223" y="394"/>
                    </a:cubicBezTo>
                    <a:cubicBezTo>
                      <a:pt x="234" y="394"/>
                      <a:pt x="250" y="399"/>
                      <a:pt x="250" y="399"/>
                    </a:cubicBezTo>
                    <a:cubicBezTo>
                      <a:pt x="275" y="400"/>
                      <a:pt x="304" y="387"/>
                      <a:pt x="304" y="387"/>
                    </a:cubicBezTo>
                    <a:cubicBezTo>
                      <a:pt x="317" y="369"/>
                      <a:pt x="355" y="330"/>
                      <a:pt x="355" y="330"/>
                    </a:cubicBezTo>
                    <a:cubicBezTo>
                      <a:pt x="366" y="330"/>
                      <a:pt x="366" y="330"/>
                      <a:pt x="366" y="330"/>
                    </a:cubicBezTo>
                    <a:cubicBezTo>
                      <a:pt x="374" y="329"/>
                      <a:pt x="401" y="301"/>
                      <a:pt x="405" y="293"/>
                    </a:cubicBezTo>
                    <a:cubicBezTo>
                      <a:pt x="409" y="285"/>
                      <a:pt x="418" y="275"/>
                      <a:pt x="418" y="275"/>
                    </a:cubicBezTo>
                    <a:cubicBezTo>
                      <a:pt x="436" y="268"/>
                      <a:pt x="430" y="258"/>
                      <a:pt x="430" y="258"/>
                    </a:cubicBezTo>
                    <a:cubicBezTo>
                      <a:pt x="422" y="238"/>
                      <a:pt x="444" y="225"/>
                      <a:pt x="444" y="225"/>
                    </a:cubicBezTo>
                    <a:cubicBezTo>
                      <a:pt x="444" y="214"/>
                      <a:pt x="444" y="214"/>
                      <a:pt x="444" y="214"/>
                    </a:cubicBezTo>
                    <a:cubicBezTo>
                      <a:pt x="436" y="210"/>
                      <a:pt x="426" y="192"/>
                      <a:pt x="430" y="180"/>
                    </a:cubicBezTo>
                    <a:cubicBezTo>
                      <a:pt x="434" y="168"/>
                      <a:pt x="447" y="166"/>
                      <a:pt x="447" y="166"/>
                    </a:cubicBezTo>
                    <a:cubicBezTo>
                      <a:pt x="447" y="150"/>
                      <a:pt x="447" y="150"/>
                      <a:pt x="447" y="150"/>
                    </a:cubicBezTo>
                    <a:cubicBezTo>
                      <a:pt x="442" y="148"/>
                      <a:pt x="427" y="130"/>
                      <a:pt x="430" y="122"/>
                    </a:cubicBezTo>
                    <a:cubicBezTo>
                      <a:pt x="433" y="114"/>
                      <a:pt x="444" y="105"/>
                      <a:pt x="444" y="105"/>
                    </a:cubicBezTo>
                    <a:cubicBezTo>
                      <a:pt x="444" y="88"/>
                      <a:pt x="444" y="88"/>
                      <a:pt x="444" y="88"/>
                    </a:cubicBezTo>
                    <a:cubicBezTo>
                      <a:pt x="427" y="79"/>
                      <a:pt x="430" y="61"/>
                      <a:pt x="430" y="61"/>
                    </a:cubicBezTo>
                    <a:cubicBezTo>
                      <a:pt x="442" y="56"/>
                      <a:pt x="444" y="43"/>
                      <a:pt x="444" y="43"/>
                    </a:cubicBezTo>
                    <a:cubicBezTo>
                      <a:pt x="444" y="0"/>
                      <a:pt x="444" y="0"/>
                      <a:pt x="444" y="0"/>
                    </a:cubicBezTo>
                    <a:cubicBezTo>
                      <a:pt x="383" y="3"/>
                      <a:pt x="224" y="5"/>
                      <a:pt x="224" y="5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2" name="Freeform 6"/>
              <p:cNvSpPr>
                <a:spLocks/>
              </p:cNvSpPr>
              <p:nvPr/>
            </p:nvSpPr>
            <p:spPr bwMode="auto">
              <a:xfrm>
                <a:off x="3596" y="3285"/>
                <a:ext cx="728" cy="75"/>
              </a:xfrm>
              <a:custGeom>
                <a:avLst/>
                <a:gdLst>
                  <a:gd name="T0" fmla="*/ 0 w 339"/>
                  <a:gd name="T1" fmla="*/ 2 h 35"/>
                  <a:gd name="T2" fmla="*/ 321 w 339"/>
                  <a:gd name="T3" fmla="*/ 0 h 35"/>
                  <a:gd name="T4" fmla="*/ 314 w 339"/>
                  <a:gd name="T5" fmla="*/ 35 h 35"/>
                  <a:gd name="T6" fmla="*/ 7 w 339"/>
                  <a:gd name="T7" fmla="*/ 31 h 35"/>
                  <a:gd name="T8" fmla="*/ 278 w 339"/>
                  <a:gd name="T9" fmla="*/ 17 h 35"/>
                  <a:gd name="T10" fmla="*/ 0 w 339"/>
                  <a:gd name="T11" fmla="*/ 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9" h="35">
                    <a:moveTo>
                      <a:pt x="0" y="2"/>
                    </a:moveTo>
                    <a:cubicBezTo>
                      <a:pt x="0" y="2"/>
                      <a:pt x="238" y="11"/>
                      <a:pt x="321" y="0"/>
                    </a:cubicBezTo>
                    <a:cubicBezTo>
                      <a:pt x="321" y="0"/>
                      <a:pt x="339" y="21"/>
                      <a:pt x="314" y="35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7" y="31"/>
                      <a:pt x="264" y="26"/>
                      <a:pt x="278" y="17"/>
                    </a:cubicBezTo>
                    <a:cubicBezTo>
                      <a:pt x="278" y="17"/>
                      <a:pt x="69" y="4"/>
                      <a:pt x="0" y="2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Freeform 7"/>
              <p:cNvSpPr>
                <a:spLocks/>
              </p:cNvSpPr>
              <p:nvPr/>
            </p:nvSpPr>
            <p:spPr bwMode="auto">
              <a:xfrm>
                <a:off x="3446" y="3399"/>
                <a:ext cx="792" cy="70"/>
              </a:xfrm>
              <a:custGeom>
                <a:avLst/>
                <a:gdLst>
                  <a:gd name="T0" fmla="*/ 0 w 369"/>
                  <a:gd name="T1" fmla="*/ 0 h 33"/>
                  <a:gd name="T2" fmla="*/ 369 w 369"/>
                  <a:gd name="T3" fmla="*/ 0 h 33"/>
                  <a:gd name="T4" fmla="*/ 0 w 369"/>
                  <a:gd name="T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3">
                    <a:moveTo>
                      <a:pt x="0" y="0"/>
                    </a:moveTo>
                    <a:cubicBezTo>
                      <a:pt x="0" y="0"/>
                      <a:pt x="203" y="20"/>
                      <a:pt x="369" y="0"/>
                    </a:cubicBezTo>
                    <a:cubicBezTo>
                      <a:pt x="369" y="0"/>
                      <a:pt x="143" y="33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4" name="Freeform 8"/>
              <p:cNvSpPr>
                <a:spLocks/>
              </p:cNvSpPr>
              <p:nvPr/>
            </p:nvSpPr>
            <p:spPr bwMode="auto">
              <a:xfrm>
                <a:off x="3450" y="3502"/>
                <a:ext cx="793" cy="70"/>
              </a:xfrm>
              <a:custGeom>
                <a:avLst/>
                <a:gdLst>
                  <a:gd name="T0" fmla="*/ 0 w 369"/>
                  <a:gd name="T1" fmla="*/ 0 h 33"/>
                  <a:gd name="T2" fmla="*/ 369 w 369"/>
                  <a:gd name="T3" fmla="*/ 0 h 33"/>
                  <a:gd name="T4" fmla="*/ 0 w 369"/>
                  <a:gd name="T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3">
                    <a:moveTo>
                      <a:pt x="0" y="0"/>
                    </a:moveTo>
                    <a:cubicBezTo>
                      <a:pt x="0" y="0"/>
                      <a:pt x="204" y="20"/>
                      <a:pt x="369" y="0"/>
                    </a:cubicBezTo>
                    <a:cubicBezTo>
                      <a:pt x="369" y="0"/>
                      <a:pt x="144" y="33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Freeform 9"/>
              <p:cNvSpPr>
                <a:spLocks/>
              </p:cNvSpPr>
              <p:nvPr/>
            </p:nvSpPr>
            <p:spPr bwMode="auto">
              <a:xfrm>
                <a:off x="3450" y="3622"/>
                <a:ext cx="793" cy="68"/>
              </a:xfrm>
              <a:custGeom>
                <a:avLst/>
                <a:gdLst>
                  <a:gd name="T0" fmla="*/ 0 w 369"/>
                  <a:gd name="T1" fmla="*/ 0 h 32"/>
                  <a:gd name="T2" fmla="*/ 369 w 369"/>
                  <a:gd name="T3" fmla="*/ 0 h 32"/>
                  <a:gd name="T4" fmla="*/ 0 w 369"/>
                  <a:gd name="T5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2">
                    <a:moveTo>
                      <a:pt x="0" y="0"/>
                    </a:moveTo>
                    <a:cubicBezTo>
                      <a:pt x="0" y="0"/>
                      <a:pt x="204" y="19"/>
                      <a:pt x="369" y="0"/>
                    </a:cubicBezTo>
                    <a:cubicBezTo>
                      <a:pt x="369" y="0"/>
                      <a:pt x="144" y="32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6" name="Freeform 10"/>
              <p:cNvSpPr>
                <a:spLocks/>
              </p:cNvSpPr>
              <p:nvPr/>
            </p:nvSpPr>
            <p:spPr bwMode="auto">
              <a:xfrm>
                <a:off x="3459" y="3725"/>
                <a:ext cx="792" cy="68"/>
              </a:xfrm>
              <a:custGeom>
                <a:avLst/>
                <a:gdLst>
                  <a:gd name="T0" fmla="*/ 0 w 369"/>
                  <a:gd name="T1" fmla="*/ 0 h 32"/>
                  <a:gd name="T2" fmla="*/ 369 w 369"/>
                  <a:gd name="T3" fmla="*/ 0 h 32"/>
                  <a:gd name="T4" fmla="*/ 0 w 369"/>
                  <a:gd name="T5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2">
                    <a:moveTo>
                      <a:pt x="0" y="0"/>
                    </a:moveTo>
                    <a:cubicBezTo>
                      <a:pt x="0" y="0"/>
                      <a:pt x="203" y="19"/>
                      <a:pt x="369" y="0"/>
                    </a:cubicBezTo>
                    <a:cubicBezTo>
                      <a:pt x="369" y="0"/>
                      <a:pt x="144" y="32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7" name="Freeform 11"/>
              <p:cNvSpPr>
                <a:spLocks/>
              </p:cNvSpPr>
              <p:nvPr/>
            </p:nvSpPr>
            <p:spPr bwMode="auto">
              <a:xfrm>
                <a:off x="3457" y="3826"/>
                <a:ext cx="792" cy="68"/>
              </a:xfrm>
              <a:custGeom>
                <a:avLst/>
                <a:gdLst>
                  <a:gd name="T0" fmla="*/ 0 w 369"/>
                  <a:gd name="T1" fmla="*/ 0 h 32"/>
                  <a:gd name="T2" fmla="*/ 369 w 369"/>
                  <a:gd name="T3" fmla="*/ 0 h 32"/>
                  <a:gd name="T4" fmla="*/ 0 w 369"/>
                  <a:gd name="T5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2">
                    <a:moveTo>
                      <a:pt x="0" y="0"/>
                    </a:moveTo>
                    <a:cubicBezTo>
                      <a:pt x="0" y="0"/>
                      <a:pt x="203" y="19"/>
                      <a:pt x="369" y="0"/>
                    </a:cubicBezTo>
                    <a:cubicBezTo>
                      <a:pt x="369" y="0"/>
                      <a:pt x="144" y="32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8" name="Freeform 12"/>
              <p:cNvSpPr>
                <a:spLocks/>
              </p:cNvSpPr>
              <p:nvPr/>
            </p:nvSpPr>
            <p:spPr bwMode="auto">
              <a:xfrm>
                <a:off x="3841" y="3941"/>
                <a:ext cx="275" cy="140"/>
              </a:xfrm>
              <a:custGeom>
                <a:avLst/>
                <a:gdLst>
                  <a:gd name="T0" fmla="*/ 0 w 128"/>
                  <a:gd name="T1" fmla="*/ 0 h 65"/>
                  <a:gd name="T2" fmla="*/ 128 w 128"/>
                  <a:gd name="T3" fmla="*/ 0 h 65"/>
                  <a:gd name="T4" fmla="*/ 71 w 128"/>
                  <a:gd name="T5" fmla="*/ 65 h 65"/>
                  <a:gd name="T6" fmla="*/ 69 w 128"/>
                  <a:gd name="T7" fmla="*/ 18 h 65"/>
                  <a:gd name="T8" fmla="*/ 0 w 128"/>
                  <a:gd name="T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" h="65">
                    <a:moveTo>
                      <a:pt x="0" y="0"/>
                    </a:moveTo>
                    <a:cubicBezTo>
                      <a:pt x="0" y="0"/>
                      <a:pt x="95" y="6"/>
                      <a:pt x="128" y="0"/>
                    </a:cubicBezTo>
                    <a:cubicBezTo>
                      <a:pt x="71" y="65"/>
                      <a:pt x="71" y="65"/>
                      <a:pt x="71" y="65"/>
                    </a:cubicBezTo>
                    <a:cubicBezTo>
                      <a:pt x="71" y="65"/>
                      <a:pt x="94" y="19"/>
                      <a:pt x="69" y="18"/>
                    </a:cubicBezTo>
                    <a:cubicBezTo>
                      <a:pt x="45" y="17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9" name="Freeform 13"/>
              <p:cNvSpPr>
                <a:spLocks/>
              </p:cNvSpPr>
              <p:nvPr/>
            </p:nvSpPr>
            <p:spPr bwMode="auto">
              <a:xfrm>
                <a:off x="3650" y="3422"/>
                <a:ext cx="281" cy="103"/>
              </a:xfrm>
              <a:custGeom>
                <a:avLst/>
                <a:gdLst>
                  <a:gd name="T0" fmla="*/ 65 w 131"/>
                  <a:gd name="T1" fmla="*/ 1 h 48"/>
                  <a:gd name="T2" fmla="*/ 0 w 131"/>
                  <a:gd name="T3" fmla="*/ 1 h 48"/>
                  <a:gd name="T4" fmla="*/ 91 w 131"/>
                  <a:gd name="T5" fmla="*/ 45 h 48"/>
                  <a:gd name="T6" fmla="*/ 131 w 131"/>
                  <a:gd name="T7" fmla="*/ 48 h 48"/>
                  <a:gd name="T8" fmla="*/ 90 w 131"/>
                  <a:gd name="T9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48">
                    <a:moveTo>
                      <a:pt x="65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23" y="34"/>
                      <a:pt x="91" y="45"/>
                    </a:cubicBezTo>
                    <a:cubicBezTo>
                      <a:pt x="83" y="48"/>
                      <a:pt x="131" y="48"/>
                      <a:pt x="131" y="48"/>
                    </a:cubicBezTo>
                    <a:cubicBezTo>
                      <a:pt x="131" y="48"/>
                      <a:pt x="83" y="10"/>
                      <a:pt x="90" y="0"/>
                    </a:cubicBezTo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0" name="Freeform 14"/>
              <p:cNvSpPr>
                <a:spLocks/>
              </p:cNvSpPr>
              <p:nvPr/>
            </p:nvSpPr>
            <p:spPr bwMode="auto">
              <a:xfrm>
                <a:off x="3656" y="3519"/>
                <a:ext cx="282" cy="129"/>
              </a:xfrm>
              <a:custGeom>
                <a:avLst/>
                <a:gdLst>
                  <a:gd name="T0" fmla="*/ 65 w 131"/>
                  <a:gd name="T1" fmla="*/ 2 h 60"/>
                  <a:gd name="T2" fmla="*/ 0 w 131"/>
                  <a:gd name="T3" fmla="*/ 2 h 60"/>
                  <a:gd name="T4" fmla="*/ 91 w 131"/>
                  <a:gd name="T5" fmla="*/ 56 h 60"/>
                  <a:gd name="T6" fmla="*/ 131 w 131"/>
                  <a:gd name="T7" fmla="*/ 60 h 60"/>
                  <a:gd name="T8" fmla="*/ 89 w 131"/>
                  <a:gd name="T9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60">
                    <a:moveTo>
                      <a:pt x="65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123" y="43"/>
                      <a:pt x="91" y="56"/>
                    </a:cubicBezTo>
                    <a:cubicBezTo>
                      <a:pt x="83" y="60"/>
                      <a:pt x="131" y="60"/>
                      <a:pt x="131" y="60"/>
                    </a:cubicBezTo>
                    <a:cubicBezTo>
                      <a:pt x="131" y="60"/>
                      <a:pt x="83" y="13"/>
                      <a:pt x="89" y="0"/>
                    </a:cubicBezTo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1" name="Freeform 15"/>
              <p:cNvSpPr>
                <a:spLocks/>
              </p:cNvSpPr>
              <p:nvPr/>
            </p:nvSpPr>
            <p:spPr bwMode="auto">
              <a:xfrm>
                <a:off x="3759" y="3641"/>
                <a:ext cx="282" cy="109"/>
              </a:xfrm>
              <a:custGeom>
                <a:avLst/>
                <a:gdLst>
                  <a:gd name="T0" fmla="*/ 65 w 131"/>
                  <a:gd name="T1" fmla="*/ 1 h 51"/>
                  <a:gd name="T2" fmla="*/ 0 w 131"/>
                  <a:gd name="T3" fmla="*/ 1 h 51"/>
                  <a:gd name="T4" fmla="*/ 91 w 131"/>
                  <a:gd name="T5" fmla="*/ 48 h 51"/>
                  <a:gd name="T6" fmla="*/ 131 w 131"/>
                  <a:gd name="T7" fmla="*/ 51 h 51"/>
                  <a:gd name="T8" fmla="*/ 89 w 131"/>
                  <a:gd name="T9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51">
                    <a:moveTo>
                      <a:pt x="65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23" y="37"/>
                      <a:pt x="91" y="48"/>
                    </a:cubicBezTo>
                    <a:cubicBezTo>
                      <a:pt x="83" y="51"/>
                      <a:pt x="131" y="51"/>
                      <a:pt x="131" y="51"/>
                    </a:cubicBezTo>
                    <a:cubicBezTo>
                      <a:pt x="131" y="51"/>
                      <a:pt x="83" y="11"/>
                      <a:pt x="89" y="0"/>
                    </a:cubicBezTo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Freeform 16"/>
              <p:cNvSpPr>
                <a:spLocks/>
              </p:cNvSpPr>
              <p:nvPr/>
            </p:nvSpPr>
            <p:spPr bwMode="auto">
              <a:xfrm>
                <a:off x="3588" y="3746"/>
                <a:ext cx="279" cy="110"/>
              </a:xfrm>
              <a:custGeom>
                <a:avLst/>
                <a:gdLst>
                  <a:gd name="T0" fmla="*/ 64 w 130"/>
                  <a:gd name="T1" fmla="*/ 1 h 51"/>
                  <a:gd name="T2" fmla="*/ 0 w 130"/>
                  <a:gd name="T3" fmla="*/ 1 h 51"/>
                  <a:gd name="T4" fmla="*/ 90 w 130"/>
                  <a:gd name="T5" fmla="*/ 48 h 51"/>
                  <a:gd name="T6" fmla="*/ 130 w 130"/>
                  <a:gd name="T7" fmla="*/ 51 h 51"/>
                  <a:gd name="T8" fmla="*/ 89 w 130"/>
                  <a:gd name="T9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0" h="51">
                    <a:moveTo>
                      <a:pt x="64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22" y="37"/>
                      <a:pt x="90" y="48"/>
                    </a:cubicBezTo>
                    <a:cubicBezTo>
                      <a:pt x="83" y="51"/>
                      <a:pt x="130" y="51"/>
                      <a:pt x="130" y="51"/>
                    </a:cubicBezTo>
                    <a:cubicBezTo>
                      <a:pt x="130" y="51"/>
                      <a:pt x="83" y="11"/>
                      <a:pt x="89" y="0"/>
                    </a:cubicBezTo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3" name="Freeform 17"/>
              <p:cNvSpPr>
                <a:spLocks/>
              </p:cNvSpPr>
              <p:nvPr/>
            </p:nvSpPr>
            <p:spPr bwMode="auto">
              <a:xfrm>
                <a:off x="2831" y="355"/>
                <a:ext cx="2073" cy="2894"/>
              </a:xfrm>
              <a:custGeom>
                <a:avLst/>
                <a:gdLst>
                  <a:gd name="T0" fmla="*/ 1178 w 2073"/>
                  <a:gd name="T1" fmla="*/ 2465 h 2894"/>
                  <a:gd name="T2" fmla="*/ 1487 w 2073"/>
                  <a:gd name="T3" fmla="*/ 2894 h 2894"/>
                  <a:gd name="T4" fmla="*/ 1803 w 2073"/>
                  <a:gd name="T5" fmla="*/ 2226 h 2894"/>
                  <a:gd name="T6" fmla="*/ 2073 w 2073"/>
                  <a:gd name="T7" fmla="*/ 1446 h 2894"/>
                  <a:gd name="T8" fmla="*/ 0 w 2073"/>
                  <a:gd name="T9" fmla="*/ 581 h 2894"/>
                  <a:gd name="T10" fmla="*/ 653 w 2073"/>
                  <a:gd name="T11" fmla="*/ 0 h 2894"/>
                  <a:gd name="T12" fmla="*/ 1874 w 2073"/>
                  <a:gd name="T13" fmla="*/ 667 h 2894"/>
                  <a:gd name="T14" fmla="*/ 95 w 2073"/>
                  <a:gd name="T15" fmla="*/ 1731 h 2894"/>
                  <a:gd name="T16" fmla="*/ 1420 w 2073"/>
                  <a:gd name="T17" fmla="*/ 1742 h 2894"/>
                  <a:gd name="T18" fmla="*/ 1803 w 2073"/>
                  <a:gd name="T19" fmla="*/ 2226 h 2894"/>
                  <a:gd name="T20" fmla="*/ 535 w 2073"/>
                  <a:gd name="T21" fmla="*/ 2825 h 2894"/>
                  <a:gd name="T22" fmla="*/ 303 w 2073"/>
                  <a:gd name="T23" fmla="*/ 2437 h 2894"/>
                  <a:gd name="T24" fmla="*/ 230 w 2073"/>
                  <a:gd name="T25" fmla="*/ 2100 h 28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73" h="2894">
                    <a:moveTo>
                      <a:pt x="1178" y="2465"/>
                    </a:moveTo>
                    <a:lnTo>
                      <a:pt x="1487" y="2894"/>
                    </a:lnTo>
                    <a:lnTo>
                      <a:pt x="1803" y="2226"/>
                    </a:lnTo>
                    <a:lnTo>
                      <a:pt x="2073" y="1446"/>
                    </a:lnTo>
                    <a:lnTo>
                      <a:pt x="0" y="581"/>
                    </a:lnTo>
                    <a:lnTo>
                      <a:pt x="653" y="0"/>
                    </a:lnTo>
                    <a:lnTo>
                      <a:pt x="1874" y="667"/>
                    </a:lnTo>
                    <a:lnTo>
                      <a:pt x="95" y="1731"/>
                    </a:lnTo>
                    <a:lnTo>
                      <a:pt x="1420" y="1742"/>
                    </a:lnTo>
                    <a:lnTo>
                      <a:pt x="1803" y="2226"/>
                    </a:lnTo>
                    <a:lnTo>
                      <a:pt x="535" y="2825"/>
                    </a:lnTo>
                    <a:lnTo>
                      <a:pt x="303" y="2437"/>
                    </a:lnTo>
                    <a:lnTo>
                      <a:pt x="230" y="2100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4" name="Freeform 18"/>
              <p:cNvSpPr>
                <a:spLocks/>
              </p:cNvSpPr>
              <p:nvPr/>
            </p:nvSpPr>
            <p:spPr bwMode="auto">
              <a:xfrm>
                <a:off x="3822" y="409"/>
                <a:ext cx="1082" cy="1392"/>
              </a:xfrm>
              <a:custGeom>
                <a:avLst/>
                <a:gdLst>
                  <a:gd name="T0" fmla="*/ 328 w 1082"/>
                  <a:gd name="T1" fmla="*/ 311 h 1392"/>
                  <a:gd name="T2" fmla="*/ 541 w 1082"/>
                  <a:gd name="T3" fmla="*/ 0 h 1392"/>
                  <a:gd name="T4" fmla="*/ 883 w 1082"/>
                  <a:gd name="T5" fmla="*/ 613 h 1392"/>
                  <a:gd name="T6" fmla="*/ 1044 w 1082"/>
                  <a:gd name="T7" fmla="*/ 532 h 1392"/>
                  <a:gd name="T8" fmla="*/ 1082 w 1082"/>
                  <a:gd name="T9" fmla="*/ 1392 h 1392"/>
                  <a:gd name="T10" fmla="*/ 883 w 1082"/>
                  <a:gd name="T11" fmla="*/ 613 h 1392"/>
                  <a:gd name="T12" fmla="*/ 0 w 1082"/>
                  <a:gd name="T13" fmla="*/ 392 h 1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82" h="1392">
                    <a:moveTo>
                      <a:pt x="328" y="311"/>
                    </a:moveTo>
                    <a:lnTo>
                      <a:pt x="541" y="0"/>
                    </a:lnTo>
                    <a:lnTo>
                      <a:pt x="883" y="613"/>
                    </a:lnTo>
                    <a:lnTo>
                      <a:pt x="1044" y="532"/>
                    </a:lnTo>
                    <a:lnTo>
                      <a:pt x="1082" y="1392"/>
                    </a:lnTo>
                    <a:lnTo>
                      <a:pt x="883" y="613"/>
                    </a:lnTo>
                    <a:lnTo>
                      <a:pt x="0" y="392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5" name="Freeform 19"/>
              <p:cNvSpPr>
                <a:spLocks/>
              </p:cNvSpPr>
              <p:nvPr/>
            </p:nvSpPr>
            <p:spPr bwMode="auto">
              <a:xfrm>
                <a:off x="2782" y="666"/>
                <a:ext cx="1259" cy="2154"/>
              </a:xfrm>
              <a:custGeom>
                <a:avLst/>
                <a:gdLst>
                  <a:gd name="T0" fmla="*/ 1023 w 1259"/>
                  <a:gd name="T1" fmla="*/ 684 h 2154"/>
                  <a:gd name="T2" fmla="*/ 1040 w 1259"/>
                  <a:gd name="T3" fmla="*/ 135 h 2154"/>
                  <a:gd name="T4" fmla="*/ 352 w 1259"/>
                  <a:gd name="T5" fmla="*/ 0 h 2154"/>
                  <a:gd name="T6" fmla="*/ 629 w 1259"/>
                  <a:gd name="T7" fmla="*/ 517 h 2154"/>
                  <a:gd name="T8" fmla="*/ 0 w 1259"/>
                  <a:gd name="T9" fmla="*/ 849 h 2154"/>
                  <a:gd name="T10" fmla="*/ 144 w 1259"/>
                  <a:gd name="T11" fmla="*/ 1420 h 2154"/>
                  <a:gd name="T12" fmla="*/ 279 w 1259"/>
                  <a:gd name="T13" fmla="*/ 1789 h 2154"/>
                  <a:gd name="T14" fmla="*/ 883 w 1259"/>
                  <a:gd name="T15" fmla="*/ 1426 h 2154"/>
                  <a:gd name="T16" fmla="*/ 352 w 1259"/>
                  <a:gd name="T17" fmla="*/ 2126 h 2154"/>
                  <a:gd name="T18" fmla="*/ 1259 w 1259"/>
                  <a:gd name="T19" fmla="*/ 2154 h 2154"/>
                  <a:gd name="T20" fmla="*/ 960 w 1259"/>
                  <a:gd name="T21" fmla="*/ 931 h 2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59" h="2154">
                    <a:moveTo>
                      <a:pt x="1023" y="684"/>
                    </a:moveTo>
                    <a:lnTo>
                      <a:pt x="1040" y="135"/>
                    </a:lnTo>
                    <a:lnTo>
                      <a:pt x="352" y="0"/>
                    </a:lnTo>
                    <a:lnTo>
                      <a:pt x="629" y="517"/>
                    </a:lnTo>
                    <a:lnTo>
                      <a:pt x="0" y="849"/>
                    </a:lnTo>
                    <a:lnTo>
                      <a:pt x="144" y="1420"/>
                    </a:lnTo>
                    <a:lnTo>
                      <a:pt x="279" y="1789"/>
                    </a:lnTo>
                    <a:lnTo>
                      <a:pt x="883" y="1426"/>
                    </a:lnTo>
                    <a:lnTo>
                      <a:pt x="352" y="2126"/>
                    </a:lnTo>
                    <a:lnTo>
                      <a:pt x="1259" y="2154"/>
                    </a:lnTo>
                    <a:lnTo>
                      <a:pt x="960" y="931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6" name="Line 20"/>
              <p:cNvSpPr>
                <a:spLocks noChangeShapeType="1"/>
              </p:cNvSpPr>
              <p:nvPr/>
            </p:nvSpPr>
            <p:spPr bwMode="auto">
              <a:xfrm flipH="1">
                <a:off x="2782" y="936"/>
                <a:ext cx="49" cy="579"/>
              </a:xfrm>
              <a:prstGeom prst="line">
                <a:avLst/>
              </a:pr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7" name="Freeform 21"/>
              <p:cNvSpPr>
                <a:spLocks/>
              </p:cNvSpPr>
              <p:nvPr/>
            </p:nvSpPr>
            <p:spPr bwMode="auto">
              <a:xfrm>
                <a:off x="3484" y="276"/>
                <a:ext cx="1382" cy="665"/>
              </a:xfrm>
              <a:custGeom>
                <a:avLst/>
                <a:gdLst>
                  <a:gd name="T0" fmla="*/ 1382 w 1382"/>
                  <a:gd name="T1" fmla="*/ 665 h 665"/>
                  <a:gd name="T2" fmla="*/ 879 w 1382"/>
                  <a:gd name="T3" fmla="*/ 133 h 665"/>
                  <a:gd name="T4" fmla="*/ 430 w 1382"/>
                  <a:gd name="T5" fmla="*/ 0 h 665"/>
                  <a:gd name="T6" fmla="*/ 0 w 1382"/>
                  <a:gd name="T7" fmla="*/ 79 h 6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82" h="665">
                    <a:moveTo>
                      <a:pt x="1382" y="665"/>
                    </a:moveTo>
                    <a:lnTo>
                      <a:pt x="879" y="133"/>
                    </a:lnTo>
                    <a:lnTo>
                      <a:pt x="430" y="0"/>
                    </a:lnTo>
                    <a:lnTo>
                      <a:pt x="0" y="79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8" name="Line 22"/>
              <p:cNvSpPr>
                <a:spLocks noChangeShapeType="1"/>
              </p:cNvSpPr>
              <p:nvPr/>
            </p:nvSpPr>
            <p:spPr bwMode="auto">
              <a:xfrm flipV="1">
                <a:off x="3326" y="1183"/>
                <a:ext cx="85" cy="665"/>
              </a:xfrm>
              <a:prstGeom prst="line">
                <a:avLst/>
              </a:pr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9" name="Freeform 23"/>
              <p:cNvSpPr>
                <a:spLocks/>
              </p:cNvSpPr>
              <p:nvPr/>
            </p:nvSpPr>
            <p:spPr bwMode="auto">
              <a:xfrm>
                <a:off x="4002" y="1443"/>
                <a:ext cx="797" cy="654"/>
              </a:xfrm>
              <a:custGeom>
                <a:avLst/>
                <a:gdLst>
                  <a:gd name="T0" fmla="*/ 797 w 797"/>
                  <a:gd name="T1" fmla="*/ 366 h 654"/>
                  <a:gd name="T2" fmla="*/ 249 w 797"/>
                  <a:gd name="T3" fmla="*/ 654 h 654"/>
                  <a:gd name="T4" fmla="*/ 0 w 797"/>
                  <a:gd name="T5" fmla="*/ 0 h 6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97" h="654">
                    <a:moveTo>
                      <a:pt x="797" y="366"/>
                    </a:moveTo>
                    <a:lnTo>
                      <a:pt x="249" y="654"/>
                    </a:lnTo>
                    <a:lnTo>
                      <a:pt x="0" y="0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0" name="Line 24"/>
              <p:cNvSpPr>
                <a:spLocks noChangeShapeType="1"/>
              </p:cNvSpPr>
              <p:nvPr/>
            </p:nvSpPr>
            <p:spPr bwMode="auto">
              <a:xfrm>
                <a:off x="3457" y="2378"/>
                <a:ext cx="584" cy="442"/>
              </a:xfrm>
              <a:prstGeom prst="line">
                <a:avLst/>
              </a:pr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1" name="Line 25"/>
              <p:cNvSpPr>
                <a:spLocks noChangeShapeType="1"/>
              </p:cNvSpPr>
              <p:nvPr/>
            </p:nvSpPr>
            <p:spPr bwMode="auto">
              <a:xfrm flipH="1">
                <a:off x="4049" y="2311"/>
                <a:ext cx="355" cy="498"/>
              </a:xfrm>
              <a:prstGeom prst="line">
                <a:avLst/>
              </a:pr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2" name="Oval 26"/>
              <p:cNvSpPr>
                <a:spLocks noChangeArrowheads="1"/>
              </p:cNvSpPr>
              <p:nvPr/>
            </p:nvSpPr>
            <p:spPr bwMode="auto">
              <a:xfrm>
                <a:off x="3068" y="2708"/>
                <a:ext cx="159" cy="161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3" name="Oval 27"/>
              <p:cNvSpPr>
                <a:spLocks noChangeArrowheads="1"/>
              </p:cNvSpPr>
              <p:nvPr/>
            </p:nvSpPr>
            <p:spPr bwMode="auto">
              <a:xfrm>
                <a:off x="3946" y="2708"/>
                <a:ext cx="204" cy="202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4" name="Oval 28"/>
              <p:cNvSpPr>
                <a:spLocks noChangeArrowheads="1"/>
              </p:cNvSpPr>
              <p:nvPr/>
            </p:nvSpPr>
            <p:spPr bwMode="auto">
              <a:xfrm>
                <a:off x="4554" y="2513"/>
                <a:ext cx="131" cy="131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5" name="Oval 29"/>
              <p:cNvSpPr>
                <a:spLocks noChangeArrowheads="1"/>
              </p:cNvSpPr>
              <p:nvPr/>
            </p:nvSpPr>
            <p:spPr bwMode="auto">
              <a:xfrm>
                <a:off x="4189" y="2024"/>
                <a:ext cx="127" cy="12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6" name="Oval 30"/>
              <p:cNvSpPr>
                <a:spLocks noChangeArrowheads="1"/>
              </p:cNvSpPr>
              <p:nvPr/>
            </p:nvSpPr>
            <p:spPr bwMode="auto">
              <a:xfrm>
                <a:off x="3822" y="2043"/>
                <a:ext cx="124" cy="127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7" name="Oval 31"/>
              <p:cNvSpPr>
                <a:spLocks noChangeArrowheads="1"/>
              </p:cNvSpPr>
              <p:nvPr/>
            </p:nvSpPr>
            <p:spPr bwMode="auto">
              <a:xfrm>
                <a:off x="3936" y="1352"/>
                <a:ext cx="219" cy="21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8" name="Oval 32"/>
              <p:cNvSpPr>
                <a:spLocks noChangeArrowheads="1"/>
              </p:cNvSpPr>
              <p:nvPr/>
            </p:nvSpPr>
            <p:spPr bwMode="auto">
              <a:xfrm>
                <a:off x="4778" y="1713"/>
                <a:ext cx="178" cy="178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9" name="Oval 33"/>
              <p:cNvSpPr>
                <a:spLocks noChangeArrowheads="1"/>
              </p:cNvSpPr>
              <p:nvPr/>
            </p:nvSpPr>
            <p:spPr bwMode="auto">
              <a:xfrm>
                <a:off x="4601" y="960"/>
                <a:ext cx="140" cy="137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0" name="Oval 34"/>
              <p:cNvSpPr>
                <a:spLocks noChangeArrowheads="1"/>
              </p:cNvSpPr>
              <p:nvPr/>
            </p:nvSpPr>
            <p:spPr bwMode="auto">
              <a:xfrm>
                <a:off x="4299" y="355"/>
                <a:ext cx="105" cy="10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1" name="Oval 35"/>
              <p:cNvSpPr>
                <a:spLocks noChangeArrowheads="1"/>
              </p:cNvSpPr>
              <p:nvPr/>
            </p:nvSpPr>
            <p:spPr bwMode="auto">
              <a:xfrm>
                <a:off x="4103" y="666"/>
                <a:ext cx="112" cy="10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2" name="Oval 36"/>
              <p:cNvSpPr>
                <a:spLocks noChangeArrowheads="1"/>
              </p:cNvSpPr>
              <p:nvPr/>
            </p:nvSpPr>
            <p:spPr bwMode="auto">
              <a:xfrm>
                <a:off x="3431" y="310"/>
                <a:ext cx="139" cy="13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3" name="Oval 37"/>
              <p:cNvSpPr>
                <a:spLocks noChangeArrowheads="1"/>
              </p:cNvSpPr>
              <p:nvPr/>
            </p:nvSpPr>
            <p:spPr bwMode="auto">
              <a:xfrm>
                <a:off x="3852" y="205"/>
                <a:ext cx="150" cy="15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4" name="Oval 38"/>
              <p:cNvSpPr>
                <a:spLocks noChangeArrowheads="1"/>
              </p:cNvSpPr>
              <p:nvPr/>
            </p:nvSpPr>
            <p:spPr bwMode="auto">
              <a:xfrm>
                <a:off x="3742" y="722"/>
                <a:ext cx="142" cy="141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5" name="Oval 39"/>
              <p:cNvSpPr>
                <a:spLocks noChangeArrowheads="1"/>
              </p:cNvSpPr>
              <p:nvPr/>
            </p:nvSpPr>
            <p:spPr bwMode="auto">
              <a:xfrm>
                <a:off x="3326" y="1121"/>
                <a:ext cx="150" cy="15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6" name="Oval 40"/>
              <p:cNvSpPr>
                <a:spLocks noChangeArrowheads="1"/>
              </p:cNvSpPr>
              <p:nvPr/>
            </p:nvSpPr>
            <p:spPr bwMode="auto">
              <a:xfrm>
                <a:off x="3742" y="1299"/>
                <a:ext cx="103" cy="10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7" name="Oval 41"/>
              <p:cNvSpPr>
                <a:spLocks noChangeArrowheads="1"/>
              </p:cNvSpPr>
              <p:nvPr/>
            </p:nvSpPr>
            <p:spPr bwMode="auto">
              <a:xfrm>
                <a:off x="3697" y="1556"/>
                <a:ext cx="97" cy="9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8" name="Oval 42"/>
              <p:cNvSpPr>
                <a:spLocks noChangeArrowheads="1"/>
              </p:cNvSpPr>
              <p:nvPr/>
            </p:nvSpPr>
            <p:spPr bwMode="auto">
              <a:xfrm>
                <a:off x="3596" y="2026"/>
                <a:ext cx="146" cy="148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9" name="Oval 43"/>
              <p:cNvSpPr>
                <a:spLocks noChangeArrowheads="1"/>
              </p:cNvSpPr>
              <p:nvPr/>
            </p:nvSpPr>
            <p:spPr bwMode="auto">
              <a:xfrm>
                <a:off x="2993" y="2408"/>
                <a:ext cx="113" cy="11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0" name="Oval 44"/>
              <p:cNvSpPr>
                <a:spLocks noChangeArrowheads="1"/>
              </p:cNvSpPr>
              <p:nvPr/>
            </p:nvSpPr>
            <p:spPr bwMode="auto">
              <a:xfrm>
                <a:off x="2881" y="2043"/>
                <a:ext cx="112" cy="112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1" name="Oval 45"/>
              <p:cNvSpPr>
                <a:spLocks noChangeArrowheads="1"/>
              </p:cNvSpPr>
              <p:nvPr/>
            </p:nvSpPr>
            <p:spPr bwMode="auto">
              <a:xfrm>
                <a:off x="3291" y="1779"/>
                <a:ext cx="110" cy="11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2" name="Oval 46"/>
              <p:cNvSpPr>
                <a:spLocks noChangeArrowheads="1"/>
              </p:cNvSpPr>
              <p:nvPr/>
            </p:nvSpPr>
            <p:spPr bwMode="auto">
              <a:xfrm>
                <a:off x="2724" y="1432"/>
                <a:ext cx="170" cy="16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3" name="Oval 47"/>
              <p:cNvSpPr>
                <a:spLocks noChangeArrowheads="1"/>
              </p:cNvSpPr>
              <p:nvPr/>
            </p:nvSpPr>
            <p:spPr bwMode="auto">
              <a:xfrm>
                <a:off x="2780" y="878"/>
                <a:ext cx="122" cy="12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4" name="Oval 48"/>
              <p:cNvSpPr>
                <a:spLocks noChangeArrowheads="1"/>
              </p:cNvSpPr>
              <p:nvPr/>
            </p:nvSpPr>
            <p:spPr bwMode="auto">
              <a:xfrm>
                <a:off x="3089" y="617"/>
                <a:ext cx="105" cy="1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5" name="Oval 49"/>
              <p:cNvSpPr>
                <a:spLocks noChangeArrowheads="1"/>
              </p:cNvSpPr>
              <p:nvPr/>
            </p:nvSpPr>
            <p:spPr bwMode="auto">
              <a:xfrm>
                <a:off x="4810" y="881"/>
                <a:ext cx="94" cy="94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6" name="Oval 50"/>
              <p:cNvSpPr>
                <a:spLocks noChangeArrowheads="1"/>
              </p:cNvSpPr>
              <p:nvPr/>
            </p:nvSpPr>
            <p:spPr bwMode="auto">
              <a:xfrm>
                <a:off x="3326" y="3126"/>
                <a:ext cx="85" cy="8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7" name="Oval 51"/>
              <p:cNvSpPr>
                <a:spLocks noChangeArrowheads="1"/>
              </p:cNvSpPr>
              <p:nvPr/>
            </p:nvSpPr>
            <p:spPr bwMode="auto">
              <a:xfrm>
                <a:off x="4266" y="3178"/>
                <a:ext cx="95" cy="94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cxnSp>
          <p:nvCxnSpPr>
            <p:cNvPr id="40" name="直接连接符 39"/>
            <p:cNvCxnSpPr/>
            <p:nvPr/>
          </p:nvCxnSpPr>
          <p:spPr>
            <a:xfrm flipH="1">
              <a:off x="5966629" y="1288052"/>
              <a:ext cx="299176" cy="61263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H="1">
              <a:off x="5900667" y="1011655"/>
              <a:ext cx="319741" cy="5234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 flipV="1">
              <a:off x="5900667" y="699121"/>
              <a:ext cx="285441" cy="5654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H="1" flipV="1">
              <a:off x="6016363" y="301520"/>
              <a:ext cx="245611" cy="136373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 flipV="1">
              <a:off x="6321043" y="-74620"/>
              <a:ext cx="130337" cy="202553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 flipV="1">
              <a:off x="6867211" y="-231575"/>
              <a:ext cx="1" cy="185652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7280432" y="-39202"/>
              <a:ext cx="170861" cy="184338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7538294" y="263188"/>
              <a:ext cx="240414" cy="158327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H="1">
              <a:off x="7640278" y="672160"/>
              <a:ext cx="304679" cy="83501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H="1">
              <a:off x="7612855" y="1014272"/>
              <a:ext cx="332102" cy="1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H="1" flipV="1">
              <a:off x="7506513" y="1267650"/>
              <a:ext cx="219368" cy="80768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8" name="文本框 11"/>
          <p:cNvSpPr txBox="1"/>
          <p:nvPr/>
        </p:nvSpPr>
        <p:spPr>
          <a:xfrm>
            <a:off x="1037691" y="2098394"/>
            <a:ext cx="7387118" cy="56169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altLang="zh-CN" sz="3200" dirty="0"/>
              <a:t>The challenges at Tier </a:t>
            </a:r>
            <a:r>
              <a:rPr lang="en-US" altLang="zh-CN" sz="3200" dirty="0" smtClean="0"/>
              <a:t>I</a:t>
            </a:r>
            <a:endParaRPr lang="zh-CN" altLang="en-US" sz="3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99" name="组合 98"/>
          <p:cNvGrpSpPr/>
          <p:nvPr/>
        </p:nvGrpSpPr>
        <p:grpSpPr>
          <a:xfrm>
            <a:off x="3843502" y="2700763"/>
            <a:ext cx="1456997" cy="84874"/>
            <a:chOff x="3843502" y="2700763"/>
            <a:chExt cx="1456997" cy="84874"/>
          </a:xfrm>
        </p:grpSpPr>
        <p:cxnSp>
          <p:nvCxnSpPr>
            <p:cNvPr id="100" name="直接连接符 99"/>
            <p:cNvCxnSpPr/>
            <p:nvPr/>
          </p:nvCxnSpPr>
          <p:spPr>
            <a:xfrm>
              <a:off x="3843502" y="2743200"/>
              <a:ext cx="1456997" cy="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椭圆 100"/>
            <p:cNvSpPr/>
            <p:nvPr/>
          </p:nvSpPr>
          <p:spPr>
            <a:xfrm>
              <a:off x="4529563" y="2700763"/>
              <a:ext cx="84874" cy="84874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170289" y="3462391"/>
            <a:ext cx="539149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zh-CN"/>
              <a:t>From inside out with considerations on data accessing and computing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14:flip dir="r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 tmFilter="0,0; .5, 1; 1, 1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9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1"/>
          <p:cNvSpPr/>
          <p:nvPr/>
        </p:nvSpPr>
        <p:spPr>
          <a:xfrm>
            <a:off x="839684" y="1828888"/>
            <a:ext cx="7692756" cy="2400689"/>
          </a:xfrm>
          <a:prstGeom prst="rect">
            <a:avLst/>
          </a:prstGeom>
          <a:noFill/>
          <a:ln w="9525">
            <a:solidFill>
              <a:schemeClr val="tx1">
                <a:lumMod val="75000"/>
                <a:lumOff val="25000"/>
              </a:schemeClr>
            </a:solidFill>
            <a:miter/>
          </a:ln>
        </p:spPr>
        <p:txBody>
          <a:bodyPr lIns="68580" tIns="34290" rIns="68580" bIns="34290" anchor="ctr"/>
          <a:lstStyle/>
          <a:p>
            <a:pPr lvl="0" algn="ctr" eaLnBrk="1" hangingPunct="1"/>
            <a:endParaRPr lang="en-US" altLang="zh-CN" sz="1000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142643" y="1220718"/>
            <a:ext cx="1202531" cy="1202531"/>
            <a:chOff x="4420032" y="1854736"/>
            <a:chExt cx="1603375" cy="1603375"/>
          </a:xfrm>
        </p:grpSpPr>
        <p:sp>
          <p:nvSpPr>
            <p:cNvPr id="20486" name="Rectangle 5"/>
            <p:cNvSpPr/>
            <p:nvPr/>
          </p:nvSpPr>
          <p:spPr>
            <a:xfrm>
              <a:off x="4420032" y="1854736"/>
              <a:ext cx="1603375" cy="1603375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miter/>
            </a:ln>
          </p:spPr>
          <p:txBody>
            <a:bodyPr anchor="ctr"/>
            <a:lstStyle/>
            <a:p>
              <a:pPr lvl="0" algn="ctr" eaLnBrk="1" hangingPunct="1"/>
              <a:endParaRPr lang="en-US" altLang="zh-CN" sz="1000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20489" name="Freeform 132"/>
            <p:cNvSpPr>
              <a:spLocks noEditPoints="1"/>
            </p:cNvSpPr>
            <p:nvPr/>
          </p:nvSpPr>
          <p:spPr>
            <a:xfrm>
              <a:off x="4971860" y="2268369"/>
              <a:ext cx="497814" cy="691654"/>
            </a:xfrm>
            <a:custGeom>
              <a:avLst/>
              <a:gdLst/>
              <a:ahLst/>
              <a:cxnLst>
                <a:cxn ang="0">
                  <a:pos x="69148" y="0"/>
                </a:cxn>
                <a:cxn ang="0">
                  <a:pos x="69148" y="0"/>
                </a:cxn>
                <a:cxn ang="0">
                  <a:pos x="69148" y="48617"/>
                </a:cxn>
                <a:cxn ang="0">
                  <a:pos x="69148" y="70611"/>
                </a:cxn>
                <a:cxn ang="0">
                  <a:pos x="47251" y="70611"/>
                </a:cxn>
                <a:cxn ang="0">
                  <a:pos x="0" y="70611"/>
                </a:cxn>
                <a:cxn ang="0">
                  <a:pos x="0" y="333375"/>
                </a:cxn>
                <a:cxn ang="0">
                  <a:pos x="239712" y="333375"/>
                </a:cxn>
                <a:cxn ang="0">
                  <a:pos x="239712" y="0"/>
                </a:cxn>
                <a:cxn ang="0">
                  <a:pos x="69148" y="0"/>
                </a:cxn>
                <a:cxn ang="0">
                  <a:pos x="187851" y="193311"/>
                </a:cxn>
                <a:cxn ang="0">
                  <a:pos x="154430" y="193311"/>
                </a:cxn>
                <a:cxn ang="0">
                  <a:pos x="140600" y="193311"/>
                </a:cxn>
                <a:cxn ang="0">
                  <a:pos x="140600" y="266237"/>
                </a:cxn>
                <a:cxn ang="0">
                  <a:pos x="127923" y="278970"/>
                </a:cxn>
                <a:cxn ang="0">
                  <a:pos x="111789" y="278970"/>
                </a:cxn>
                <a:cxn ang="0">
                  <a:pos x="99112" y="266237"/>
                </a:cxn>
                <a:cxn ang="0">
                  <a:pos x="99112" y="193311"/>
                </a:cxn>
                <a:cxn ang="0">
                  <a:pos x="85282" y="193311"/>
                </a:cxn>
                <a:cxn ang="0">
                  <a:pos x="51861" y="193311"/>
                </a:cxn>
                <a:cxn ang="0">
                  <a:pos x="46098" y="182893"/>
                </a:cxn>
                <a:cxn ang="0">
                  <a:pos x="111789" y="105337"/>
                </a:cxn>
                <a:cxn ang="0">
                  <a:pos x="127923" y="105337"/>
                </a:cxn>
                <a:cxn ang="0">
                  <a:pos x="192461" y="182893"/>
                </a:cxn>
                <a:cxn ang="0">
                  <a:pos x="187851" y="193311"/>
                </a:cxn>
              </a:cxnLst>
              <a:rect l="0" t="0" r="0" b="0"/>
              <a:pathLst>
                <a:path w="208" h="288">
                  <a:moveTo>
                    <a:pt x="60" y="0"/>
                  </a:moveTo>
                  <a:cubicBezTo>
                    <a:pt x="60" y="0"/>
                    <a:pt x="60" y="0"/>
                    <a:pt x="60" y="0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61"/>
                    <a:pt x="60" y="61"/>
                    <a:pt x="60" y="61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288"/>
                    <a:pt x="0" y="288"/>
                    <a:pt x="0" y="288"/>
                  </a:cubicBezTo>
                  <a:cubicBezTo>
                    <a:pt x="208" y="288"/>
                    <a:pt x="208" y="288"/>
                    <a:pt x="208" y="288"/>
                  </a:cubicBezTo>
                  <a:cubicBezTo>
                    <a:pt x="208" y="0"/>
                    <a:pt x="208" y="0"/>
                    <a:pt x="208" y="0"/>
                  </a:cubicBezTo>
                  <a:lnTo>
                    <a:pt x="60" y="0"/>
                  </a:lnTo>
                  <a:close/>
                  <a:moveTo>
                    <a:pt x="163" y="167"/>
                  </a:moveTo>
                  <a:cubicBezTo>
                    <a:pt x="134" y="167"/>
                    <a:pt x="134" y="167"/>
                    <a:pt x="134" y="167"/>
                  </a:cubicBezTo>
                  <a:cubicBezTo>
                    <a:pt x="131" y="167"/>
                    <a:pt x="126" y="167"/>
                    <a:pt x="122" y="167"/>
                  </a:cubicBezTo>
                  <a:cubicBezTo>
                    <a:pt x="122" y="230"/>
                    <a:pt x="122" y="230"/>
                    <a:pt x="122" y="230"/>
                  </a:cubicBezTo>
                  <a:cubicBezTo>
                    <a:pt x="122" y="236"/>
                    <a:pt x="117" y="241"/>
                    <a:pt x="111" y="241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1" y="241"/>
                    <a:pt x="86" y="236"/>
                    <a:pt x="86" y="230"/>
                  </a:cubicBezTo>
                  <a:cubicBezTo>
                    <a:pt x="86" y="167"/>
                    <a:pt x="86" y="167"/>
                    <a:pt x="86" y="167"/>
                  </a:cubicBezTo>
                  <a:cubicBezTo>
                    <a:pt x="81" y="167"/>
                    <a:pt x="77" y="167"/>
                    <a:pt x="74" y="167"/>
                  </a:cubicBezTo>
                  <a:cubicBezTo>
                    <a:pt x="45" y="167"/>
                    <a:pt x="45" y="167"/>
                    <a:pt x="45" y="167"/>
                  </a:cubicBezTo>
                  <a:cubicBezTo>
                    <a:pt x="38" y="167"/>
                    <a:pt x="36" y="163"/>
                    <a:pt x="40" y="158"/>
                  </a:cubicBezTo>
                  <a:cubicBezTo>
                    <a:pt x="97" y="91"/>
                    <a:pt x="97" y="91"/>
                    <a:pt x="97" y="91"/>
                  </a:cubicBezTo>
                  <a:cubicBezTo>
                    <a:pt x="101" y="86"/>
                    <a:pt x="107" y="86"/>
                    <a:pt x="111" y="91"/>
                  </a:cubicBezTo>
                  <a:cubicBezTo>
                    <a:pt x="167" y="158"/>
                    <a:pt x="167" y="158"/>
                    <a:pt x="167" y="158"/>
                  </a:cubicBezTo>
                  <a:cubicBezTo>
                    <a:pt x="172" y="163"/>
                    <a:pt x="170" y="167"/>
                    <a:pt x="163" y="167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396264" y="1220718"/>
            <a:ext cx="1202531" cy="1202531"/>
            <a:chOff x="2361414" y="1854736"/>
            <a:chExt cx="1603375" cy="1603375"/>
          </a:xfrm>
        </p:grpSpPr>
        <p:sp>
          <p:nvSpPr>
            <p:cNvPr id="20485" name="Rectangle 3"/>
            <p:cNvSpPr/>
            <p:nvPr/>
          </p:nvSpPr>
          <p:spPr>
            <a:xfrm>
              <a:off x="2361414" y="1854736"/>
              <a:ext cx="1603375" cy="1603375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miter/>
            </a:ln>
          </p:spPr>
          <p:txBody>
            <a:bodyPr anchor="ctr"/>
            <a:lstStyle/>
            <a:p>
              <a:pPr lvl="0" algn="ctr" eaLnBrk="1" hangingPunct="1"/>
              <a:endParaRPr lang="en-US" altLang="zh-CN" sz="1000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20490" name="Freeform 220"/>
            <p:cNvSpPr/>
            <p:nvPr/>
          </p:nvSpPr>
          <p:spPr>
            <a:xfrm>
              <a:off x="2770383" y="2305455"/>
              <a:ext cx="796514" cy="594622"/>
            </a:xfrm>
            <a:custGeom>
              <a:avLst/>
              <a:gdLst/>
              <a:ahLst/>
              <a:cxnLst>
                <a:cxn ang="0">
                  <a:pos x="384421" y="282893"/>
                </a:cxn>
                <a:cxn ang="0">
                  <a:pos x="384421" y="0"/>
                </a:cxn>
                <a:cxn ang="0">
                  <a:pos x="299800" y="0"/>
                </a:cxn>
                <a:cxn ang="0">
                  <a:pos x="299800" y="282893"/>
                </a:cxn>
                <a:cxn ang="0">
                  <a:pos x="251445" y="282893"/>
                </a:cxn>
                <a:cxn ang="0">
                  <a:pos x="251445" y="174088"/>
                </a:cxn>
                <a:cxn ang="0">
                  <a:pos x="166824" y="174088"/>
                </a:cxn>
                <a:cxn ang="0">
                  <a:pos x="166824" y="282893"/>
                </a:cxn>
                <a:cxn ang="0">
                  <a:pos x="120887" y="282893"/>
                </a:cxn>
                <a:cxn ang="0">
                  <a:pos x="120887" y="77372"/>
                </a:cxn>
                <a:cxn ang="0">
                  <a:pos x="36266" y="77372"/>
                </a:cxn>
                <a:cxn ang="0">
                  <a:pos x="36266" y="282893"/>
                </a:cxn>
                <a:cxn ang="0">
                  <a:pos x="0" y="282893"/>
                </a:cxn>
                <a:cxn ang="0">
                  <a:pos x="0" y="314325"/>
                </a:cxn>
                <a:cxn ang="0">
                  <a:pos x="420687" y="314325"/>
                </a:cxn>
                <a:cxn ang="0">
                  <a:pos x="420687" y="282893"/>
                </a:cxn>
                <a:cxn ang="0">
                  <a:pos x="384421" y="282893"/>
                </a:cxn>
              </a:cxnLst>
              <a:rect l="0" t="0" r="0" b="0"/>
              <a:pathLst>
                <a:path w="174" h="130">
                  <a:moveTo>
                    <a:pt x="159" y="117"/>
                  </a:moveTo>
                  <a:lnTo>
                    <a:pt x="159" y="0"/>
                  </a:lnTo>
                  <a:lnTo>
                    <a:pt x="124" y="0"/>
                  </a:lnTo>
                  <a:lnTo>
                    <a:pt x="124" y="117"/>
                  </a:lnTo>
                  <a:lnTo>
                    <a:pt x="104" y="117"/>
                  </a:lnTo>
                  <a:lnTo>
                    <a:pt x="104" y="72"/>
                  </a:lnTo>
                  <a:lnTo>
                    <a:pt x="69" y="72"/>
                  </a:lnTo>
                  <a:lnTo>
                    <a:pt x="69" y="117"/>
                  </a:lnTo>
                  <a:lnTo>
                    <a:pt x="50" y="117"/>
                  </a:lnTo>
                  <a:lnTo>
                    <a:pt x="50" y="32"/>
                  </a:lnTo>
                  <a:lnTo>
                    <a:pt x="15" y="32"/>
                  </a:lnTo>
                  <a:lnTo>
                    <a:pt x="15" y="117"/>
                  </a:lnTo>
                  <a:lnTo>
                    <a:pt x="0" y="117"/>
                  </a:lnTo>
                  <a:lnTo>
                    <a:pt x="0" y="130"/>
                  </a:lnTo>
                  <a:lnTo>
                    <a:pt x="174" y="130"/>
                  </a:lnTo>
                  <a:lnTo>
                    <a:pt x="174" y="117"/>
                  </a:lnTo>
                  <a:lnTo>
                    <a:pt x="159" y="117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6594225" y="1222146"/>
            <a:ext cx="1181100" cy="1202531"/>
            <a:chOff x="8565208" y="1856641"/>
            <a:chExt cx="1574800" cy="1603375"/>
          </a:xfrm>
        </p:grpSpPr>
        <p:sp>
          <p:nvSpPr>
            <p:cNvPr id="20488" name="Rectangle 7"/>
            <p:cNvSpPr/>
            <p:nvPr/>
          </p:nvSpPr>
          <p:spPr>
            <a:xfrm>
              <a:off x="8565208" y="1856641"/>
              <a:ext cx="1574800" cy="1603375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miter/>
            </a:ln>
          </p:spPr>
          <p:txBody>
            <a:bodyPr anchor="ctr"/>
            <a:lstStyle/>
            <a:p>
              <a:pPr lvl="0" algn="ctr" eaLnBrk="1" hangingPunct="1"/>
              <a:endParaRPr lang="en-US" altLang="zh-CN" sz="1000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20492" name="Freeform 289"/>
            <p:cNvSpPr>
              <a:spLocks noEditPoints="1"/>
            </p:cNvSpPr>
            <p:nvPr/>
          </p:nvSpPr>
          <p:spPr>
            <a:xfrm>
              <a:off x="9100279" y="2382692"/>
              <a:ext cx="557770" cy="565878"/>
            </a:xfrm>
            <a:custGeom>
              <a:avLst/>
              <a:gdLst/>
              <a:ahLst/>
              <a:cxnLst>
                <a:cxn ang="0">
                  <a:pos x="244146" y="20836"/>
                </a:cxn>
                <a:cxn ang="0">
                  <a:pos x="163149" y="0"/>
                </a:cxn>
                <a:cxn ang="0">
                  <a:pos x="0" y="0"/>
                </a:cxn>
                <a:cxn ang="0">
                  <a:pos x="0" y="77556"/>
                </a:cxn>
                <a:cxn ang="0">
                  <a:pos x="161992" y="77556"/>
                </a:cxn>
                <a:cxn ang="0">
                  <a:pos x="208276" y="90289"/>
                </a:cxn>
                <a:cxn ang="0">
                  <a:pos x="251088" y="167845"/>
                </a:cxn>
                <a:cxn ang="0">
                  <a:pos x="210590" y="243086"/>
                </a:cxn>
                <a:cxn ang="0">
                  <a:pos x="161992" y="255819"/>
                </a:cxn>
                <a:cxn ang="0">
                  <a:pos x="0" y="255819"/>
                </a:cxn>
                <a:cxn ang="0">
                  <a:pos x="0" y="333375"/>
                </a:cxn>
                <a:cxn ang="0">
                  <a:pos x="161992" y="333375"/>
                </a:cxn>
                <a:cxn ang="0">
                  <a:pos x="242988" y="313697"/>
                </a:cxn>
                <a:cxn ang="0">
                  <a:pos x="328613" y="167845"/>
                </a:cxn>
                <a:cxn ang="0">
                  <a:pos x="244146" y="20836"/>
                </a:cxn>
                <a:cxn ang="0">
                  <a:pos x="60169" y="57878"/>
                </a:cxn>
                <a:cxn ang="0">
                  <a:pos x="21985" y="57878"/>
                </a:cxn>
                <a:cxn ang="0">
                  <a:pos x="21985" y="19678"/>
                </a:cxn>
                <a:cxn ang="0">
                  <a:pos x="60169" y="19678"/>
                </a:cxn>
                <a:cxn ang="0">
                  <a:pos x="60169" y="57878"/>
                </a:cxn>
                <a:cxn ang="0">
                  <a:pos x="60169" y="314854"/>
                </a:cxn>
                <a:cxn ang="0">
                  <a:pos x="21985" y="314854"/>
                </a:cxn>
                <a:cxn ang="0">
                  <a:pos x="21985" y="275497"/>
                </a:cxn>
                <a:cxn ang="0">
                  <a:pos x="60169" y="275497"/>
                </a:cxn>
                <a:cxn ang="0">
                  <a:pos x="60169" y="314854"/>
                </a:cxn>
              </a:cxnLst>
              <a:rect l="0" t="0" r="0" b="0"/>
              <a:pathLst>
                <a:path w="284" h="288">
                  <a:moveTo>
                    <a:pt x="211" y="18"/>
                  </a:moveTo>
                  <a:cubicBezTo>
                    <a:pt x="177" y="1"/>
                    <a:pt x="144" y="0"/>
                    <a:pt x="14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140" y="67"/>
                    <a:pt x="140" y="67"/>
                    <a:pt x="140" y="67"/>
                  </a:cubicBezTo>
                  <a:cubicBezTo>
                    <a:pt x="141" y="67"/>
                    <a:pt x="161" y="68"/>
                    <a:pt x="180" y="78"/>
                  </a:cubicBezTo>
                  <a:cubicBezTo>
                    <a:pt x="205" y="91"/>
                    <a:pt x="217" y="112"/>
                    <a:pt x="217" y="145"/>
                  </a:cubicBezTo>
                  <a:cubicBezTo>
                    <a:pt x="217" y="177"/>
                    <a:pt x="206" y="198"/>
                    <a:pt x="182" y="210"/>
                  </a:cubicBezTo>
                  <a:cubicBezTo>
                    <a:pt x="162" y="221"/>
                    <a:pt x="140" y="221"/>
                    <a:pt x="140" y="221"/>
                  </a:cubicBezTo>
                  <a:cubicBezTo>
                    <a:pt x="0" y="221"/>
                    <a:pt x="0" y="221"/>
                    <a:pt x="0" y="221"/>
                  </a:cubicBezTo>
                  <a:cubicBezTo>
                    <a:pt x="0" y="288"/>
                    <a:pt x="0" y="288"/>
                    <a:pt x="0" y="288"/>
                  </a:cubicBezTo>
                  <a:cubicBezTo>
                    <a:pt x="140" y="288"/>
                    <a:pt x="140" y="288"/>
                    <a:pt x="140" y="288"/>
                  </a:cubicBezTo>
                  <a:cubicBezTo>
                    <a:pt x="144" y="288"/>
                    <a:pt x="177" y="288"/>
                    <a:pt x="210" y="271"/>
                  </a:cubicBezTo>
                  <a:cubicBezTo>
                    <a:pt x="258" y="247"/>
                    <a:pt x="284" y="203"/>
                    <a:pt x="284" y="145"/>
                  </a:cubicBezTo>
                  <a:cubicBezTo>
                    <a:pt x="284" y="87"/>
                    <a:pt x="258" y="42"/>
                    <a:pt x="211" y="18"/>
                  </a:cubicBezTo>
                  <a:close/>
                  <a:moveTo>
                    <a:pt x="52" y="50"/>
                  </a:moveTo>
                  <a:cubicBezTo>
                    <a:pt x="19" y="50"/>
                    <a:pt x="19" y="50"/>
                    <a:pt x="19" y="50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52" y="17"/>
                    <a:pt x="52" y="17"/>
                    <a:pt x="52" y="17"/>
                  </a:cubicBezTo>
                  <a:lnTo>
                    <a:pt x="52" y="50"/>
                  </a:lnTo>
                  <a:close/>
                  <a:moveTo>
                    <a:pt x="52" y="272"/>
                  </a:moveTo>
                  <a:cubicBezTo>
                    <a:pt x="19" y="272"/>
                    <a:pt x="19" y="272"/>
                    <a:pt x="19" y="272"/>
                  </a:cubicBezTo>
                  <a:cubicBezTo>
                    <a:pt x="19" y="238"/>
                    <a:pt x="19" y="238"/>
                    <a:pt x="19" y="238"/>
                  </a:cubicBezTo>
                  <a:cubicBezTo>
                    <a:pt x="52" y="238"/>
                    <a:pt x="52" y="238"/>
                    <a:pt x="52" y="238"/>
                  </a:cubicBezTo>
                  <a:lnTo>
                    <a:pt x="52" y="27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0493" name="TextBox 13"/>
          <p:cNvSpPr txBox="1"/>
          <p:nvPr/>
        </p:nvSpPr>
        <p:spPr>
          <a:xfrm>
            <a:off x="1282190" y="2531442"/>
            <a:ext cx="1401112" cy="473976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 lIns="0" tIns="0" rIns="0" bIns="0">
            <a:spAutoFit/>
          </a:bodyPr>
          <a:lstStyle/>
          <a:p>
            <a:pPr algn="ctr" defTabSz="683419">
              <a:spcBef>
                <a:spcPct val="20000"/>
              </a:spcBef>
            </a:pPr>
            <a:r>
              <a:rPr lang="en-US" altLang="zh-CN" dirty="0" smtClean="0"/>
              <a:t>Data accessing</a:t>
            </a:r>
            <a:endParaRPr lang="zh-CN" altLang="en-US" dirty="0" smtClean="0"/>
          </a:p>
          <a:p>
            <a:pPr algn="ctr" defTabSz="683419">
              <a:spcBef>
                <a:spcPct val="20000"/>
              </a:spcBef>
            </a:pPr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数据访问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0495" name="TextBox 13"/>
          <p:cNvSpPr txBox="1"/>
          <p:nvPr/>
        </p:nvSpPr>
        <p:spPr>
          <a:xfrm>
            <a:off x="2926080" y="2531442"/>
            <a:ext cx="1582309" cy="68942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 lIns="0" tIns="0" rIns="0" bIns="0">
            <a:spAutoFit/>
          </a:bodyPr>
          <a:lstStyle/>
          <a:p>
            <a:pPr algn="ctr" defTabSz="683419">
              <a:spcBef>
                <a:spcPct val="20000"/>
              </a:spcBef>
            </a:pPr>
            <a:r>
              <a:rPr lang="en-US" altLang="zh-CN" dirty="0" smtClean="0"/>
              <a:t>Actual </a:t>
            </a:r>
            <a:r>
              <a:rPr lang="en-US" altLang="zh-CN" dirty="0"/>
              <a:t>computing </a:t>
            </a:r>
            <a:r>
              <a:rPr lang="en-US" altLang="zh-CN" dirty="0" smtClean="0"/>
              <a:t>procedures</a:t>
            </a:r>
            <a:endParaRPr lang="zh-CN" altLang="en-US" dirty="0" smtClean="0"/>
          </a:p>
          <a:p>
            <a:pPr algn="ctr" defTabSz="683419">
              <a:spcBef>
                <a:spcPct val="20000"/>
              </a:spcBef>
            </a:pPr>
            <a:r>
              <a:rPr lang="zh-CN" altLang="en-US" dirty="0"/>
              <a:t>实际计算程序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0498" name="TextBox 13"/>
          <p:cNvSpPr txBox="1"/>
          <p:nvPr/>
        </p:nvSpPr>
        <p:spPr>
          <a:xfrm>
            <a:off x="4736139" y="2531442"/>
            <a:ext cx="1527245" cy="961802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500"/>
              </a:lnSpc>
            </a:pPr>
            <a:r>
              <a:rPr lang="zh-CN" altLang="en-US" sz="1000" dirty="0"/>
              <a:t>大数据通常存储在不同的位置，数据量可能会不断增长，因此有效的计算平台必须考虑分布式大规模数据存储以进行计算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0500" name="TextBox 13"/>
          <p:cNvSpPr txBox="1"/>
          <p:nvPr/>
        </p:nvSpPr>
        <p:spPr>
          <a:xfrm>
            <a:off x="6263384" y="2531442"/>
            <a:ext cx="2269056" cy="1154162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500"/>
              </a:lnSpc>
            </a:pPr>
            <a:r>
              <a:rPr lang="zh-CN" altLang="en-US" sz="1000" dirty="0"/>
              <a:t>当典型的数据挖掘算法需要将所有数据加载到主内存中，这对于大数据而言恰恰变成一个明显的技术障碍，因为，即使我们确实有一个超大的主存储器来存放所有的计算数据，在不同位置移动数据的成本依然</a:t>
            </a:r>
            <a:r>
              <a:rPr lang="zh-CN" altLang="en-US" sz="1000"/>
              <a:t>很</a:t>
            </a:r>
            <a:r>
              <a:rPr lang="zh-CN" altLang="en-US" sz="1000" smtClean="0"/>
              <a:t>高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15"/>
          <p:cNvSpPr txBox="1"/>
          <p:nvPr/>
        </p:nvSpPr>
        <p:spPr>
          <a:xfrm>
            <a:off x="709386" y="309785"/>
            <a:ext cx="6128736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lvl="0"/>
            <a:r>
              <a:rPr lang="en-US" altLang="zh-CN" sz="1800" dirty="0"/>
              <a:t>The challenges at Tier I</a:t>
            </a:r>
            <a:r>
              <a:rPr lang="en-US" altLang="zh-CN" sz="1800"/>
              <a:t> </a:t>
            </a:r>
            <a:endParaRPr lang="zh-CN" altLang="en-US" sz="17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856202" y="1222146"/>
            <a:ext cx="1201103" cy="1202531"/>
            <a:chOff x="4856202" y="1222146"/>
            <a:chExt cx="1201103" cy="1202531"/>
          </a:xfrm>
        </p:grpSpPr>
        <p:sp>
          <p:nvSpPr>
            <p:cNvPr id="20487" name="Rectangle 6"/>
            <p:cNvSpPr/>
            <p:nvPr/>
          </p:nvSpPr>
          <p:spPr>
            <a:xfrm>
              <a:off x="4856202" y="1222146"/>
              <a:ext cx="1201103" cy="1202531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miter/>
            </a:ln>
          </p:spPr>
          <p:txBody>
            <a:bodyPr anchor="ctr"/>
            <a:lstStyle/>
            <a:p>
              <a:pPr lvl="0" algn="ctr" eaLnBrk="1" hangingPunct="1"/>
              <a:endParaRPr lang="en-US" altLang="zh-CN" sz="1000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25" name="KSO_Shape"/>
            <p:cNvSpPr>
              <a:spLocks/>
            </p:cNvSpPr>
            <p:nvPr/>
          </p:nvSpPr>
          <p:spPr bwMode="auto">
            <a:xfrm>
              <a:off x="5275038" y="1500840"/>
              <a:ext cx="363431" cy="645143"/>
            </a:xfrm>
            <a:custGeom>
              <a:avLst/>
              <a:gdLst>
                <a:gd name="T0" fmla="*/ 2147483646 w 3056"/>
                <a:gd name="T1" fmla="*/ 2147483646 h 5429"/>
                <a:gd name="T2" fmla="*/ 2147483646 w 3056"/>
                <a:gd name="T3" fmla="*/ 2147483646 h 5429"/>
                <a:gd name="T4" fmla="*/ 2147483646 w 3056"/>
                <a:gd name="T5" fmla="*/ 388832290 h 5429"/>
                <a:gd name="T6" fmla="*/ 2147483646 w 3056"/>
                <a:gd name="T7" fmla="*/ 345615213 h 5429"/>
                <a:gd name="T8" fmla="*/ 2147483646 w 3056"/>
                <a:gd name="T9" fmla="*/ 2147483646 h 5429"/>
                <a:gd name="T10" fmla="*/ 2147483646 w 3056"/>
                <a:gd name="T11" fmla="*/ 2147483646 h 5429"/>
                <a:gd name="T12" fmla="*/ 2147483646 w 3056"/>
                <a:gd name="T13" fmla="*/ 2147483646 h 5429"/>
                <a:gd name="T14" fmla="*/ 2147483646 w 3056"/>
                <a:gd name="T15" fmla="*/ 2147483646 h 5429"/>
                <a:gd name="T16" fmla="*/ 2147483646 w 3056"/>
                <a:gd name="T17" fmla="*/ 2147483646 h 5429"/>
                <a:gd name="T18" fmla="*/ 2147483646 w 3056"/>
                <a:gd name="T19" fmla="*/ 2147483646 h 5429"/>
                <a:gd name="T20" fmla="*/ 475747481 w 3056"/>
                <a:gd name="T21" fmla="*/ 2147483646 h 5429"/>
                <a:gd name="T22" fmla="*/ 432463999 w 3056"/>
                <a:gd name="T23" fmla="*/ 2147483646 h 5429"/>
                <a:gd name="T24" fmla="*/ 2147483646 w 3056"/>
                <a:gd name="T25" fmla="*/ 2147483646 h 5429"/>
                <a:gd name="T26" fmla="*/ 2147483646 w 3056"/>
                <a:gd name="T27" fmla="*/ 2147483646 h 5429"/>
                <a:gd name="T28" fmla="*/ 2147483646 w 3056"/>
                <a:gd name="T29" fmla="*/ 2147483646 h 5429"/>
                <a:gd name="T30" fmla="*/ 2147483646 w 3056"/>
                <a:gd name="T31" fmla="*/ 2147483646 h 5429"/>
                <a:gd name="T32" fmla="*/ 2147483646 w 3056"/>
                <a:gd name="T33" fmla="*/ 2147483646 h 5429"/>
                <a:gd name="T34" fmla="*/ 2147483646 w 3056"/>
                <a:gd name="T35" fmla="*/ 2147483646 h 5429"/>
                <a:gd name="T36" fmla="*/ 2147483646 w 3056"/>
                <a:gd name="T37" fmla="*/ 2147483646 h 5429"/>
                <a:gd name="T38" fmla="*/ 2147483646 w 3056"/>
                <a:gd name="T39" fmla="*/ 2147483646 h 5429"/>
                <a:gd name="T40" fmla="*/ 2147483646 w 3056"/>
                <a:gd name="T41" fmla="*/ 2147483646 h 5429"/>
                <a:gd name="T42" fmla="*/ 2147483646 w 3056"/>
                <a:gd name="T43" fmla="*/ 2147483646 h 5429"/>
                <a:gd name="T44" fmla="*/ 2147483646 w 3056"/>
                <a:gd name="T45" fmla="*/ 2147483646 h 5429"/>
                <a:gd name="T46" fmla="*/ 2147483646 w 3056"/>
                <a:gd name="T47" fmla="*/ 2147483646 h 5429"/>
                <a:gd name="T48" fmla="*/ 2147483646 w 3056"/>
                <a:gd name="T49" fmla="*/ 2147483646 h 5429"/>
                <a:gd name="T50" fmla="*/ 2147483646 w 3056"/>
                <a:gd name="T51" fmla="*/ 2147483646 h 5429"/>
                <a:gd name="T52" fmla="*/ 2147483646 w 3056"/>
                <a:gd name="T53" fmla="*/ 2147483646 h 5429"/>
                <a:gd name="T54" fmla="*/ 2147483646 w 3056"/>
                <a:gd name="T55" fmla="*/ 2147483646 h 5429"/>
                <a:gd name="T56" fmla="*/ 2147483646 w 3056"/>
                <a:gd name="T57" fmla="*/ 2147483646 h 5429"/>
                <a:gd name="T58" fmla="*/ 2147483646 w 3056"/>
                <a:gd name="T59" fmla="*/ 2147483646 h 5429"/>
                <a:gd name="T60" fmla="*/ 2147483646 w 3056"/>
                <a:gd name="T61" fmla="*/ 2147483646 h 5429"/>
                <a:gd name="T62" fmla="*/ 2147483646 w 3056"/>
                <a:gd name="T63" fmla="*/ 2147483646 h 5429"/>
                <a:gd name="T64" fmla="*/ 2147483646 w 3056"/>
                <a:gd name="T65" fmla="*/ 2147483646 h 5429"/>
                <a:gd name="T66" fmla="*/ 2147483646 w 3056"/>
                <a:gd name="T67" fmla="*/ 2147483646 h 5429"/>
                <a:gd name="T68" fmla="*/ 2147483646 w 3056"/>
                <a:gd name="T69" fmla="*/ 2147483646 h 5429"/>
                <a:gd name="T70" fmla="*/ 2147483646 w 3056"/>
                <a:gd name="T71" fmla="*/ 2147483646 h 5429"/>
                <a:gd name="T72" fmla="*/ 2147483646 w 3056"/>
                <a:gd name="T73" fmla="*/ 2147483646 h 5429"/>
                <a:gd name="T74" fmla="*/ 2147483646 w 3056"/>
                <a:gd name="T75" fmla="*/ 2147483646 h 5429"/>
                <a:gd name="T76" fmla="*/ 2147483646 w 3056"/>
                <a:gd name="T77" fmla="*/ 2147483646 h 5429"/>
                <a:gd name="T78" fmla="*/ 2147483646 w 3056"/>
                <a:gd name="T79" fmla="*/ 2147483646 h 5429"/>
                <a:gd name="T80" fmla="*/ 2147483646 w 3056"/>
                <a:gd name="T81" fmla="*/ 2147483646 h 5429"/>
                <a:gd name="T82" fmla="*/ 2147483646 w 3056"/>
                <a:gd name="T83" fmla="*/ 2147483646 h 5429"/>
                <a:gd name="T84" fmla="*/ 2147483646 w 3056"/>
                <a:gd name="T85" fmla="*/ 2147483646 h 5429"/>
                <a:gd name="T86" fmla="*/ 2147483646 w 3056"/>
                <a:gd name="T87" fmla="*/ 2147483646 h 5429"/>
                <a:gd name="T88" fmla="*/ 2147483646 w 3056"/>
                <a:gd name="T89" fmla="*/ 2147483646 h 5429"/>
                <a:gd name="T90" fmla="*/ 2147483646 w 3056"/>
                <a:gd name="T91" fmla="*/ 2147483646 h 5429"/>
                <a:gd name="T92" fmla="*/ 2147483646 w 3056"/>
                <a:gd name="T93" fmla="*/ 2147483646 h 5429"/>
                <a:gd name="T94" fmla="*/ 2147483646 w 3056"/>
                <a:gd name="T95" fmla="*/ 2147483646 h 5429"/>
                <a:gd name="T96" fmla="*/ 2147483646 w 3056"/>
                <a:gd name="T97" fmla="*/ 2147483646 h 5429"/>
                <a:gd name="T98" fmla="*/ 2147483646 w 3056"/>
                <a:gd name="T99" fmla="*/ 2147483646 h 5429"/>
                <a:gd name="T100" fmla="*/ 2147483646 w 3056"/>
                <a:gd name="T101" fmla="*/ 2147483646 h 5429"/>
                <a:gd name="T102" fmla="*/ 2147483646 w 3056"/>
                <a:gd name="T103" fmla="*/ 2147483646 h 5429"/>
                <a:gd name="T104" fmla="*/ 2147483646 w 3056"/>
                <a:gd name="T105" fmla="*/ 2147483646 h 5429"/>
                <a:gd name="T106" fmla="*/ 2147483646 w 3056"/>
                <a:gd name="T107" fmla="*/ 2147483646 h 5429"/>
                <a:gd name="T108" fmla="*/ 2147483646 w 3056"/>
                <a:gd name="T109" fmla="*/ 2147483646 h 5429"/>
                <a:gd name="T110" fmla="*/ 2147483646 w 3056"/>
                <a:gd name="T111" fmla="*/ 2147483646 h 5429"/>
                <a:gd name="T112" fmla="*/ 2147483646 w 3056"/>
                <a:gd name="T113" fmla="*/ 2147483646 h 5429"/>
                <a:gd name="T114" fmla="*/ 2147483646 w 3056"/>
                <a:gd name="T115" fmla="*/ 2147483646 h 5429"/>
                <a:gd name="T116" fmla="*/ 2147483646 w 3056"/>
                <a:gd name="T117" fmla="*/ 2147483646 h 5429"/>
                <a:gd name="T118" fmla="*/ 2147483646 w 3056"/>
                <a:gd name="T119" fmla="*/ 2147483646 h 5429"/>
                <a:gd name="T120" fmla="*/ 2147483646 w 3056"/>
                <a:gd name="T121" fmla="*/ 2147483646 h 5429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056" h="5429">
                  <a:moveTo>
                    <a:pt x="2609" y="448"/>
                  </a:moveTo>
                  <a:lnTo>
                    <a:pt x="2609" y="448"/>
                  </a:lnTo>
                  <a:lnTo>
                    <a:pt x="2575" y="415"/>
                  </a:lnTo>
                  <a:lnTo>
                    <a:pt x="2538" y="383"/>
                  </a:lnTo>
                  <a:lnTo>
                    <a:pt x="2503" y="352"/>
                  </a:lnTo>
                  <a:lnTo>
                    <a:pt x="2465" y="322"/>
                  </a:lnTo>
                  <a:lnTo>
                    <a:pt x="2426" y="293"/>
                  </a:lnTo>
                  <a:lnTo>
                    <a:pt x="2388" y="265"/>
                  </a:lnTo>
                  <a:lnTo>
                    <a:pt x="2348" y="239"/>
                  </a:lnTo>
                  <a:lnTo>
                    <a:pt x="2307" y="213"/>
                  </a:lnTo>
                  <a:lnTo>
                    <a:pt x="2266" y="190"/>
                  </a:lnTo>
                  <a:lnTo>
                    <a:pt x="2224" y="168"/>
                  </a:lnTo>
                  <a:lnTo>
                    <a:pt x="2182" y="146"/>
                  </a:lnTo>
                  <a:lnTo>
                    <a:pt x="2138" y="127"/>
                  </a:lnTo>
                  <a:lnTo>
                    <a:pt x="2095" y="108"/>
                  </a:lnTo>
                  <a:lnTo>
                    <a:pt x="2049" y="91"/>
                  </a:lnTo>
                  <a:lnTo>
                    <a:pt x="2005" y="75"/>
                  </a:lnTo>
                  <a:lnTo>
                    <a:pt x="1960" y="61"/>
                  </a:lnTo>
                  <a:lnTo>
                    <a:pt x="1907" y="46"/>
                  </a:lnTo>
                  <a:lnTo>
                    <a:pt x="1853" y="34"/>
                  </a:lnTo>
                  <a:lnTo>
                    <a:pt x="1800" y="24"/>
                  </a:lnTo>
                  <a:lnTo>
                    <a:pt x="1746" y="15"/>
                  </a:lnTo>
                  <a:lnTo>
                    <a:pt x="1692" y="9"/>
                  </a:lnTo>
                  <a:lnTo>
                    <a:pt x="1638" y="3"/>
                  </a:lnTo>
                  <a:lnTo>
                    <a:pt x="1582" y="1"/>
                  </a:lnTo>
                  <a:lnTo>
                    <a:pt x="1527" y="0"/>
                  </a:lnTo>
                  <a:lnTo>
                    <a:pt x="1490" y="0"/>
                  </a:lnTo>
                  <a:lnTo>
                    <a:pt x="1451" y="2"/>
                  </a:lnTo>
                  <a:lnTo>
                    <a:pt x="1413" y="4"/>
                  </a:lnTo>
                  <a:lnTo>
                    <a:pt x="1376" y="8"/>
                  </a:lnTo>
                  <a:lnTo>
                    <a:pt x="1338" y="11"/>
                  </a:lnTo>
                  <a:lnTo>
                    <a:pt x="1302" y="17"/>
                  </a:lnTo>
                  <a:lnTo>
                    <a:pt x="1264" y="22"/>
                  </a:lnTo>
                  <a:lnTo>
                    <a:pt x="1227" y="29"/>
                  </a:lnTo>
                  <a:lnTo>
                    <a:pt x="1191" y="36"/>
                  </a:lnTo>
                  <a:lnTo>
                    <a:pt x="1154" y="45"/>
                  </a:lnTo>
                  <a:lnTo>
                    <a:pt x="1118" y="55"/>
                  </a:lnTo>
                  <a:lnTo>
                    <a:pt x="1083" y="65"/>
                  </a:lnTo>
                  <a:lnTo>
                    <a:pt x="1047" y="76"/>
                  </a:lnTo>
                  <a:lnTo>
                    <a:pt x="1012" y="88"/>
                  </a:lnTo>
                  <a:lnTo>
                    <a:pt x="977" y="102"/>
                  </a:lnTo>
                  <a:lnTo>
                    <a:pt x="942" y="115"/>
                  </a:lnTo>
                  <a:lnTo>
                    <a:pt x="909" y="130"/>
                  </a:lnTo>
                  <a:lnTo>
                    <a:pt x="875" y="146"/>
                  </a:lnTo>
                  <a:lnTo>
                    <a:pt x="841" y="161"/>
                  </a:lnTo>
                  <a:lnTo>
                    <a:pt x="808" y="179"/>
                  </a:lnTo>
                  <a:lnTo>
                    <a:pt x="775" y="197"/>
                  </a:lnTo>
                  <a:lnTo>
                    <a:pt x="743" y="216"/>
                  </a:lnTo>
                  <a:lnTo>
                    <a:pt x="712" y="235"/>
                  </a:lnTo>
                  <a:lnTo>
                    <a:pt x="680" y="255"/>
                  </a:lnTo>
                  <a:lnTo>
                    <a:pt x="649" y="277"/>
                  </a:lnTo>
                  <a:lnTo>
                    <a:pt x="619" y="300"/>
                  </a:lnTo>
                  <a:lnTo>
                    <a:pt x="589" y="322"/>
                  </a:lnTo>
                  <a:lnTo>
                    <a:pt x="559" y="345"/>
                  </a:lnTo>
                  <a:lnTo>
                    <a:pt x="531" y="370"/>
                  </a:lnTo>
                  <a:lnTo>
                    <a:pt x="502" y="395"/>
                  </a:lnTo>
                  <a:lnTo>
                    <a:pt x="474" y="421"/>
                  </a:lnTo>
                  <a:lnTo>
                    <a:pt x="447" y="448"/>
                  </a:lnTo>
                  <a:lnTo>
                    <a:pt x="420" y="475"/>
                  </a:lnTo>
                  <a:lnTo>
                    <a:pt x="395" y="503"/>
                  </a:lnTo>
                  <a:lnTo>
                    <a:pt x="369" y="531"/>
                  </a:lnTo>
                  <a:lnTo>
                    <a:pt x="345" y="561"/>
                  </a:lnTo>
                  <a:lnTo>
                    <a:pt x="322" y="589"/>
                  </a:lnTo>
                  <a:lnTo>
                    <a:pt x="298" y="619"/>
                  </a:lnTo>
                  <a:lnTo>
                    <a:pt x="276" y="650"/>
                  </a:lnTo>
                  <a:lnTo>
                    <a:pt x="255" y="681"/>
                  </a:lnTo>
                  <a:lnTo>
                    <a:pt x="235" y="712"/>
                  </a:lnTo>
                  <a:lnTo>
                    <a:pt x="215" y="744"/>
                  </a:lnTo>
                  <a:lnTo>
                    <a:pt x="197" y="776"/>
                  </a:lnTo>
                  <a:lnTo>
                    <a:pt x="179" y="808"/>
                  </a:lnTo>
                  <a:lnTo>
                    <a:pt x="161" y="841"/>
                  </a:lnTo>
                  <a:lnTo>
                    <a:pt x="145" y="875"/>
                  </a:lnTo>
                  <a:lnTo>
                    <a:pt x="129" y="909"/>
                  </a:lnTo>
                  <a:lnTo>
                    <a:pt x="115" y="943"/>
                  </a:lnTo>
                  <a:lnTo>
                    <a:pt x="101" y="977"/>
                  </a:lnTo>
                  <a:lnTo>
                    <a:pt x="88" y="1012"/>
                  </a:lnTo>
                  <a:lnTo>
                    <a:pt x="76" y="1047"/>
                  </a:lnTo>
                  <a:lnTo>
                    <a:pt x="65" y="1082"/>
                  </a:lnTo>
                  <a:lnTo>
                    <a:pt x="55" y="1118"/>
                  </a:lnTo>
                  <a:lnTo>
                    <a:pt x="45" y="1154"/>
                  </a:lnTo>
                  <a:lnTo>
                    <a:pt x="36" y="1191"/>
                  </a:lnTo>
                  <a:lnTo>
                    <a:pt x="28" y="1227"/>
                  </a:lnTo>
                  <a:lnTo>
                    <a:pt x="22" y="1264"/>
                  </a:lnTo>
                  <a:lnTo>
                    <a:pt x="16" y="1301"/>
                  </a:lnTo>
                  <a:lnTo>
                    <a:pt x="11" y="1338"/>
                  </a:lnTo>
                  <a:lnTo>
                    <a:pt x="7" y="1376"/>
                  </a:lnTo>
                  <a:lnTo>
                    <a:pt x="4" y="1413"/>
                  </a:lnTo>
                  <a:lnTo>
                    <a:pt x="2" y="1452"/>
                  </a:lnTo>
                  <a:lnTo>
                    <a:pt x="0" y="1489"/>
                  </a:lnTo>
                  <a:lnTo>
                    <a:pt x="0" y="1527"/>
                  </a:lnTo>
                  <a:lnTo>
                    <a:pt x="6" y="1667"/>
                  </a:lnTo>
                  <a:lnTo>
                    <a:pt x="10" y="1707"/>
                  </a:lnTo>
                  <a:lnTo>
                    <a:pt x="15" y="1746"/>
                  </a:lnTo>
                  <a:lnTo>
                    <a:pt x="22" y="1785"/>
                  </a:lnTo>
                  <a:lnTo>
                    <a:pt x="28" y="1823"/>
                  </a:lnTo>
                  <a:lnTo>
                    <a:pt x="36" y="1862"/>
                  </a:lnTo>
                  <a:lnTo>
                    <a:pt x="45" y="1900"/>
                  </a:lnTo>
                  <a:lnTo>
                    <a:pt x="55" y="1937"/>
                  </a:lnTo>
                  <a:lnTo>
                    <a:pt x="66" y="1975"/>
                  </a:lnTo>
                  <a:lnTo>
                    <a:pt x="78" y="2012"/>
                  </a:lnTo>
                  <a:lnTo>
                    <a:pt x="92" y="2049"/>
                  </a:lnTo>
                  <a:lnTo>
                    <a:pt x="105" y="2085"/>
                  </a:lnTo>
                  <a:lnTo>
                    <a:pt x="119" y="2122"/>
                  </a:lnTo>
                  <a:lnTo>
                    <a:pt x="136" y="2157"/>
                  </a:lnTo>
                  <a:lnTo>
                    <a:pt x="152" y="2193"/>
                  </a:lnTo>
                  <a:lnTo>
                    <a:pt x="170" y="2228"/>
                  </a:lnTo>
                  <a:lnTo>
                    <a:pt x="189" y="2262"/>
                  </a:lnTo>
                  <a:lnTo>
                    <a:pt x="195" y="2277"/>
                  </a:lnTo>
                  <a:lnTo>
                    <a:pt x="213" y="2312"/>
                  </a:lnTo>
                  <a:lnTo>
                    <a:pt x="242" y="2366"/>
                  </a:lnTo>
                  <a:lnTo>
                    <a:pt x="278" y="2439"/>
                  </a:lnTo>
                  <a:lnTo>
                    <a:pt x="323" y="2528"/>
                  </a:lnTo>
                  <a:lnTo>
                    <a:pt x="371" y="2631"/>
                  </a:lnTo>
                  <a:lnTo>
                    <a:pt x="422" y="2743"/>
                  </a:lnTo>
                  <a:lnTo>
                    <a:pt x="450" y="2804"/>
                  </a:lnTo>
                  <a:lnTo>
                    <a:pt x="476" y="2867"/>
                  </a:lnTo>
                  <a:lnTo>
                    <a:pt x="503" y="2931"/>
                  </a:lnTo>
                  <a:lnTo>
                    <a:pt x="530" y="2998"/>
                  </a:lnTo>
                  <a:lnTo>
                    <a:pt x="556" y="3065"/>
                  </a:lnTo>
                  <a:lnTo>
                    <a:pt x="582" y="3134"/>
                  </a:lnTo>
                  <a:lnTo>
                    <a:pt x="607" y="3202"/>
                  </a:lnTo>
                  <a:lnTo>
                    <a:pt x="630" y="3273"/>
                  </a:lnTo>
                  <a:lnTo>
                    <a:pt x="653" y="3343"/>
                  </a:lnTo>
                  <a:lnTo>
                    <a:pt x="674" y="3413"/>
                  </a:lnTo>
                  <a:lnTo>
                    <a:pt x="693" y="3483"/>
                  </a:lnTo>
                  <a:lnTo>
                    <a:pt x="711" y="3553"/>
                  </a:lnTo>
                  <a:lnTo>
                    <a:pt x="726" y="3621"/>
                  </a:lnTo>
                  <a:lnTo>
                    <a:pt x="739" y="3690"/>
                  </a:lnTo>
                  <a:lnTo>
                    <a:pt x="750" y="3756"/>
                  </a:lnTo>
                  <a:lnTo>
                    <a:pt x="754" y="3788"/>
                  </a:lnTo>
                  <a:lnTo>
                    <a:pt x="757" y="3822"/>
                  </a:lnTo>
                  <a:lnTo>
                    <a:pt x="760" y="3854"/>
                  </a:lnTo>
                  <a:lnTo>
                    <a:pt x="762" y="3885"/>
                  </a:lnTo>
                  <a:lnTo>
                    <a:pt x="763" y="3915"/>
                  </a:lnTo>
                  <a:lnTo>
                    <a:pt x="764" y="3946"/>
                  </a:lnTo>
                  <a:lnTo>
                    <a:pt x="783" y="4137"/>
                  </a:lnTo>
                  <a:lnTo>
                    <a:pt x="789" y="4160"/>
                  </a:lnTo>
                  <a:lnTo>
                    <a:pt x="796" y="4181"/>
                  </a:lnTo>
                  <a:lnTo>
                    <a:pt x="804" y="4202"/>
                  </a:lnTo>
                  <a:lnTo>
                    <a:pt x="813" y="4220"/>
                  </a:lnTo>
                  <a:lnTo>
                    <a:pt x="823" y="4237"/>
                  </a:lnTo>
                  <a:lnTo>
                    <a:pt x="833" y="4253"/>
                  </a:lnTo>
                  <a:lnTo>
                    <a:pt x="844" y="4267"/>
                  </a:lnTo>
                  <a:lnTo>
                    <a:pt x="855" y="4280"/>
                  </a:lnTo>
                  <a:lnTo>
                    <a:pt x="867" y="4291"/>
                  </a:lnTo>
                  <a:lnTo>
                    <a:pt x="880" y="4301"/>
                  </a:lnTo>
                  <a:lnTo>
                    <a:pt x="895" y="4309"/>
                  </a:lnTo>
                  <a:lnTo>
                    <a:pt x="909" y="4316"/>
                  </a:lnTo>
                  <a:lnTo>
                    <a:pt x="924" y="4321"/>
                  </a:lnTo>
                  <a:lnTo>
                    <a:pt x="941" y="4325"/>
                  </a:lnTo>
                  <a:lnTo>
                    <a:pt x="959" y="4328"/>
                  </a:lnTo>
                  <a:lnTo>
                    <a:pt x="976" y="4328"/>
                  </a:lnTo>
                  <a:lnTo>
                    <a:pt x="2079" y="4328"/>
                  </a:lnTo>
                  <a:lnTo>
                    <a:pt x="2097" y="4328"/>
                  </a:lnTo>
                  <a:lnTo>
                    <a:pt x="2114" y="4325"/>
                  </a:lnTo>
                  <a:lnTo>
                    <a:pt x="2130" y="4321"/>
                  </a:lnTo>
                  <a:lnTo>
                    <a:pt x="2145" y="4316"/>
                  </a:lnTo>
                  <a:lnTo>
                    <a:pt x="2161" y="4309"/>
                  </a:lnTo>
                  <a:lnTo>
                    <a:pt x="2174" y="4301"/>
                  </a:lnTo>
                  <a:lnTo>
                    <a:pt x="2187" y="4291"/>
                  </a:lnTo>
                  <a:lnTo>
                    <a:pt x="2201" y="4280"/>
                  </a:lnTo>
                  <a:lnTo>
                    <a:pt x="2212" y="4267"/>
                  </a:lnTo>
                  <a:lnTo>
                    <a:pt x="2223" y="4253"/>
                  </a:lnTo>
                  <a:lnTo>
                    <a:pt x="2233" y="4237"/>
                  </a:lnTo>
                  <a:lnTo>
                    <a:pt x="2243" y="4220"/>
                  </a:lnTo>
                  <a:lnTo>
                    <a:pt x="2251" y="4202"/>
                  </a:lnTo>
                  <a:lnTo>
                    <a:pt x="2259" y="4181"/>
                  </a:lnTo>
                  <a:lnTo>
                    <a:pt x="2266" y="4160"/>
                  </a:lnTo>
                  <a:lnTo>
                    <a:pt x="2272" y="4137"/>
                  </a:lnTo>
                  <a:lnTo>
                    <a:pt x="2291" y="3946"/>
                  </a:lnTo>
                  <a:lnTo>
                    <a:pt x="2293" y="3915"/>
                  </a:lnTo>
                  <a:lnTo>
                    <a:pt x="2294" y="3885"/>
                  </a:lnTo>
                  <a:lnTo>
                    <a:pt x="2295" y="3854"/>
                  </a:lnTo>
                  <a:lnTo>
                    <a:pt x="2298" y="3822"/>
                  </a:lnTo>
                  <a:lnTo>
                    <a:pt x="2301" y="3788"/>
                  </a:lnTo>
                  <a:lnTo>
                    <a:pt x="2306" y="3756"/>
                  </a:lnTo>
                  <a:lnTo>
                    <a:pt x="2316" y="3690"/>
                  </a:lnTo>
                  <a:lnTo>
                    <a:pt x="2329" y="3621"/>
                  </a:lnTo>
                  <a:lnTo>
                    <a:pt x="2345" y="3553"/>
                  </a:lnTo>
                  <a:lnTo>
                    <a:pt x="2362" y="3483"/>
                  </a:lnTo>
                  <a:lnTo>
                    <a:pt x="2381" y="3413"/>
                  </a:lnTo>
                  <a:lnTo>
                    <a:pt x="2402" y="3343"/>
                  </a:lnTo>
                  <a:lnTo>
                    <a:pt x="2425" y="3273"/>
                  </a:lnTo>
                  <a:lnTo>
                    <a:pt x="2449" y="3202"/>
                  </a:lnTo>
                  <a:lnTo>
                    <a:pt x="2474" y="3134"/>
                  </a:lnTo>
                  <a:lnTo>
                    <a:pt x="2499" y="3065"/>
                  </a:lnTo>
                  <a:lnTo>
                    <a:pt x="2526" y="2998"/>
                  </a:lnTo>
                  <a:lnTo>
                    <a:pt x="2552" y="2931"/>
                  </a:lnTo>
                  <a:lnTo>
                    <a:pt x="2579" y="2867"/>
                  </a:lnTo>
                  <a:lnTo>
                    <a:pt x="2607" y="2804"/>
                  </a:lnTo>
                  <a:lnTo>
                    <a:pt x="2633" y="2743"/>
                  </a:lnTo>
                  <a:lnTo>
                    <a:pt x="2685" y="2631"/>
                  </a:lnTo>
                  <a:lnTo>
                    <a:pt x="2735" y="2528"/>
                  </a:lnTo>
                  <a:lnTo>
                    <a:pt x="2778" y="2439"/>
                  </a:lnTo>
                  <a:lnTo>
                    <a:pt x="2816" y="2366"/>
                  </a:lnTo>
                  <a:lnTo>
                    <a:pt x="2846" y="2312"/>
                  </a:lnTo>
                  <a:lnTo>
                    <a:pt x="2872" y="2262"/>
                  </a:lnTo>
                  <a:lnTo>
                    <a:pt x="2890" y="2228"/>
                  </a:lnTo>
                  <a:lnTo>
                    <a:pt x="2906" y="2193"/>
                  </a:lnTo>
                  <a:lnTo>
                    <a:pt x="2923" y="2157"/>
                  </a:lnTo>
                  <a:lnTo>
                    <a:pt x="2937" y="2122"/>
                  </a:lnTo>
                  <a:lnTo>
                    <a:pt x="2952" y="2085"/>
                  </a:lnTo>
                  <a:lnTo>
                    <a:pt x="2965" y="2049"/>
                  </a:lnTo>
                  <a:lnTo>
                    <a:pt x="2978" y="2012"/>
                  </a:lnTo>
                  <a:lnTo>
                    <a:pt x="2989" y="1975"/>
                  </a:lnTo>
                  <a:lnTo>
                    <a:pt x="3000" y="1937"/>
                  </a:lnTo>
                  <a:lnTo>
                    <a:pt x="3010" y="1900"/>
                  </a:lnTo>
                  <a:lnTo>
                    <a:pt x="3019" y="1862"/>
                  </a:lnTo>
                  <a:lnTo>
                    <a:pt x="3027" y="1823"/>
                  </a:lnTo>
                  <a:lnTo>
                    <a:pt x="3034" y="1785"/>
                  </a:lnTo>
                  <a:lnTo>
                    <a:pt x="3040" y="1746"/>
                  </a:lnTo>
                  <a:lnTo>
                    <a:pt x="3045" y="1707"/>
                  </a:lnTo>
                  <a:lnTo>
                    <a:pt x="3049" y="1667"/>
                  </a:lnTo>
                  <a:lnTo>
                    <a:pt x="3056" y="1527"/>
                  </a:lnTo>
                  <a:lnTo>
                    <a:pt x="3055" y="1489"/>
                  </a:lnTo>
                  <a:lnTo>
                    <a:pt x="3054" y="1452"/>
                  </a:lnTo>
                  <a:lnTo>
                    <a:pt x="3051" y="1413"/>
                  </a:lnTo>
                  <a:lnTo>
                    <a:pt x="3048" y="1376"/>
                  </a:lnTo>
                  <a:lnTo>
                    <a:pt x="3044" y="1338"/>
                  </a:lnTo>
                  <a:lnTo>
                    <a:pt x="3039" y="1301"/>
                  </a:lnTo>
                  <a:lnTo>
                    <a:pt x="3034" y="1264"/>
                  </a:lnTo>
                  <a:lnTo>
                    <a:pt x="3026" y="1227"/>
                  </a:lnTo>
                  <a:lnTo>
                    <a:pt x="3018" y="1191"/>
                  </a:lnTo>
                  <a:lnTo>
                    <a:pt x="3010" y="1154"/>
                  </a:lnTo>
                  <a:lnTo>
                    <a:pt x="3000" y="1118"/>
                  </a:lnTo>
                  <a:lnTo>
                    <a:pt x="2990" y="1082"/>
                  </a:lnTo>
                  <a:lnTo>
                    <a:pt x="2979" y="1047"/>
                  </a:lnTo>
                  <a:lnTo>
                    <a:pt x="2967" y="1012"/>
                  </a:lnTo>
                  <a:lnTo>
                    <a:pt x="2954" y="977"/>
                  </a:lnTo>
                  <a:lnTo>
                    <a:pt x="2941" y="943"/>
                  </a:lnTo>
                  <a:lnTo>
                    <a:pt x="2925" y="909"/>
                  </a:lnTo>
                  <a:lnTo>
                    <a:pt x="2910" y="875"/>
                  </a:lnTo>
                  <a:lnTo>
                    <a:pt x="2894" y="841"/>
                  </a:lnTo>
                  <a:lnTo>
                    <a:pt x="2877" y="808"/>
                  </a:lnTo>
                  <a:lnTo>
                    <a:pt x="2859" y="776"/>
                  </a:lnTo>
                  <a:lnTo>
                    <a:pt x="2840" y="744"/>
                  </a:lnTo>
                  <a:lnTo>
                    <a:pt x="2820" y="712"/>
                  </a:lnTo>
                  <a:lnTo>
                    <a:pt x="2800" y="681"/>
                  </a:lnTo>
                  <a:lnTo>
                    <a:pt x="2779" y="650"/>
                  </a:lnTo>
                  <a:lnTo>
                    <a:pt x="2757" y="619"/>
                  </a:lnTo>
                  <a:lnTo>
                    <a:pt x="2734" y="589"/>
                  </a:lnTo>
                  <a:lnTo>
                    <a:pt x="2711" y="561"/>
                  </a:lnTo>
                  <a:lnTo>
                    <a:pt x="2686" y="531"/>
                  </a:lnTo>
                  <a:lnTo>
                    <a:pt x="2661" y="503"/>
                  </a:lnTo>
                  <a:lnTo>
                    <a:pt x="2635" y="475"/>
                  </a:lnTo>
                  <a:lnTo>
                    <a:pt x="2609" y="448"/>
                  </a:lnTo>
                  <a:close/>
                  <a:moveTo>
                    <a:pt x="2661" y="1641"/>
                  </a:moveTo>
                  <a:lnTo>
                    <a:pt x="2661" y="1641"/>
                  </a:lnTo>
                  <a:lnTo>
                    <a:pt x="2658" y="1669"/>
                  </a:lnTo>
                  <a:lnTo>
                    <a:pt x="2654" y="1697"/>
                  </a:lnTo>
                  <a:lnTo>
                    <a:pt x="2650" y="1725"/>
                  </a:lnTo>
                  <a:lnTo>
                    <a:pt x="2644" y="1753"/>
                  </a:lnTo>
                  <a:lnTo>
                    <a:pt x="2639" y="1781"/>
                  </a:lnTo>
                  <a:lnTo>
                    <a:pt x="2632" y="1809"/>
                  </a:lnTo>
                  <a:lnTo>
                    <a:pt x="2624" y="1837"/>
                  </a:lnTo>
                  <a:lnTo>
                    <a:pt x="2617" y="1863"/>
                  </a:lnTo>
                  <a:lnTo>
                    <a:pt x="2608" y="1891"/>
                  </a:lnTo>
                  <a:lnTo>
                    <a:pt x="2599" y="1918"/>
                  </a:lnTo>
                  <a:lnTo>
                    <a:pt x="2589" y="1945"/>
                  </a:lnTo>
                  <a:lnTo>
                    <a:pt x="2579" y="1972"/>
                  </a:lnTo>
                  <a:lnTo>
                    <a:pt x="2567" y="1998"/>
                  </a:lnTo>
                  <a:lnTo>
                    <a:pt x="2556" y="2025"/>
                  </a:lnTo>
                  <a:lnTo>
                    <a:pt x="2543" y="2051"/>
                  </a:lnTo>
                  <a:lnTo>
                    <a:pt x="2529" y="2078"/>
                  </a:lnTo>
                  <a:lnTo>
                    <a:pt x="2485" y="2158"/>
                  </a:lnTo>
                  <a:lnTo>
                    <a:pt x="2450" y="2227"/>
                  </a:lnTo>
                  <a:lnTo>
                    <a:pt x="2408" y="2311"/>
                  </a:lnTo>
                  <a:lnTo>
                    <a:pt x="2359" y="2409"/>
                  </a:lnTo>
                  <a:lnTo>
                    <a:pt x="2307" y="2519"/>
                  </a:lnTo>
                  <a:lnTo>
                    <a:pt x="2253" y="2641"/>
                  </a:lnTo>
                  <a:lnTo>
                    <a:pt x="2225" y="2705"/>
                  </a:lnTo>
                  <a:lnTo>
                    <a:pt x="2197" y="2771"/>
                  </a:lnTo>
                  <a:lnTo>
                    <a:pt x="2170" y="2838"/>
                  </a:lnTo>
                  <a:lnTo>
                    <a:pt x="2142" y="2908"/>
                  </a:lnTo>
                  <a:lnTo>
                    <a:pt x="2116" y="2979"/>
                  </a:lnTo>
                  <a:lnTo>
                    <a:pt x="2090" y="3051"/>
                  </a:lnTo>
                  <a:lnTo>
                    <a:pt x="2065" y="3124"/>
                  </a:lnTo>
                  <a:lnTo>
                    <a:pt x="2040" y="3198"/>
                  </a:lnTo>
                  <a:lnTo>
                    <a:pt x="2018" y="3272"/>
                  </a:lnTo>
                  <a:lnTo>
                    <a:pt x="1996" y="3346"/>
                  </a:lnTo>
                  <a:lnTo>
                    <a:pt x="1977" y="3420"/>
                  </a:lnTo>
                  <a:lnTo>
                    <a:pt x="1960" y="3494"/>
                  </a:lnTo>
                  <a:lnTo>
                    <a:pt x="1944" y="3568"/>
                  </a:lnTo>
                  <a:lnTo>
                    <a:pt x="1930" y="3641"/>
                  </a:lnTo>
                  <a:lnTo>
                    <a:pt x="1919" y="3714"/>
                  </a:lnTo>
                  <a:lnTo>
                    <a:pt x="1911" y="3785"/>
                  </a:lnTo>
                  <a:lnTo>
                    <a:pt x="1908" y="3820"/>
                  </a:lnTo>
                  <a:lnTo>
                    <a:pt x="1905" y="3856"/>
                  </a:lnTo>
                  <a:lnTo>
                    <a:pt x="1903" y="3890"/>
                  </a:lnTo>
                  <a:lnTo>
                    <a:pt x="1902" y="3924"/>
                  </a:lnTo>
                  <a:lnTo>
                    <a:pt x="1901" y="3939"/>
                  </a:lnTo>
                  <a:lnTo>
                    <a:pt x="1722" y="3939"/>
                  </a:lnTo>
                  <a:lnTo>
                    <a:pt x="1722" y="3230"/>
                  </a:lnTo>
                  <a:lnTo>
                    <a:pt x="1333" y="3230"/>
                  </a:lnTo>
                  <a:lnTo>
                    <a:pt x="1333" y="3939"/>
                  </a:lnTo>
                  <a:lnTo>
                    <a:pt x="1154" y="3939"/>
                  </a:lnTo>
                  <a:lnTo>
                    <a:pt x="1152" y="3924"/>
                  </a:lnTo>
                  <a:lnTo>
                    <a:pt x="1151" y="3873"/>
                  </a:lnTo>
                  <a:lnTo>
                    <a:pt x="1148" y="3820"/>
                  </a:lnTo>
                  <a:lnTo>
                    <a:pt x="1142" y="3767"/>
                  </a:lnTo>
                  <a:lnTo>
                    <a:pt x="1136" y="3714"/>
                  </a:lnTo>
                  <a:lnTo>
                    <a:pt x="1128" y="3659"/>
                  </a:lnTo>
                  <a:lnTo>
                    <a:pt x="1118" y="3604"/>
                  </a:lnTo>
                  <a:lnTo>
                    <a:pt x="1108" y="3547"/>
                  </a:lnTo>
                  <a:lnTo>
                    <a:pt x="1096" y="3491"/>
                  </a:lnTo>
                  <a:lnTo>
                    <a:pt x="1081" y="3434"/>
                  </a:lnTo>
                  <a:lnTo>
                    <a:pt x="1067" y="3377"/>
                  </a:lnTo>
                  <a:lnTo>
                    <a:pt x="1052" y="3319"/>
                  </a:lnTo>
                  <a:lnTo>
                    <a:pt x="1035" y="3261"/>
                  </a:lnTo>
                  <a:lnTo>
                    <a:pt x="1016" y="3203"/>
                  </a:lnTo>
                  <a:lnTo>
                    <a:pt x="997" y="3145"/>
                  </a:lnTo>
                  <a:lnTo>
                    <a:pt x="977" y="3086"/>
                  </a:lnTo>
                  <a:lnTo>
                    <a:pt x="958" y="3029"/>
                  </a:lnTo>
                  <a:lnTo>
                    <a:pt x="937" y="2970"/>
                  </a:lnTo>
                  <a:lnTo>
                    <a:pt x="914" y="2911"/>
                  </a:lnTo>
                  <a:lnTo>
                    <a:pt x="868" y="2796"/>
                  </a:lnTo>
                  <a:lnTo>
                    <a:pt x="820" y="2681"/>
                  </a:lnTo>
                  <a:lnTo>
                    <a:pt x="771" y="2570"/>
                  </a:lnTo>
                  <a:lnTo>
                    <a:pt x="721" y="2459"/>
                  </a:lnTo>
                  <a:lnTo>
                    <a:pt x="669" y="2353"/>
                  </a:lnTo>
                  <a:lnTo>
                    <a:pt x="618" y="2249"/>
                  </a:lnTo>
                  <a:lnTo>
                    <a:pt x="568" y="2150"/>
                  </a:lnTo>
                  <a:lnTo>
                    <a:pt x="567" y="2144"/>
                  </a:lnTo>
                  <a:lnTo>
                    <a:pt x="530" y="2075"/>
                  </a:lnTo>
                  <a:lnTo>
                    <a:pt x="515" y="2050"/>
                  </a:lnTo>
                  <a:lnTo>
                    <a:pt x="503" y="2024"/>
                  </a:lnTo>
                  <a:lnTo>
                    <a:pt x="491" y="1998"/>
                  </a:lnTo>
                  <a:lnTo>
                    <a:pt x="479" y="1972"/>
                  </a:lnTo>
                  <a:lnTo>
                    <a:pt x="468" y="1945"/>
                  </a:lnTo>
                  <a:lnTo>
                    <a:pt x="458" y="1918"/>
                  </a:lnTo>
                  <a:lnTo>
                    <a:pt x="449" y="1892"/>
                  </a:lnTo>
                  <a:lnTo>
                    <a:pt x="440" y="1864"/>
                  </a:lnTo>
                  <a:lnTo>
                    <a:pt x="431" y="1838"/>
                  </a:lnTo>
                  <a:lnTo>
                    <a:pt x="424" y="1810"/>
                  </a:lnTo>
                  <a:lnTo>
                    <a:pt x="418" y="1782"/>
                  </a:lnTo>
                  <a:lnTo>
                    <a:pt x="411" y="1754"/>
                  </a:lnTo>
                  <a:lnTo>
                    <a:pt x="406" y="1726"/>
                  </a:lnTo>
                  <a:lnTo>
                    <a:pt x="401" y="1697"/>
                  </a:lnTo>
                  <a:lnTo>
                    <a:pt x="398" y="1670"/>
                  </a:lnTo>
                  <a:lnTo>
                    <a:pt x="395" y="1641"/>
                  </a:lnTo>
                  <a:lnTo>
                    <a:pt x="389" y="1519"/>
                  </a:lnTo>
                  <a:lnTo>
                    <a:pt x="389" y="1492"/>
                  </a:lnTo>
                  <a:lnTo>
                    <a:pt x="390" y="1463"/>
                  </a:lnTo>
                  <a:lnTo>
                    <a:pt x="392" y="1435"/>
                  </a:lnTo>
                  <a:lnTo>
                    <a:pt x="395" y="1408"/>
                  </a:lnTo>
                  <a:lnTo>
                    <a:pt x="398" y="1380"/>
                  </a:lnTo>
                  <a:lnTo>
                    <a:pt x="402" y="1352"/>
                  </a:lnTo>
                  <a:lnTo>
                    <a:pt x="407" y="1325"/>
                  </a:lnTo>
                  <a:lnTo>
                    <a:pt x="412" y="1298"/>
                  </a:lnTo>
                  <a:lnTo>
                    <a:pt x="418" y="1270"/>
                  </a:lnTo>
                  <a:lnTo>
                    <a:pt x="424" y="1244"/>
                  </a:lnTo>
                  <a:lnTo>
                    <a:pt x="431" y="1217"/>
                  </a:lnTo>
                  <a:lnTo>
                    <a:pt x="439" y="1191"/>
                  </a:lnTo>
                  <a:lnTo>
                    <a:pt x="448" y="1165"/>
                  </a:lnTo>
                  <a:lnTo>
                    <a:pt x="457" y="1139"/>
                  </a:lnTo>
                  <a:lnTo>
                    <a:pt x="466" y="1113"/>
                  </a:lnTo>
                  <a:lnTo>
                    <a:pt x="476" y="1088"/>
                  </a:lnTo>
                  <a:lnTo>
                    <a:pt x="487" y="1063"/>
                  </a:lnTo>
                  <a:lnTo>
                    <a:pt x="499" y="1038"/>
                  </a:lnTo>
                  <a:lnTo>
                    <a:pt x="511" y="1013"/>
                  </a:lnTo>
                  <a:lnTo>
                    <a:pt x="524" y="989"/>
                  </a:lnTo>
                  <a:lnTo>
                    <a:pt x="537" y="965"/>
                  </a:lnTo>
                  <a:lnTo>
                    <a:pt x="551" y="941"/>
                  </a:lnTo>
                  <a:lnTo>
                    <a:pt x="565" y="918"/>
                  </a:lnTo>
                  <a:lnTo>
                    <a:pt x="580" y="895"/>
                  </a:lnTo>
                  <a:lnTo>
                    <a:pt x="596" y="871"/>
                  </a:lnTo>
                  <a:lnTo>
                    <a:pt x="612" y="849"/>
                  </a:lnTo>
                  <a:lnTo>
                    <a:pt x="629" y="827"/>
                  </a:lnTo>
                  <a:lnTo>
                    <a:pt x="647" y="806"/>
                  </a:lnTo>
                  <a:lnTo>
                    <a:pt x="664" y="784"/>
                  </a:lnTo>
                  <a:lnTo>
                    <a:pt x="683" y="763"/>
                  </a:lnTo>
                  <a:lnTo>
                    <a:pt x="702" y="743"/>
                  </a:lnTo>
                  <a:lnTo>
                    <a:pt x="722" y="723"/>
                  </a:lnTo>
                  <a:lnTo>
                    <a:pt x="743" y="703"/>
                  </a:lnTo>
                  <a:lnTo>
                    <a:pt x="764" y="683"/>
                  </a:lnTo>
                  <a:lnTo>
                    <a:pt x="785" y="665"/>
                  </a:lnTo>
                  <a:lnTo>
                    <a:pt x="806" y="647"/>
                  </a:lnTo>
                  <a:lnTo>
                    <a:pt x="828" y="629"/>
                  </a:lnTo>
                  <a:lnTo>
                    <a:pt x="850" y="611"/>
                  </a:lnTo>
                  <a:lnTo>
                    <a:pt x="874" y="596"/>
                  </a:lnTo>
                  <a:lnTo>
                    <a:pt x="896" y="579"/>
                  </a:lnTo>
                  <a:lnTo>
                    <a:pt x="920" y="565"/>
                  </a:lnTo>
                  <a:lnTo>
                    <a:pt x="943" y="550"/>
                  </a:lnTo>
                  <a:lnTo>
                    <a:pt x="968" y="536"/>
                  </a:lnTo>
                  <a:lnTo>
                    <a:pt x="992" y="523"/>
                  </a:lnTo>
                  <a:lnTo>
                    <a:pt x="1016" y="510"/>
                  </a:lnTo>
                  <a:lnTo>
                    <a:pt x="1041" y="498"/>
                  </a:lnTo>
                  <a:lnTo>
                    <a:pt x="1066" y="486"/>
                  </a:lnTo>
                  <a:lnTo>
                    <a:pt x="1091" y="475"/>
                  </a:lnTo>
                  <a:lnTo>
                    <a:pt x="1117" y="464"/>
                  </a:lnTo>
                  <a:lnTo>
                    <a:pt x="1143" y="456"/>
                  </a:lnTo>
                  <a:lnTo>
                    <a:pt x="1170" y="446"/>
                  </a:lnTo>
                  <a:lnTo>
                    <a:pt x="1195" y="438"/>
                  </a:lnTo>
                  <a:lnTo>
                    <a:pt x="1223" y="430"/>
                  </a:lnTo>
                  <a:lnTo>
                    <a:pt x="1250" y="423"/>
                  </a:lnTo>
                  <a:lnTo>
                    <a:pt x="1276" y="417"/>
                  </a:lnTo>
                  <a:lnTo>
                    <a:pt x="1304" y="411"/>
                  </a:lnTo>
                  <a:lnTo>
                    <a:pt x="1331" y="406"/>
                  </a:lnTo>
                  <a:lnTo>
                    <a:pt x="1359" y="401"/>
                  </a:lnTo>
                  <a:lnTo>
                    <a:pt x="1387" y="398"/>
                  </a:lnTo>
                  <a:lnTo>
                    <a:pt x="1414" y="395"/>
                  </a:lnTo>
                  <a:lnTo>
                    <a:pt x="1443" y="392"/>
                  </a:lnTo>
                  <a:lnTo>
                    <a:pt x="1471" y="390"/>
                  </a:lnTo>
                  <a:lnTo>
                    <a:pt x="1500" y="389"/>
                  </a:lnTo>
                  <a:lnTo>
                    <a:pt x="1527" y="389"/>
                  </a:lnTo>
                  <a:lnTo>
                    <a:pt x="1569" y="389"/>
                  </a:lnTo>
                  <a:lnTo>
                    <a:pt x="1610" y="391"/>
                  </a:lnTo>
                  <a:lnTo>
                    <a:pt x="1651" y="396"/>
                  </a:lnTo>
                  <a:lnTo>
                    <a:pt x="1691" y="400"/>
                  </a:lnTo>
                  <a:lnTo>
                    <a:pt x="1732" y="407"/>
                  </a:lnTo>
                  <a:lnTo>
                    <a:pt x="1771" y="415"/>
                  </a:lnTo>
                  <a:lnTo>
                    <a:pt x="1810" y="423"/>
                  </a:lnTo>
                  <a:lnTo>
                    <a:pt x="1849" y="435"/>
                  </a:lnTo>
                  <a:lnTo>
                    <a:pt x="1882" y="444"/>
                  </a:lnTo>
                  <a:lnTo>
                    <a:pt x="1917" y="457"/>
                  </a:lnTo>
                  <a:lnTo>
                    <a:pt x="1950" y="470"/>
                  </a:lnTo>
                  <a:lnTo>
                    <a:pt x="1983" y="483"/>
                  </a:lnTo>
                  <a:lnTo>
                    <a:pt x="2015" y="498"/>
                  </a:lnTo>
                  <a:lnTo>
                    <a:pt x="2047" y="514"/>
                  </a:lnTo>
                  <a:lnTo>
                    <a:pt x="2078" y="531"/>
                  </a:lnTo>
                  <a:lnTo>
                    <a:pt x="2109" y="548"/>
                  </a:lnTo>
                  <a:lnTo>
                    <a:pt x="2139" y="567"/>
                  </a:lnTo>
                  <a:lnTo>
                    <a:pt x="2169" y="586"/>
                  </a:lnTo>
                  <a:lnTo>
                    <a:pt x="2197" y="607"/>
                  </a:lnTo>
                  <a:lnTo>
                    <a:pt x="2226" y="628"/>
                  </a:lnTo>
                  <a:lnTo>
                    <a:pt x="2254" y="650"/>
                  </a:lnTo>
                  <a:lnTo>
                    <a:pt x="2281" y="673"/>
                  </a:lnTo>
                  <a:lnTo>
                    <a:pt x="2308" y="698"/>
                  </a:lnTo>
                  <a:lnTo>
                    <a:pt x="2333" y="723"/>
                  </a:lnTo>
                  <a:lnTo>
                    <a:pt x="2353" y="743"/>
                  </a:lnTo>
                  <a:lnTo>
                    <a:pt x="2372" y="763"/>
                  </a:lnTo>
                  <a:lnTo>
                    <a:pt x="2391" y="784"/>
                  </a:lnTo>
                  <a:lnTo>
                    <a:pt x="2409" y="806"/>
                  </a:lnTo>
                  <a:lnTo>
                    <a:pt x="2426" y="827"/>
                  </a:lnTo>
                  <a:lnTo>
                    <a:pt x="2443" y="849"/>
                  </a:lnTo>
                  <a:lnTo>
                    <a:pt x="2460" y="872"/>
                  </a:lnTo>
                  <a:lnTo>
                    <a:pt x="2475" y="895"/>
                  </a:lnTo>
                  <a:lnTo>
                    <a:pt x="2489" y="918"/>
                  </a:lnTo>
                  <a:lnTo>
                    <a:pt x="2505" y="941"/>
                  </a:lnTo>
                  <a:lnTo>
                    <a:pt x="2518" y="965"/>
                  </a:lnTo>
                  <a:lnTo>
                    <a:pt x="2531" y="989"/>
                  </a:lnTo>
                  <a:lnTo>
                    <a:pt x="2545" y="1013"/>
                  </a:lnTo>
                  <a:lnTo>
                    <a:pt x="2557" y="1038"/>
                  </a:lnTo>
                  <a:lnTo>
                    <a:pt x="2568" y="1063"/>
                  </a:lnTo>
                  <a:lnTo>
                    <a:pt x="2579" y="1088"/>
                  </a:lnTo>
                  <a:lnTo>
                    <a:pt x="2589" y="1113"/>
                  </a:lnTo>
                  <a:lnTo>
                    <a:pt x="2599" y="1139"/>
                  </a:lnTo>
                  <a:lnTo>
                    <a:pt x="2608" y="1164"/>
                  </a:lnTo>
                  <a:lnTo>
                    <a:pt x="2617" y="1191"/>
                  </a:lnTo>
                  <a:lnTo>
                    <a:pt x="2624" y="1217"/>
                  </a:lnTo>
                  <a:lnTo>
                    <a:pt x="2631" y="1244"/>
                  </a:lnTo>
                  <a:lnTo>
                    <a:pt x="2638" y="1270"/>
                  </a:lnTo>
                  <a:lnTo>
                    <a:pt x="2643" y="1297"/>
                  </a:lnTo>
                  <a:lnTo>
                    <a:pt x="2649" y="1325"/>
                  </a:lnTo>
                  <a:lnTo>
                    <a:pt x="2653" y="1352"/>
                  </a:lnTo>
                  <a:lnTo>
                    <a:pt x="2658" y="1379"/>
                  </a:lnTo>
                  <a:lnTo>
                    <a:pt x="2660" y="1406"/>
                  </a:lnTo>
                  <a:lnTo>
                    <a:pt x="2663" y="1435"/>
                  </a:lnTo>
                  <a:lnTo>
                    <a:pt x="2664" y="1463"/>
                  </a:lnTo>
                  <a:lnTo>
                    <a:pt x="2666" y="1491"/>
                  </a:lnTo>
                  <a:lnTo>
                    <a:pt x="2666" y="1519"/>
                  </a:lnTo>
                  <a:lnTo>
                    <a:pt x="2661" y="1641"/>
                  </a:lnTo>
                  <a:close/>
                  <a:moveTo>
                    <a:pt x="907" y="4981"/>
                  </a:moveTo>
                  <a:lnTo>
                    <a:pt x="2149" y="4981"/>
                  </a:lnTo>
                  <a:lnTo>
                    <a:pt x="2149" y="4592"/>
                  </a:lnTo>
                  <a:lnTo>
                    <a:pt x="907" y="4592"/>
                  </a:lnTo>
                  <a:lnTo>
                    <a:pt x="907" y="4981"/>
                  </a:lnTo>
                  <a:close/>
                  <a:moveTo>
                    <a:pt x="1177" y="5429"/>
                  </a:moveTo>
                  <a:lnTo>
                    <a:pt x="1879" y="5429"/>
                  </a:lnTo>
                  <a:lnTo>
                    <a:pt x="1879" y="5209"/>
                  </a:lnTo>
                  <a:lnTo>
                    <a:pt x="1177" y="5209"/>
                  </a:lnTo>
                  <a:lnTo>
                    <a:pt x="1177" y="5429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xtLst/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</p:grpSp>
      <p:cxnSp>
        <p:nvCxnSpPr>
          <p:cNvPr id="23" name="曲线连接符 22"/>
          <p:cNvCxnSpPr/>
          <p:nvPr/>
        </p:nvCxnSpPr>
        <p:spPr>
          <a:xfrm rot="16200000" flipH="1">
            <a:off x="5463628" y="694967"/>
            <a:ext cx="1428" cy="3440866"/>
          </a:xfrm>
          <a:prstGeom prst="curvedConnector3">
            <a:avLst>
              <a:gd name="adj1" fmla="val -13282381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03" name="直线箭头连接符 20502"/>
          <p:cNvCxnSpPr/>
          <p:nvPr/>
        </p:nvCxnSpPr>
        <p:spPr>
          <a:xfrm flipH="1">
            <a:off x="4142846" y="2987933"/>
            <a:ext cx="453307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91" name="曲线连接符 20490"/>
          <p:cNvCxnSpPr/>
          <p:nvPr/>
        </p:nvCxnSpPr>
        <p:spPr>
          <a:xfrm rot="16200000" flipH="1">
            <a:off x="3726427" y="702280"/>
            <a:ext cx="1428" cy="3459224"/>
          </a:xfrm>
          <a:prstGeom prst="curvedConnector3">
            <a:avLst>
              <a:gd name="adj1" fmla="val -128506863"/>
            </a:avLst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prism isContent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5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id="17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45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4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450"/>
                            </p:stCondLst>
                            <p:childTnLst>
                              <p:par>
                                <p:cTn id="31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9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04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950"/>
                            </p:stCondLst>
                            <p:childTnLst>
                              <p:par>
                                <p:cTn id="45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04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950"/>
                            </p:stCondLst>
                            <p:childTnLst>
                              <p:par>
                                <p:cTn id="58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05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0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0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20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 animBg="1"/>
      <p:bldP spid="20493" grpId="0"/>
      <p:bldP spid="20495" grpId="0"/>
      <p:bldP spid="20498" grpId="0"/>
      <p:bldP spid="20500" grpId="0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2596050" y="2770741"/>
            <a:ext cx="4728690" cy="6232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lvl="0"/>
            <a:r>
              <a:rPr lang="zh-CN" altLang="en-US" sz="3600"/>
              <a:t>数据隐私和领域知识</a:t>
            </a:r>
            <a:endParaRPr lang="zh-CN" altLang="en-US" sz="36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文本框 36"/>
          <p:cNvSpPr txBox="1"/>
          <p:nvPr/>
        </p:nvSpPr>
        <p:spPr>
          <a:xfrm>
            <a:off x="2639647" y="3475628"/>
            <a:ext cx="4449522" cy="26161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500"/>
              </a:lnSpc>
            </a:pPr>
            <a:r>
              <a:rPr lang="en-US" altLang="zh-CN" dirty="0"/>
              <a:t>Data privacy and domain knowledge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-2776945" y="365769"/>
            <a:ext cx="4342716" cy="4321430"/>
            <a:chOff x="6940262" y="3251983"/>
            <a:chExt cx="971550" cy="966788"/>
          </a:xfrm>
        </p:grpSpPr>
        <p:sp>
          <p:nvSpPr>
            <p:cNvPr id="15" name="Freeform 5"/>
            <p:cNvSpPr>
              <a:spLocks/>
            </p:cNvSpPr>
            <p:nvPr/>
          </p:nvSpPr>
          <p:spPr bwMode="auto">
            <a:xfrm>
              <a:off x="6959312" y="3251983"/>
              <a:ext cx="928688" cy="966788"/>
            </a:xfrm>
            <a:custGeom>
              <a:avLst/>
              <a:gdLst>
                <a:gd name="T0" fmla="*/ 121 w 245"/>
                <a:gd name="T1" fmla="*/ 0 h 255"/>
                <a:gd name="T2" fmla="*/ 158 w 245"/>
                <a:gd name="T3" fmla="*/ 61 h 255"/>
                <a:gd name="T4" fmla="*/ 234 w 245"/>
                <a:gd name="T5" fmla="*/ 65 h 255"/>
                <a:gd name="T6" fmla="*/ 198 w 245"/>
                <a:gd name="T7" fmla="*/ 128 h 255"/>
                <a:gd name="T8" fmla="*/ 233 w 245"/>
                <a:gd name="T9" fmla="*/ 191 h 255"/>
                <a:gd name="T10" fmla="*/ 160 w 245"/>
                <a:gd name="T11" fmla="*/ 193 h 255"/>
                <a:gd name="T12" fmla="*/ 122 w 245"/>
                <a:gd name="T13" fmla="*/ 255 h 255"/>
                <a:gd name="T14" fmla="*/ 87 w 245"/>
                <a:gd name="T15" fmla="*/ 193 h 255"/>
                <a:gd name="T16" fmla="*/ 11 w 245"/>
                <a:gd name="T17" fmla="*/ 190 h 255"/>
                <a:gd name="T18" fmla="*/ 47 w 245"/>
                <a:gd name="T19" fmla="*/ 125 h 255"/>
                <a:gd name="T20" fmla="*/ 11 w 245"/>
                <a:gd name="T21" fmla="*/ 65 h 255"/>
                <a:gd name="T22" fmla="*/ 86 w 245"/>
                <a:gd name="T23" fmla="*/ 62 h 255"/>
                <a:gd name="T24" fmla="*/ 121 w 245"/>
                <a:gd name="T25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5" h="255">
                  <a:moveTo>
                    <a:pt x="121" y="0"/>
                  </a:moveTo>
                  <a:cubicBezTo>
                    <a:pt x="142" y="0"/>
                    <a:pt x="147" y="55"/>
                    <a:pt x="158" y="61"/>
                  </a:cubicBezTo>
                  <a:cubicBezTo>
                    <a:pt x="170" y="67"/>
                    <a:pt x="222" y="43"/>
                    <a:pt x="234" y="65"/>
                  </a:cubicBezTo>
                  <a:cubicBezTo>
                    <a:pt x="245" y="85"/>
                    <a:pt x="198" y="115"/>
                    <a:pt x="198" y="128"/>
                  </a:cubicBezTo>
                  <a:cubicBezTo>
                    <a:pt x="198" y="141"/>
                    <a:pt x="244" y="172"/>
                    <a:pt x="233" y="191"/>
                  </a:cubicBezTo>
                  <a:cubicBezTo>
                    <a:pt x="222" y="211"/>
                    <a:pt x="172" y="186"/>
                    <a:pt x="160" y="193"/>
                  </a:cubicBezTo>
                  <a:cubicBezTo>
                    <a:pt x="148" y="200"/>
                    <a:pt x="143" y="255"/>
                    <a:pt x="122" y="255"/>
                  </a:cubicBezTo>
                  <a:cubicBezTo>
                    <a:pt x="101" y="255"/>
                    <a:pt x="98" y="199"/>
                    <a:pt x="87" y="193"/>
                  </a:cubicBezTo>
                  <a:cubicBezTo>
                    <a:pt x="75" y="187"/>
                    <a:pt x="24" y="212"/>
                    <a:pt x="11" y="190"/>
                  </a:cubicBezTo>
                  <a:cubicBezTo>
                    <a:pt x="0" y="169"/>
                    <a:pt x="47" y="138"/>
                    <a:pt x="47" y="125"/>
                  </a:cubicBezTo>
                  <a:cubicBezTo>
                    <a:pt x="48" y="113"/>
                    <a:pt x="1" y="83"/>
                    <a:pt x="11" y="65"/>
                  </a:cubicBezTo>
                  <a:cubicBezTo>
                    <a:pt x="23" y="45"/>
                    <a:pt x="73" y="69"/>
                    <a:pt x="86" y="62"/>
                  </a:cubicBezTo>
                  <a:cubicBezTo>
                    <a:pt x="97" y="55"/>
                    <a:pt x="100" y="0"/>
                    <a:pt x="121" y="0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" name="Freeform 6"/>
            <p:cNvSpPr>
              <a:spLocks/>
            </p:cNvSpPr>
            <p:nvPr/>
          </p:nvSpPr>
          <p:spPr bwMode="auto">
            <a:xfrm>
              <a:off x="6956137" y="3256746"/>
              <a:ext cx="936625" cy="962025"/>
            </a:xfrm>
            <a:custGeom>
              <a:avLst/>
              <a:gdLst>
                <a:gd name="T0" fmla="*/ 129 w 247"/>
                <a:gd name="T1" fmla="*/ 1 h 254"/>
                <a:gd name="T2" fmla="*/ 162 w 247"/>
                <a:gd name="T3" fmla="*/ 63 h 254"/>
                <a:gd name="T4" fmla="*/ 237 w 247"/>
                <a:gd name="T5" fmla="*/ 71 h 254"/>
                <a:gd name="T6" fmla="*/ 198 w 247"/>
                <a:gd name="T7" fmla="*/ 131 h 254"/>
                <a:gd name="T8" fmla="*/ 229 w 247"/>
                <a:gd name="T9" fmla="*/ 196 h 254"/>
                <a:gd name="T10" fmla="*/ 156 w 247"/>
                <a:gd name="T11" fmla="*/ 193 h 254"/>
                <a:gd name="T12" fmla="*/ 116 w 247"/>
                <a:gd name="T13" fmla="*/ 252 h 254"/>
                <a:gd name="T14" fmla="*/ 84 w 247"/>
                <a:gd name="T15" fmla="*/ 189 h 254"/>
                <a:gd name="T16" fmla="*/ 11 w 247"/>
                <a:gd name="T17" fmla="*/ 182 h 254"/>
                <a:gd name="T18" fmla="*/ 49 w 247"/>
                <a:gd name="T19" fmla="*/ 121 h 254"/>
                <a:gd name="T20" fmla="*/ 18 w 247"/>
                <a:gd name="T21" fmla="*/ 59 h 254"/>
                <a:gd name="T22" fmla="*/ 91 w 247"/>
                <a:gd name="T23" fmla="*/ 60 h 254"/>
                <a:gd name="T24" fmla="*/ 129 w 247"/>
                <a:gd name="T25" fmla="*/ 1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4">
                  <a:moveTo>
                    <a:pt x="129" y="1"/>
                  </a:moveTo>
                  <a:cubicBezTo>
                    <a:pt x="150" y="2"/>
                    <a:pt x="151" y="57"/>
                    <a:pt x="162" y="63"/>
                  </a:cubicBezTo>
                  <a:cubicBezTo>
                    <a:pt x="174" y="70"/>
                    <a:pt x="226" y="49"/>
                    <a:pt x="237" y="71"/>
                  </a:cubicBezTo>
                  <a:cubicBezTo>
                    <a:pt x="247" y="91"/>
                    <a:pt x="199" y="118"/>
                    <a:pt x="198" y="131"/>
                  </a:cubicBezTo>
                  <a:cubicBezTo>
                    <a:pt x="197" y="144"/>
                    <a:pt x="241" y="177"/>
                    <a:pt x="229" y="196"/>
                  </a:cubicBezTo>
                  <a:cubicBezTo>
                    <a:pt x="217" y="214"/>
                    <a:pt x="169" y="187"/>
                    <a:pt x="156" y="193"/>
                  </a:cubicBezTo>
                  <a:cubicBezTo>
                    <a:pt x="144" y="199"/>
                    <a:pt x="137" y="254"/>
                    <a:pt x="116" y="252"/>
                  </a:cubicBezTo>
                  <a:cubicBezTo>
                    <a:pt x="95" y="251"/>
                    <a:pt x="95" y="196"/>
                    <a:pt x="84" y="189"/>
                  </a:cubicBezTo>
                  <a:cubicBezTo>
                    <a:pt x="73" y="182"/>
                    <a:pt x="21" y="204"/>
                    <a:pt x="11" y="182"/>
                  </a:cubicBezTo>
                  <a:cubicBezTo>
                    <a:pt x="0" y="161"/>
                    <a:pt x="48" y="134"/>
                    <a:pt x="49" y="121"/>
                  </a:cubicBezTo>
                  <a:cubicBezTo>
                    <a:pt x="50" y="108"/>
                    <a:pt x="7" y="76"/>
                    <a:pt x="18" y="59"/>
                  </a:cubicBezTo>
                  <a:cubicBezTo>
                    <a:pt x="30" y="40"/>
                    <a:pt x="78" y="66"/>
                    <a:pt x="91" y="60"/>
                  </a:cubicBezTo>
                  <a:cubicBezTo>
                    <a:pt x="103" y="54"/>
                    <a:pt x="109" y="0"/>
                    <a:pt x="129" y="1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" name="Freeform 7"/>
            <p:cNvSpPr>
              <a:spLocks/>
            </p:cNvSpPr>
            <p:nvPr/>
          </p:nvSpPr>
          <p:spPr bwMode="auto">
            <a:xfrm>
              <a:off x="6956137" y="3259921"/>
              <a:ext cx="936625" cy="955675"/>
            </a:xfrm>
            <a:custGeom>
              <a:avLst/>
              <a:gdLst>
                <a:gd name="T0" fmla="*/ 137 w 247"/>
                <a:gd name="T1" fmla="*/ 2 h 252"/>
                <a:gd name="T2" fmla="*/ 165 w 247"/>
                <a:gd name="T3" fmla="*/ 65 h 252"/>
                <a:gd name="T4" fmla="*/ 239 w 247"/>
                <a:gd name="T5" fmla="*/ 77 h 252"/>
                <a:gd name="T6" fmla="*/ 197 w 247"/>
                <a:gd name="T7" fmla="*/ 134 h 252"/>
                <a:gd name="T8" fmla="*/ 224 w 247"/>
                <a:gd name="T9" fmla="*/ 200 h 252"/>
                <a:gd name="T10" fmla="*/ 152 w 247"/>
                <a:gd name="T11" fmla="*/ 193 h 252"/>
                <a:gd name="T12" fmla="*/ 109 w 247"/>
                <a:gd name="T13" fmla="*/ 250 h 252"/>
                <a:gd name="T14" fmla="*/ 81 w 247"/>
                <a:gd name="T15" fmla="*/ 185 h 252"/>
                <a:gd name="T16" fmla="*/ 9 w 247"/>
                <a:gd name="T17" fmla="*/ 174 h 252"/>
                <a:gd name="T18" fmla="*/ 50 w 247"/>
                <a:gd name="T19" fmla="*/ 116 h 252"/>
                <a:gd name="T20" fmla="*/ 23 w 247"/>
                <a:gd name="T21" fmla="*/ 52 h 252"/>
                <a:gd name="T22" fmla="*/ 95 w 247"/>
                <a:gd name="T23" fmla="*/ 58 h 252"/>
                <a:gd name="T24" fmla="*/ 137 w 247"/>
                <a:gd name="T25" fmla="*/ 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2">
                  <a:moveTo>
                    <a:pt x="137" y="2"/>
                  </a:moveTo>
                  <a:cubicBezTo>
                    <a:pt x="157" y="4"/>
                    <a:pt x="155" y="58"/>
                    <a:pt x="165" y="65"/>
                  </a:cubicBezTo>
                  <a:cubicBezTo>
                    <a:pt x="177" y="73"/>
                    <a:pt x="229" y="55"/>
                    <a:pt x="239" y="77"/>
                  </a:cubicBezTo>
                  <a:cubicBezTo>
                    <a:pt x="247" y="98"/>
                    <a:pt x="198" y="121"/>
                    <a:pt x="197" y="134"/>
                  </a:cubicBezTo>
                  <a:cubicBezTo>
                    <a:pt x="196" y="147"/>
                    <a:pt x="237" y="182"/>
                    <a:pt x="224" y="200"/>
                  </a:cubicBezTo>
                  <a:cubicBezTo>
                    <a:pt x="210" y="217"/>
                    <a:pt x="164" y="188"/>
                    <a:pt x="152" y="193"/>
                  </a:cubicBezTo>
                  <a:cubicBezTo>
                    <a:pt x="140" y="198"/>
                    <a:pt x="130" y="252"/>
                    <a:pt x="109" y="250"/>
                  </a:cubicBezTo>
                  <a:cubicBezTo>
                    <a:pt x="88" y="247"/>
                    <a:pt x="91" y="192"/>
                    <a:pt x="81" y="185"/>
                  </a:cubicBezTo>
                  <a:cubicBezTo>
                    <a:pt x="70" y="177"/>
                    <a:pt x="18" y="196"/>
                    <a:pt x="9" y="174"/>
                  </a:cubicBezTo>
                  <a:cubicBezTo>
                    <a:pt x="0" y="153"/>
                    <a:pt x="49" y="129"/>
                    <a:pt x="50" y="116"/>
                  </a:cubicBezTo>
                  <a:cubicBezTo>
                    <a:pt x="52" y="104"/>
                    <a:pt x="11" y="69"/>
                    <a:pt x="23" y="52"/>
                  </a:cubicBezTo>
                  <a:cubicBezTo>
                    <a:pt x="37" y="35"/>
                    <a:pt x="83" y="63"/>
                    <a:pt x="95" y="58"/>
                  </a:cubicBezTo>
                  <a:cubicBezTo>
                    <a:pt x="107" y="53"/>
                    <a:pt x="116" y="0"/>
                    <a:pt x="137" y="2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" name="Freeform 8"/>
            <p:cNvSpPr>
              <a:spLocks/>
            </p:cNvSpPr>
            <p:nvPr/>
          </p:nvSpPr>
          <p:spPr bwMode="auto">
            <a:xfrm>
              <a:off x="6951375" y="3259921"/>
              <a:ext cx="944563" cy="950913"/>
            </a:xfrm>
            <a:custGeom>
              <a:avLst/>
              <a:gdLst>
                <a:gd name="T0" fmla="*/ 145 w 249"/>
                <a:gd name="T1" fmla="*/ 4 h 251"/>
                <a:gd name="T2" fmla="*/ 170 w 249"/>
                <a:gd name="T3" fmla="*/ 69 h 251"/>
                <a:gd name="T4" fmla="*/ 242 w 249"/>
                <a:gd name="T5" fmla="*/ 84 h 251"/>
                <a:gd name="T6" fmla="*/ 197 w 249"/>
                <a:gd name="T7" fmla="*/ 138 h 251"/>
                <a:gd name="T8" fmla="*/ 219 w 249"/>
                <a:gd name="T9" fmla="*/ 205 h 251"/>
                <a:gd name="T10" fmla="*/ 148 w 249"/>
                <a:gd name="T11" fmla="*/ 194 h 251"/>
                <a:gd name="T12" fmla="*/ 103 w 249"/>
                <a:gd name="T13" fmla="*/ 248 h 251"/>
                <a:gd name="T14" fmla="*/ 79 w 249"/>
                <a:gd name="T15" fmla="*/ 182 h 251"/>
                <a:gd name="T16" fmla="*/ 8 w 249"/>
                <a:gd name="T17" fmla="*/ 168 h 251"/>
                <a:gd name="T18" fmla="*/ 52 w 249"/>
                <a:gd name="T19" fmla="*/ 112 h 251"/>
                <a:gd name="T20" fmla="*/ 30 w 249"/>
                <a:gd name="T21" fmla="*/ 47 h 251"/>
                <a:gd name="T22" fmla="*/ 100 w 249"/>
                <a:gd name="T23" fmla="*/ 56 h 251"/>
                <a:gd name="T24" fmla="*/ 145 w 249"/>
                <a:gd name="T25" fmla="*/ 4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9" h="251">
                  <a:moveTo>
                    <a:pt x="145" y="4"/>
                  </a:moveTo>
                  <a:cubicBezTo>
                    <a:pt x="165" y="7"/>
                    <a:pt x="160" y="61"/>
                    <a:pt x="170" y="69"/>
                  </a:cubicBezTo>
                  <a:cubicBezTo>
                    <a:pt x="180" y="77"/>
                    <a:pt x="233" y="62"/>
                    <a:pt x="242" y="84"/>
                  </a:cubicBezTo>
                  <a:cubicBezTo>
                    <a:pt x="249" y="105"/>
                    <a:pt x="199" y="126"/>
                    <a:pt x="197" y="138"/>
                  </a:cubicBezTo>
                  <a:cubicBezTo>
                    <a:pt x="195" y="150"/>
                    <a:pt x="234" y="188"/>
                    <a:pt x="219" y="205"/>
                  </a:cubicBezTo>
                  <a:cubicBezTo>
                    <a:pt x="205" y="222"/>
                    <a:pt x="161" y="190"/>
                    <a:pt x="148" y="194"/>
                  </a:cubicBezTo>
                  <a:cubicBezTo>
                    <a:pt x="137" y="199"/>
                    <a:pt x="124" y="251"/>
                    <a:pt x="103" y="248"/>
                  </a:cubicBezTo>
                  <a:cubicBezTo>
                    <a:pt x="83" y="244"/>
                    <a:pt x="88" y="190"/>
                    <a:pt x="79" y="182"/>
                  </a:cubicBezTo>
                  <a:cubicBezTo>
                    <a:pt x="69" y="173"/>
                    <a:pt x="16" y="189"/>
                    <a:pt x="8" y="168"/>
                  </a:cubicBezTo>
                  <a:cubicBezTo>
                    <a:pt x="0" y="147"/>
                    <a:pt x="50" y="125"/>
                    <a:pt x="52" y="112"/>
                  </a:cubicBezTo>
                  <a:cubicBezTo>
                    <a:pt x="55" y="100"/>
                    <a:pt x="16" y="63"/>
                    <a:pt x="30" y="47"/>
                  </a:cubicBezTo>
                  <a:cubicBezTo>
                    <a:pt x="44" y="30"/>
                    <a:pt x="88" y="61"/>
                    <a:pt x="100" y="56"/>
                  </a:cubicBezTo>
                  <a:cubicBezTo>
                    <a:pt x="112" y="52"/>
                    <a:pt x="125" y="0"/>
                    <a:pt x="145" y="4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Freeform 9"/>
            <p:cNvSpPr>
              <a:spLocks/>
            </p:cNvSpPr>
            <p:nvPr/>
          </p:nvSpPr>
          <p:spPr bwMode="auto">
            <a:xfrm>
              <a:off x="6948200" y="3263096"/>
              <a:ext cx="950913" cy="947738"/>
            </a:xfrm>
            <a:custGeom>
              <a:avLst/>
              <a:gdLst>
                <a:gd name="T0" fmla="*/ 153 w 251"/>
                <a:gd name="T1" fmla="*/ 5 h 250"/>
                <a:gd name="T2" fmla="*/ 174 w 251"/>
                <a:gd name="T3" fmla="*/ 71 h 250"/>
                <a:gd name="T4" fmla="*/ 244 w 251"/>
                <a:gd name="T5" fmla="*/ 90 h 250"/>
                <a:gd name="T6" fmla="*/ 197 w 251"/>
                <a:gd name="T7" fmla="*/ 141 h 250"/>
                <a:gd name="T8" fmla="*/ 215 w 251"/>
                <a:gd name="T9" fmla="*/ 209 h 250"/>
                <a:gd name="T10" fmla="*/ 145 w 251"/>
                <a:gd name="T11" fmla="*/ 194 h 250"/>
                <a:gd name="T12" fmla="*/ 97 w 251"/>
                <a:gd name="T13" fmla="*/ 245 h 250"/>
                <a:gd name="T14" fmla="*/ 76 w 251"/>
                <a:gd name="T15" fmla="*/ 177 h 250"/>
                <a:gd name="T16" fmla="*/ 7 w 251"/>
                <a:gd name="T17" fmla="*/ 160 h 250"/>
                <a:gd name="T18" fmla="*/ 54 w 251"/>
                <a:gd name="T19" fmla="*/ 108 h 250"/>
                <a:gd name="T20" fmla="*/ 36 w 251"/>
                <a:gd name="T21" fmla="*/ 40 h 250"/>
                <a:gd name="T22" fmla="*/ 105 w 251"/>
                <a:gd name="T23" fmla="*/ 54 h 250"/>
                <a:gd name="T24" fmla="*/ 153 w 251"/>
                <a:gd name="T25" fmla="*/ 5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50">
                  <a:moveTo>
                    <a:pt x="153" y="5"/>
                  </a:moveTo>
                  <a:cubicBezTo>
                    <a:pt x="173" y="9"/>
                    <a:pt x="165" y="62"/>
                    <a:pt x="174" y="71"/>
                  </a:cubicBezTo>
                  <a:cubicBezTo>
                    <a:pt x="184" y="80"/>
                    <a:pt x="238" y="68"/>
                    <a:pt x="244" y="90"/>
                  </a:cubicBezTo>
                  <a:cubicBezTo>
                    <a:pt x="251" y="111"/>
                    <a:pt x="200" y="129"/>
                    <a:pt x="197" y="141"/>
                  </a:cubicBezTo>
                  <a:cubicBezTo>
                    <a:pt x="194" y="153"/>
                    <a:pt x="231" y="193"/>
                    <a:pt x="215" y="209"/>
                  </a:cubicBezTo>
                  <a:cubicBezTo>
                    <a:pt x="199" y="225"/>
                    <a:pt x="158" y="191"/>
                    <a:pt x="145" y="194"/>
                  </a:cubicBezTo>
                  <a:cubicBezTo>
                    <a:pt x="133" y="198"/>
                    <a:pt x="117" y="250"/>
                    <a:pt x="97" y="245"/>
                  </a:cubicBezTo>
                  <a:cubicBezTo>
                    <a:pt x="77" y="240"/>
                    <a:pt x="86" y="186"/>
                    <a:pt x="76" y="177"/>
                  </a:cubicBezTo>
                  <a:cubicBezTo>
                    <a:pt x="67" y="169"/>
                    <a:pt x="14" y="181"/>
                    <a:pt x="7" y="160"/>
                  </a:cubicBezTo>
                  <a:cubicBezTo>
                    <a:pt x="0" y="139"/>
                    <a:pt x="51" y="120"/>
                    <a:pt x="54" y="108"/>
                  </a:cubicBezTo>
                  <a:cubicBezTo>
                    <a:pt x="57" y="95"/>
                    <a:pt x="21" y="56"/>
                    <a:pt x="36" y="40"/>
                  </a:cubicBezTo>
                  <a:cubicBezTo>
                    <a:pt x="51" y="25"/>
                    <a:pt x="93" y="58"/>
                    <a:pt x="105" y="54"/>
                  </a:cubicBezTo>
                  <a:cubicBezTo>
                    <a:pt x="117" y="51"/>
                    <a:pt x="133" y="0"/>
                    <a:pt x="153" y="5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Freeform 10"/>
            <p:cNvSpPr>
              <a:spLocks/>
            </p:cNvSpPr>
            <p:nvPr/>
          </p:nvSpPr>
          <p:spPr bwMode="auto">
            <a:xfrm>
              <a:off x="6948200" y="3263096"/>
              <a:ext cx="950913" cy="944563"/>
            </a:xfrm>
            <a:custGeom>
              <a:avLst/>
              <a:gdLst>
                <a:gd name="T0" fmla="*/ 160 w 251"/>
                <a:gd name="T1" fmla="*/ 6 h 249"/>
                <a:gd name="T2" fmla="*/ 178 w 251"/>
                <a:gd name="T3" fmla="*/ 74 h 249"/>
                <a:gd name="T4" fmla="*/ 246 w 251"/>
                <a:gd name="T5" fmla="*/ 97 h 249"/>
                <a:gd name="T6" fmla="*/ 196 w 251"/>
                <a:gd name="T7" fmla="*/ 145 h 249"/>
                <a:gd name="T8" fmla="*/ 209 w 251"/>
                <a:gd name="T9" fmla="*/ 215 h 249"/>
                <a:gd name="T10" fmla="*/ 141 w 251"/>
                <a:gd name="T11" fmla="*/ 195 h 249"/>
                <a:gd name="T12" fmla="*/ 91 w 251"/>
                <a:gd name="T13" fmla="*/ 243 h 249"/>
                <a:gd name="T14" fmla="*/ 73 w 251"/>
                <a:gd name="T15" fmla="*/ 174 h 249"/>
                <a:gd name="T16" fmla="*/ 5 w 251"/>
                <a:gd name="T17" fmla="*/ 153 h 249"/>
                <a:gd name="T18" fmla="*/ 55 w 251"/>
                <a:gd name="T19" fmla="*/ 104 h 249"/>
                <a:gd name="T20" fmla="*/ 42 w 251"/>
                <a:gd name="T21" fmla="*/ 35 h 249"/>
                <a:gd name="T22" fmla="*/ 109 w 251"/>
                <a:gd name="T23" fmla="*/ 53 h 249"/>
                <a:gd name="T24" fmla="*/ 160 w 251"/>
                <a:gd name="T25" fmla="*/ 6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49">
                  <a:moveTo>
                    <a:pt x="160" y="6"/>
                  </a:moveTo>
                  <a:cubicBezTo>
                    <a:pt x="181" y="12"/>
                    <a:pt x="169" y="65"/>
                    <a:pt x="178" y="74"/>
                  </a:cubicBezTo>
                  <a:cubicBezTo>
                    <a:pt x="187" y="84"/>
                    <a:pt x="241" y="76"/>
                    <a:pt x="246" y="97"/>
                  </a:cubicBezTo>
                  <a:cubicBezTo>
                    <a:pt x="251" y="118"/>
                    <a:pt x="199" y="133"/>
                    <a:pt x="196" y="145"/>
                  </a:cubicBezTo>
                  <a:cubicBezTo>
                    <a:pt x="192" y="157"/>
                    <a:pt x="226" y="199"/>
                    <a:pt x="209" y="215"/>
                  </a:cubicBezTo>
                  <a:cubicBezTo>
                    <a:pt x="193" y="230"/>
                    <a:pt x="154" y="193"/>
                    <a:pt x="141" y="195"/>
                  </a:cubicBezTo>
                  <a:cubicBezTo>
                    <a:pt x="129" y="198"/>
                    <a:pt x="110" y="249"/>
                    <a:pt x="91" y="243"/>
                  </a:cubicBezTo>
                  <a:cubicBezTo>
                    <a:pt x="70" y="237"/>
                    <a:pt x="82" y="184"/>
                    <a:pt x="73" y="174"/>
                  </a:cubicBezTo>
                  <a:cubicBezTo>
                    <a:pt x="64" y="165"/>
                    <a:pt x="11" y="174"/>
                    <a:pt x="5" y="153"/>
                  </a:cubicBezTo>
                  <a:cubicBezTo>
                    <a:pt x="0" y="132"/>
                    <a:pt x="52" y="116"/>
                    <a:pt x="55" y="104"/>
                  </a:cubicBezTo>
                  <a:cubicBezTo>
                    <a:pt x="59" y="92"/>
                    <a:pt x="25" y="50"/>
                    <a:pt x="42" y="35"/>
                  </a:cubicBezTo>
                  <a:cubicBezTo>
                    <a:pt x="58" y="20"/>
                    <a:pt x="97" y="56"/>
                    <a:pt x="109" y="53"/>
                  </a:cubicBezTo>
                  <a:cubicBezTo>
                    <a:pt x="122" y="50"/>
                    <a:pt x="141" y="0"/>
                    <a:pt x="160" y="6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" name="Freeform 11"/>
            <p:cNvSpPr>
              <a:spLocks/>
            </p:cNvSpPr>
            <p:nvPr/>
          </p:nvSpPr>
          <p:spPr bwMode="auto">
            <a:xfrm>
              <a:off x="6945025" y="3267858"/>
              <a:ext cx="958850" cy="936625"/>
            </a:xfrm>
            <a:custGeom>
              <a:avLst/>
              <a:gdLst>
                <a:gd name="T0" fmla="*/ 169 w 253"/>
                <a:gd name="T1" fmla="*/ 7 h 247"/>
                <a:gd name="T2" fmla="*/ 182 w 253"/>
                <a:gd name="T3" fmla="*/ 77 h 247"/>
                <a:gd name="T4" fmla="*/ 249 w 253"/>
                <a:gd name="T5" fmla="*/ 104 h 247"/>
                <a:gd name="T6" fmla="*/ 196 w 253"/>
                <a:gd name="T7" fmla="*/ 148 h 247"/>
                <a:gd name="T8" fmla="*/ 205 w 253"/>
                <a:gd name="T9" fmla="*/ 219 h 247"/>
                <a:gd name="T10" fmla="*/ 137 w 253"/>
                <a:gd name="T11" fmla="*/ 196 h 247"/>
                <a:gd name="T12" fmla="*/ 85 w 253"/>
                <a:gd name="T13" fmla="*/ 240 h 247"/>
                <a:gd name="T14" fmla="*/ 71 w 253"/>
                <a:gd name="T15" fmla="*/ 170 h 247"/>
                <a:gd name="T16" fmla="*/ 5 w 253"/>
                <a:gd name="T17" fmla="*/ 145 h 247"/>
                <a:gd name="T18" fmla="*/ 57 w 253"/>
                <a:gd name="T19" fmla="*/ 100 h 247"/>
                <a:gd name="T20" fmla="*/ 48 w 253"/>
                <a:gd name="T21" fmla="*/ 29 h 247"/>
                <a:gd name="T22" fmla="*/ 115 w 253"/>
                <a:gd name="T23" fmla="*/ 51 h 247"/>
                <a:gd name="T24" fmla="*/ 169 w 253"/>
                <a:gd name="T25" fmla="*/ 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7">
                  <a:moveTo>
                    <a:pt x="169" y="7"/>
                  </a:moveTo>
                  <a:cubicBezTo>
                    <a:pt x="189" y="15"/>
                    <a:pt x="174" y="67"/>
                    <a:pt x="182" y="77"/>
                  </a:cubicBezTo>
                  <a:cubicBezTo>
                    <a:pt x="191" y="87"/>
                    <a:pt x="245" y="82"/>
                    <a:pt x="249" y="104"/>
                  </a:cubicBezTo>
                  <a:cubicBezTo>
                    <a:pt x="253" y="124"/>
                    <a:pt x="200" y="136"/>
                    <a:pt x="196" y="148"/>
                  </a:cubicBezTo>
                  <a:cubicBezTo>
                    <a:pt x="191" y="160"/>
                    <a:pt x="223" y="204"/>
                    <a:pt x="205" y="219"/>
                  </a:cubicBezTo>
                  <a:cubicBezTo>
                    <a:pt x="187" y="233"/>
                    <a:pt x="150" y="193"/>
                    <a:pt x="137" y="196"/>
                  </a:cubicBezTo>
                  <a:cubicBezTo>
                    <a:pt x="125" y="198"/>
                    <a:pt x="104" y="247"/>
                    <a:pt x="85" y="240"/>
                  </a:cubicBezTo>
                  <a:cubicBezTo>
                    <a:pt x="65" y="233"/>
                    <a:pt x="79" y="180"/>
                    <a:pt x="71" y="170"/>
                  </a:cubicBezTo>
                  <a:cubicBezTo>
                    <a:pt x="63" y="160"/>
                    <a:pt x="9" y="166"/>
                    <a:pt x="5" y="145"/>
                  </a:cubicBezTo>
                  <a:cubicBezTo>
                    <a:pt x="0" y="124"/>
                    <a:pt x="53" y="111"/>
                    <a:pt x="57" y="100"/>
                  </a:cubicBezTo>
                  <a:cubicBezTo>
                    <a:pt x="61" y="87"/>
                    <a:pt x="30" y="43"/>
                    <a:pt x="48" y="29"/>
                  </a:cubicBezTo>
                  <a:cubicBezTo>
                    <a:pt x="65" y="15"/>
                    <a:pt x="102" y="54"/>
                    <a:pt x="115" y="51"/>
                  </a:cubicBezTo>
                  <a:cubicBezTo>
                    <a:pt x="127" y="49"/>
                    <a:pt x="149" y="0"/>
                    <a:pt x="169" y="7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" name="Freeform 12"/>
            <p:cNvSpPr>
              <a:spLocks/>
            </p:cNvSpPr>
            <p:nvPr/>
          </p:nvSpPr>
          <p:spPr bwMode="auto">
            <a:xfrm>
              <a:off x="6945025" y="3271033"/>
              <a:ext cx="958850" cy="928688"/>
            </a:xfrm>
            <a:custGeom>
              <a:avLst/>
              <a:gdLst>
                <a:gd name="T0" fmla="*/ 176 w 253"/>
                <a:gd name="T1" fmla="*/ 8 h 245"/>
                <a:gd name="T2" fmla="*/ 185 w 253"/>
                <a:gd name="T3" fmla="*/ 79 h 245"/>
                <a:gd name="T4" fmla="*/ 251 w 253"/>
                <a:gd name="T5" fmla="*/ 110 h 245"/>
                <a:gd name="T6" fmla="*/ 195 w 253"/>
                <a:gd name="T7" fmla="*/ 151 h 245"/>
                <a:gd name="T8" fmla="*/ 200 w 253"/>
                <a:gd name="T9" fmla="*/ 223 h 245"/>
                <a:gd name="T10" fmla="*/ 133 w 253"/>
                <a:gd name="T11" fmla="*/ 196 h 245"/>
                <a:gd name="T12" fmla="*/ 78 w 253"/>
                <a:gd name="T13" fmla="*/ 238 h 245"/>
                <a:gd name="T14" fmla="*/ 67 w 253"/>
                <a:gd name="T15" fmla="*/ 166 h 245"/>
                <a:gd name="T16" fmla="*/ 3 w 253"/>
                <a:gd name="T17" fmla="*/ 138 h 245"/>
                <a:gd name="T18" fmla="*/ 58 w 253"/>
                <a:gd name="T19" fmla="*/ 95 h 245"/>
                <a:gd name="T20" fmla="*/ 54 w 253"/>
                <a:gd name="T21" fmla="*/ 22 h 245"/>
                <a:gd name="T22" fmla="*/ 119 w 253"/>
                <a:gd name="T23" fmla="*/ 49 h 245"/>
                <a:gd name="T24" fmla="*/ 176 w 253"/>
                <a:gd name="T25" fmla="*/ 8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5">
                  <a:moveTo>
                    <a:pt x="176" y="8"/>
                  </a:moveTo>
                  <a:cubicBezTo>
                    <a:pt x="196" y="17"/>
                    <a:pt x="178" y="68"/>
                    <a:pt x="185" y="79"/>
                  </a:cubicBezTo>
                  <a:cubicBezTo>
                    <a:pt x="193" y="90"/>
                    <a:pt x="248" y="88"/>
                    <a:pt x="251" y="110"/>
                  </a:cubicBezTo>
                  <a:cubicBezTo>
                    <a:pt x="253" y="130"/>
                    <a:pt x="199" y="139"/>
                    <a:pt x="195" y="151"/>
                  </a:cubicBezTo>
                  <a:cubicBezTo>
                    <a:pt x="190" y="163"/>
                    <a:pt x="219" y="210"/>
                    <a:pt x="200" y="223"/>
                  </a:cubicBezTo>
                  <a:cubicBezTo>
                    <a:pt x="181" y="237"/>
                    <a:pt x="146" y="194"/>
                    <a:pt x="133" y="196"/>
                  </a:cubicBezTo>
                  <a:cubicBezTo>
                    <a:pt x="121" y="197"/>
                    <a:pt x="97" y="245"/>
                    <a:pt x="78" y="238"/>
                  </a:cubicBezTo>
                  <a:cubicBezTo>
                    <a:pt x="58" y="229"/>
                    <a:pt x="75" y="177"/>
                    <a:pt x="67" y="166"/>
                  </a:cubicBezTo>
                  <a:cubicBezTo>
                    <a:pt x="60" y="155"/>
                    <a:pt x="6" y="159"/>
                    <a:pt x="3" y="138"/>
                  </a:cubicBezTo>
                  <a:cubicBezTo>
                    <a:pt x="0" y="117"/>
                    <a:pt x="53" y="106"/>
                    <a:pt x="58" y="95"/>
                  </a:cubicBezTo>
                  <a:cubicBezTo>
                    <a:pt x="63" y="82"/>
                    <a:pt x="34" y="36"/>
                    <a:pt x="54" y="22"/>
                  </a:cubicBezTo>
                  <a:cubicBezTo>
                    <a:pt x="72" y="9"/>
                    <a:pt x="106" y="51"/>
                    <a:pt x="119" y="49"/>
                  </a:cubicBezTo>
                  <a:cubicBezTo>
                    <a:pt x="131" y="48"/>
                    <a:pt x="156" y="0"/>
                    <a:pt x="176" y="8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" name="Freeform 13"/>
            <p:cNvSpPr>
              <a:spLocks/>
            </p:cNvSpPr>
            <p:nvPr/>
          </p:nvSpPr>
          <p:spPr bwMode="auto">
            <a:xfrm>
              <a:off x="6940262" y="3271033"/>
              <a:ext cx="966788" cy="928688"/>
            </a:xfrm>
            <a:custGeom>
              <a:avLst/>
              <a:gdLst>
                <a:gd name="T0" fmla="*/ 184 w 255"/>
                <a:gd name="T1" fmla="*/ 10 h 245"/>
                <a:gd name="T2" fmla="*/ 190 w 255"/>
                <a:gd name="T3" fmla="*/ 82 h 245"/>
                <a:gd name="T4" fmla="*/ 254 w 255"/>
                <a:gd name="T5" fmla="*/ 117 h 245"/>
                <a:gd name="T6" fmla="*/ 195 w 255"/>
                <a:gd name="T7" fmla="*/ 155 h 245"/>
                <a:gd name="T8" fmla="*/ 195 w 255"/>
                <a:gd name="T9" fmla="*/ 229 h 245"/>
                <a:gd name="T10" fmla="*/ 130 w 255"/>
                <a:gd name="T11" fmla="*/ 197 h 245"/>
                <a:gd name="T12" fmla="*/ 72 w 255"/>
                <a:gd name="T13" fmla="*/ 236 h 245"/>
                <a:gd name="T14" fmla="*/ 65 w 255"/>
                <a:gd name="T15" fmla="*/ 162 h 245"/>
                <a:gd name="T16" fmla="*/ 2 w 255"/>
                <a:gd name="T17" fmla="*/ 131 h 245"/>
                <a:gd name="T18" fmla="*/ 60 w 255"/>
                <a:gd name="T19" fmla="*/ 91 h 245"/>
                <a:gd name="T20" fmla="*/ 60 w 255"/>
                <a:gd name="T21" fmla="*/ 17 h 245"/>
                <a:gd name="T22" fmla="*/ 124 w 255"/>
                <a:gd name="T23" fmla="*/ 48 h 245"/>
                <a:gd name="T24" fmla="*/ 184 w 255"/>
                <a:gd name="T25" fmla="*/ 1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5" h="245">
                  <a:moveTo>
                    <a:pt x="184" y="10"/>
                  </a:moveTo>
                  <a:cubicBezTo>
                    <a:pt x="204" y="20"/>
                    <a:pt x="182" y="71"/>
                    <a:pt x="190" y="82"/>
                  </a:cubicBezTo>
                  <a:cubicBezTo>
                    <a:pt x="197" y="94"/>
                    <a:pt x="252" y="95"/>
                    <a:pt x="254" y="117"/>
                  </a:cubicBezTo>
                  <a:cubicBezTo>
                    <a:pt x="255" y="137"/>
                    <a:pt x="200" y="144"/>
                    <a:pt x="195" y="155"/>
                  </a:cubicBezTo>
                  <a:cubicBezTo>
                    <a:pt x="189" y="167"/>
                    <a:pt x="216" y="216"/>
                    <a:pt x="195" y="229"/>
                  </a:cubicBezTo>
                  <a:cubicBezTo>
                    <a:pt x="176" y="241"/>
                    <a:pt x="143" y="196"/>
                    <a:pt x="130" y="197"/>
                  </a:cubicBezTo>
                  <a:cubicBezTo>
                    <a:pt x="118" y="197"/>
                    <a:pt x="91" y="245"/>
                    <a:pt x="72" y="236"/>
                  </a:cubicBezTo>
                  <a:cubicBezTo>
                    <a:pt x="52" y="226"/>
                    <a:pt x="73" y="174"/>
                    <a:pt x="65" y="162"/>
                  </a:cubicBezTo>
                  <a:cubicBezTo>
                    <a:pt x="58" y="152"/>
                    <a:pt x="3" y="152"/>
                    <a:pt x="2" y="131"/>
                  </a:cubicBezTo>
                  <a:cubicBezTo>
                    <a:pt x="0" y="110"/>
                    <a:pt x="55" y="103"/>
                    <a:pt x="60" y="91"/>
                  </a:cubicBezTo>
                  <a:cubicBezTo>
                    <a:pt x="66" y="79"/>
                    <a:pt x="39" y="30"/>
                    <a:pt x="60" y="17"/>
                  </a:cubicBezTo>
                  <a:cubicBezTo>
                    <a:pt x="79" y="5"/>
                    <a:pt x="111" y="49"/>
                    <a:pt x="124" y="48"/>
                  </a:cubicBezTo>
                  <a:cubicBezTo>
                    <a:pt x="137" y="48"/>
                    <a:pt x="165" y="0"/>
                    <a:pt x="184" y="10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" name="Freeform 14"/>
            <p:cNvSpPr>
              <a:spLocks/>
            </p:cNvSpPr>
            <p:nvPr/>
          </p:nvSpPr>
          <p:spPr bwMode="auto">
            <a:xfrm>
              <a:off x="6940262" y="3271033"/>
              <a:ext cx="971550" cy="933450"/>
            </a:xfrm>
            <a:custGeom>
              <a:avLst/>
              <a:gdLst>
                <a:gd name="T0" fmla="*/ 0 w 256"/>
                <a:gd name="T1" fmla="*/ 124 h 246"/>
                <a:gd name="T2" fmla="*/ 61 w 256"/>
                <a:gd name="T3" fmla="*/ 88 h 246"/>
                <a:gd name="T4" fmla="*/ 65 w 256"/>
                <a:gd name="T5" fmla="*/ 11 h 246"/>
                <a:gd name="T6" fmla="*/ 128 w 256"/>
                <a:gd name="T7" fmla="*/ 47 h 246"/>
                <a:gd name="T8" fmla="*/ 191 w 256"/>
                <a:gd name="T9" fmla="*/ 12 h 246"/>
                <a:gd name="T10" fmla="*/ 193 w 256"/>
                <a:gd name="T11" fmla="*/ 86 h 246"/>
                <a:gd name="T12" fmla="*/ 255 w 256"/>
                <a:gd name="T13" fmla="*/ 124 h 246"/>
                <a:gd name="T14" fmla="*/ 194 w 256"/>
                <a:gd name="T15" fmla="*/ 159 h 246"/>
                <a:gd name="T16" fmla="*/ 190 w 256"/>
                <a:gd name="T17" fmla="*/ 234 h 246"/>
                <a:gd name="T18" fmla="*/ 125 w 256"/>
                <a:gd name="T19" fmla="*/ 198 h 246"/>
                <a:gd name="T20" fmla="*/ 65 w 256"/>
                <a:gd name="T21" fmla="*/ 234 h 246"/>
                <a:gd name="T22" fmla="*/ 62 w 256"/>
                <a:gd name="T23" fmla="*/ 159 h 246"/>
                <a:gd name="T24" fmla="*/ 0 w 256"/>
                <a:gd name="T25" fmla="*/ 124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6" h="246">
                  <a:moveTo>
                    <a:pt x="0" y="124"/>
                  </a:moveTo>
                  <a:cubicBezTo>
                    <a:pt x="0" y="103"/>
                    <a:pt x="55" y="99"/>
                    <a:pt x="61" y="88"/>
                  </a:cubicBezTo>
                  <a:cubicBezTo>
                    <a:pt x="67" y="75"/>
                    <a:pt x="43" y="24"/>
                    <a:pt x="65" y="11"/>
                  </a:cubicBezTo>
                  <a:cubicBezTo>
                    <a:pt x="85" y="0"/>
                    <a:pt x="115" y="47"/>
                    <a:pt x="128" y="47"/>
                  </a:cubicBezTo>
                  <a:cubicBezTo>
                    <a:pt x="141" y="47"/>
                    <a:pt x="172" y="1"/>
                    <a:pt x="191" y="12"/>
                  </a:cubicBezTo>
                  <a:cubicBezTo>
                    <a:pt x="211" y="23"/>
                    <a:pt x="186" y="73"/>
                    <a:pt x="193" y="86"/>
                  </a:cubicBezTo>
                  <a:cubicBezTo>
                    <a:pt x="200" y="98"/>
                    <a:pt x="256" y="102"/>
                    <a:pt x="255" y="124"/>
                  </a:cubicBezTo>
                  <a:cubicBezTo>
                    <a:pt x="255" y="145"/>
                    <a:pt x="200" y="148"/>
                    <a:pt x="194" y="159"/>
                  </a:cubicBezTo>
                  <a:cubicBezTo>
                    <a:pt x="187" y="171"/>
                    <a:pt x="212" y="222"/>
                    <a:pt x="190" y="234"/>
                  </a:cubicBezTo>
                  <a:cubicBezTo>
                    <a:pt x="169" y="246"/>
                    <a:pt x="139" y="198"/>
                    <a:pt x="125" y="198"/>
                  </a:cubicBezTo>
                  <a:cubicBezTo>
                    <a:pt x="113" y="197"/>
                    <a:pt x="83" y="244"/>
                    <a:pt x="65" y="234"/>
                  </a:cubicBezTo>
                  <a:cubicBezTo>
                    <a:pt x="46" y="223"/>
                    <a:pt x="69" y="172"/>
                    <a:pt x="62" y="159"/>
                  </a:cubicBezTo>
                  <a:cubicBezTo>
                    <a:pt x="55" y="148"/>
                    <a:pt x="0" y="145"/>
                    <a:pt x="0" y="124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7872045" y="365769"/>
            <a:ext cx="4342716" cy="4321430"/>
            <a:chOff x="6940262" y="3251983"/>
            <a:chExt cx="971550" cy="966788"/>
          </a:xfrm>
        </p:grpSpPr>
        <p:sp>
          <p:nvSpPr>
            <p:cNvPr id="26" name="Freeform 5"/>
            <p:cNvSpPr>
              <a:spLocks/>
            </p:cNvSpPr>
            <p:nvPr/>
          </p:nvSpPr>
          <p:spPr bwMode="auto">
            <a:xfrm>
              <a:off x="6959312" y="3251983"/>
              <a:ext cx="928688" cy="966788"/>
            </a:xfrm>
            <a:custGeom>
              <a:avLst/>
              <a:gdLst>
                <a:gd name="T0" fmla="*/ 121 w 245"/>
                <a:gd name="T1" fmla="*/ 0 h 255"/>
                <a:gd name="T2" fmla="*/ 158 w 245"/>
                <a:gd name="T3" fmla="*/ 61 h 255"/>
                <a:gd name="T4" fmla="*/ 234 w 245"/>
                <a:gd name="T5" fmla="*/ 65 h 255"/>
                <a:gd name="T6" fmla="*/ 198 w 245"/>
                <a:gd name="T7" fmla="*/ 128 h 255"/>
                <a:gd name="T8" fmla="*/ 233 w 245"/>
                <a:gd name="T9" fmla="*/ 191 h 255"/>
                <a:gd name="T10" fmla="*/ 160 w 245"/>
                <a:gd name="T11" fmla="*/ 193 h 255"/>
                <a:gd name="T12" fmla="*/ 122 w 245"/>
                <a:gd name="T13" fmla="*/ 255 h 255"/>
                <a:gd name="T14" fmla="*/ 87 w 245"/>
                <a:gd name="T15" fmla="*/ 193 h 255"/>
                <a:gd name="T16" fmla="*/ 11 w 245"/>
                <a:gd name="T17" fmla="*/ 190 h 255"/>
                <a:gd name="T18" fmla="*/ 47 w 245"/>
                <a:gd name="T19" fmla="*/ 125 h 255"/>
                <a:gd name="T20" fmla="*/ 11 w 245"/>
                <a:gd name="T21" fmla="*/ 65 h 255"/>
                <a:gd name="T22" fmla="*/ 86 w 245"/>
                <a:gd name="T23" fmla="*/ 62 h 255"/>
                <a:gd name="T24" fmla="*/ 121 w 245"/>
                <a:gd name="T25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5" h="255">
                  <a:moveTo>
                    <a:pt x="121" y="0"/>
                  </a:moveTo>
                  <a:cubicBezTo>
                    <a:pt x="142" y="0"/>
                    <a:pt x="147" y="55"/>
                    <a:pt x="158" y="61"/>
                  </a:cubicBezTo>
                  <a:cubicBezTo>
                    <a:pt x="170" y="67"/>
                    <a:pt x="222" y="43"/>
                    <a:pt x="234" y="65"/>
                  </a:cubicBezTo>
                  <a:cubicBezTo>
                    <a:pt x="245" y="85"/>
                    <a:pt x="198" y="115"/>
                    <a:pt x="198" y="128"/>
                  </a:cubicBezTo>
                  <a:cubicBezTo>
                    <a:pt x="198" y="141"/>
                    <a:pt x="244" y="172"/>
                    <a:pt x="233" y="191"/>
                  </a:cubicBezTo>
                  <a:cubicBezTo>
                    <a:pt x="222" y="211"/>
                    <a:pt x="172" y="186"/>
                    <a:pt x="160" y="193"/>
                  </a:cubicBezTo>
                  <a:cubicBezTo>
                    <a:pt x="148" y="200"/>
                    <a:pt x="143" y="255"/>
                    <a:pt x="122" y="255"/>
                  </a:cubicBezTo>
                  <a:cubicBezTo>
                    <a:pt x="101" y="255"/>
                    <a:pt x="98" y="199"/>
                    <a:pt x="87" y="193"/>
                  </a:cubicBezTo>
                  <a:cubicBezTo>
                    <a:pt x="75" y="187"/>
                    <a:pt x="24" y="212"/>
                    <a:pt x="11" y="190"/>
                  </a:cubicBezTo>
                  <a:cubicBezTo>
                    <a:pt x="0" y="169"/>
                    <a:pt x="47" y="138"/>
                    <a:pt x="47" y="125"/>
                  </a:cubicBezTo>
                  <a:cubicBezTo>
                    <a:pt x="48" y="113"/>
                    <a:pt x="1" y="83"/>
                    <a:pt x="11" y="65"/>
                  </a:cubicBezTo>
                  <a:cubicBezTo>
                    <a:pt x="23" y="45"/>
                    <a:pt x="73" y="69"/>
                    <a:pt x="86" y="62"/>
                  </a:cubicBezTo>
                  <a:cubicBezTo>
                    <a:pt x="97" y="55"/>
                    <a:pt x="100" y="0"/>
                    <a:pt x="121" y="0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7" name="Freeform 6"/>
            <p:cNvSpPr>
              <a:spLocks/>
            </p:cNvSpPr>
            <p:nvPr/>
          </p:nvSpPr>
          <p:spPr bwMode="auto">
            <a:xfrm>
              <a:off x="6956137" y="3256746"/>
              <a:ext cx="936625" cy="962025"/>
            </a:xfrm>
            <a:custGeom>
              <a:avLst/>
              <a:gdLst>
                <a:gd name="T0" fmla="*/ 129 w 247"/>
                <a:gd name="T1" fmla="*/ 1 h 254"/>
                <a:gd name="T2" fmla="*/ 162 w 247"/>
                <a:gd name="T3" fmla="*/ 63 h 254"/>
                <a:gd name="T4" fmla="*/ 237 w 247"/>
                <a:gd name="T5" fmla="*/ 71 h 254"/>
                <a:gd name="T6" fmla="*/ 198 w 247"/>
                <a:gd name="T7" fmla="*/ 131 h 254"/>
                <a:gd name="T8" fmla="*/ 229 w 247"/>
                <a:gd name="T9" fmla="*/ 196 h 254"/>
                <a:gd name="T10" fmla="*/ 156 w 247"/>
                <a:gd name="T11" fmla="*/ 193 h 254"/>
                <a:gd name="T12" fmla="*/ 116 w 247"/>
                <a:gd name="T13" fmla="*/ 252 h 254"/>
                <a:gd name="T14" fmla="*/ 84 w 247"/>
                <a:gd name="T15" fmla="*/ 189 h 254"/>
                <a:gd name="T16" fmla="*/ 11 w 247"/>
                <a:gd name="T17" fmla="*/ 182 h 254"/>
                <a:gd name="T18" fmla="*/ 49 w 247"/>
                <a:gd name="T19" fmla="*/ 121 h 254"/>
                <a:gd name="T20" fmla="*/ 18 w 247"/>
                <a:gd name="T21" fmla="*/ 59 h 254"/>
                <a:gd name="T22" fmla="*/ 91 w 247"/>
                <a:gd name="T23" fmla="*/ 60 h 254"/>
                <a:gd name="T24" fmla="*/ 129 w 247"/>
                <a:gd name="T25" fmla="*/ 1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4">
                  <a:moveTo>
                    <a:pt x="129" y="1"/>
                  </a:moveTo>
                  <a:cubicBezTo>
                    <a:pt x="150" y="2"/>
                    <a:pt x="151" y="57"/>
                    <a:pt x="162" y="63"/>
                  </a:cubicBezTo>
                  <a:cubicBezTo>
                    <a:pt x="174" y="70"/>
                    <a:pt x="226" y="49"/>
                    <a:pt x="237" y="71"/>
                  </a:cubicBezTo>
                  <a:cubicBezTo>
                    <a:pt x="247" y="91"/>
                    <a:pt x="199" y="118"/>
                    <a:pt x="198" y="131"/>
                  </a:cubicBezTo>
                  <a:cubicBezTo>
                    <a:pt x="197" y="144"/>
                    <a:pt x="241" y="177"/>
                    <a:pt x="229" y="196"/>
                  </a:cubicBezTo>
                  <a:cubicBezTo>
                    <a:pt x="217" y="214"/>
                    <a:pt x="169" y="187"/>
                    <a:pt x="156" y="193"/>
                  </a:cubicBezTo>
                  <a:cubicBezTo>
                    <a:pt x="144" y="199"/>
                    <a:pt x="137" y="254"/>
                    <a:pt x="116" y="252"/>
                  </a:cubicBezTo>
                  <a:cubicBezTo>
                    <a:pt x="95" y="251"/>
                    <a:pt x="95" y="196"/>
                    <a:pt x="84" y="189"/>
                  </a:cubicBezTo>
                  <a:cubicBezTo>
                    <a:pt x="73" y="182"/>
                    <a:pt x="21" y="204"/>
                    <a:pt x="11" y="182"/>
                  </a:cubicBezTo>
                  <a:cubicBezTo>
                    <a:pt x="0" y="161"/>
                    <a:pt x="48" y="134"/>
                    <a:pt x="49" y="121"/>
                  </a:cubicBezTo>
                  <a:cubicBezTo>
                    <a:pt x="50" y="108"/>
                    <a:pt x="7" y="76"/>
                    <a:pt x="18" y="59"/>
                  </a:cubicBezTo>
                  <a:cubicBezTo>
                    <a:pt x="30" y="40"/>
                    <a:pt x="78" y="66"/>
                    <a:pt x="91" y="60"/>
                  </a:cubicBezTo>
                  <a:cubicBezTo>
                    <a:pt x="103" y="54"/>
                    <a:pt x="109" y="0"/>
                    <a:pt x="129" y="1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8" name="Freeform 7"/>
            <p:cNvSpPr>
              <a:spLocks/>
            </p:cNvSpPr>
            <p:nvPr/>
          </p:nvSpPr>
          <p:spPr bwMode="auto">
            <a:xfrm>
              <a:off x="6956137" y="3259921"/>
              <a:ext cx="936625" cy="955675"/>
            </a:xfrm>
            <a:custGeom>
              <a:avLst/>
              <a:gdLst>
                <a:gd name="T0" fmla="*/ 137 w 247"/>
                <a:gd name="T1" fmla="*/ 2 h 252"/>
                <a:gd name="T2" fmla="*/ 165 w 247"/>
                <a:gd name="T3" fmla="*/ 65 h 252"/>
                <a:gd name="T4" fmla="*/ 239 w 247"/>
                <a:gd name="T5" fmla="*/ 77 h 252"/>
                <a:gd name="T6" fmla="*/ 197 w 247"/>
                <a:gd name="T7" fmla="*/ 134 h 252"/>
                <a:gd name="T8" fmla="*/ 224 w 247"/>
                <a:gd name="T9" fmla="*/ 200 h 252"/>
                <a:gd name="T10" fmla="*/ 152 w 247"/>
                <a:gd name="T11" fmla="*/ 193 h 252"/>
                <a:gd name="T12" fmla="*/ 109 w 247"/>
                <a:gd name="T13" fmla="*/ 250 h 252"/>
                <a:gd name="T14" fmla="*/ 81 w 247"/>
                <a:gd name="T15" fmla="*/ 185 h 252"/>
                <a:gd name="T16" fmla="*/ 9 w 247"/>
                <a:gd name="T17" fmla="*/ 174 h 252"/>
                <a:gd name="T18" fmla="*/ 50 w 247"/>
                <a:gd name="T19" fmla="*/ 116 h 252"/>
                <a:gd name="T20" fmla="*/ 23 w 247"/>
                <a:gd name="T21" fmla="*/ 52 h 252"/>
                <a:gd name="T22" fmla="*/ 95 w 247"/>
                <a:gd name="T23" fmla="*/ 58 h 252"/>
                <a:gd name="T24" fmla="*/ 137 w 247"/>
                <a:gd name="T25" fmla="*/ 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2">
                  <a:moveTo>
                    <a:pt x="137" y="2"/>
                  </a:moveTo>
                  <a:cubicBezTo>
                    <a:pt x="157" y="4"/>
                    <a:pt x="155" y="58"/>
                    <a:pt x="165" y="65"/>
                  </a:cubicBezTo>
                  <a:cubicBezTo>
                    <a:pt x="177" y="73"/>
                    <a:pt x="229" y="55"/>
                    <a:pt x="239" y="77"/>
                  </a:cubicBezTo>
                  <a:cubicBezTo>
                    <a:pt x="247" y="98"/>
                    <a:pt x="198" y="121"/>
                    <a:pt x="197" y="134"/>
                  </a:cubicBezTo>
                  <a:cubicBezTo>
                    <a:pt x="196" y="147"/>
                    <a:pt x="237" y="182"/>
                    <a:pt x="224" y="200"/>
                  </a:cubicBezTo>
                  <a:cubicBezTo>
                    <a:pt x="210" y="217"/>
                    <a:pt x="164" y="188"/>
                    <a:pt x="152" y="193"/>
                  </a:cubicBezTo>
                  <a:cubicBezTo>
                    <a:pt x="140" y="198"/>
                    <a:pt x="130" y="252"/>
                    <a:pt x="109" y="250"/>
                  </a:cubicBezTo>
                  <a:cubicBezTo>
                    <a:pt x="88" y="247"/>
                    <a:pt x="91" y="192"/>
                    <a:pt x="81" y="185"/>
                  </a:cubicBezTo>
                  <a:cubicBezTo>
                    <a:pt x="70" y="177"/>
                    <a:pt x="18" y="196"/>
                    <a:pt x="9" y="174"/>
                  </a:cubicBezTo>
                  <a:cubicBezTo>
                    <a:pt x="0" y="153"/>
                    <a:pt x="49" y="129"/>
                    <a:pt x="50" y="116"/>
                  </a:cubicBezTo>
                  <a:cubicBezTo>
                    <a:pt x="52" y="104"/>
                    <a:pt x="11" y="69"/>
                    <a:pt x="23" y="52"/>
                  </a:cubicBezTo>
                  <a:cubicBezTo>
                    <a:pt x="37" y="35"/>
                    <a:pt x="83" y="63"/>
                    <a:pt x="95" y="58"/>
                  </a:cubicBezTo>
                  <a:cubicBezTo>
                    <a:pt x="107" y="53"/>
                    <a:pt x="116" y="0"/>
                    <a:pt x="137" y="2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9" name="Freeform 8"/>
            <p:cNvSpPr>
              <a:spLocks/>
            </p:cNvSpPr>
            <p:nvPr/>
          </p:nvSpPr>
          <p:spPr bwMode="auto">
            <a:xfrm>
              <a:off x="6951375" y="3259921"/>
              <a:ext cx="944563" cy="950913"/>
            </a:xfrm>
            <a:custGeom>
              <a:avLst/>
              <a:gdLst>
                <a:gd name="T0" fmla="*/ 145 w 249"/>
                <a:gd name="T1" fmla="*/ 4 h 251"/>
                <a:gd name="T2" fmla="*/ 170 w 249"/>
                <a:gd name="T3" fmla="*/ 69 h 251"/>
                <a:gd name="T4" fmla="*/ 242 w 249"/>
                <a:gd name="T5" fmla="*/ 84 h 251"/>
                <a:gd name="T6" fmla="*/ 197 w 249"/>
                <a:gd name="T7" fmla="*/ 138 h 251"/>
                <a:gd name="T8" fmla="*/ 219 w 249"/>
                <a:gd name="T9" fmla="*/ 205 h 251"/>
                <a:gd name="T10" fmla="*/ 148 w 249"/>
                <a:gd name="T11" fmla="*/ 194 h 251"/>
                <a:gd name="T12" fmla="*/ 103 w 249"/>
                <a:gd name="T13" fmla="*/ 248 h 251"/>
                <a:gd name="T14" fmla="*/ 79 w 249"/>
                <a:gd name="T15" fmla="*/ 182 h 251"/>
                <a:gd name="T16" fmla="*/ 8 w 249"/>
                <a:gd name="T17" fmla="*/ 168 h 251"/>
                <a:gd name="T18" fmla="*/ 52 w 249"/>
                <a:gd name="T19" fmla="*/ 112 h 251"/>
                <a:gd name="T20" fmla="*/ 30 w 249"/>
                <a:gd name="T21" fmla="*/ 47 h 251"/>
                <a:gd name="T22" fmla="*/ 100 w 249"/>
                <a:gd name="T23" fmla="*/ 56 h 251"/>
                <a:gd name="T24" fmla="*/ 145 w 249"/>
                <a:gd name="T25" fmla="*/ 4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9" h="251">
                  <a:moveTo>
                    <a:pt x="145" y="4"/>
                  </a:moveTo>
                  <a:cubicBezTo>
                    <a:pt x="165" y="7"/>
                    <a:pt x="160" y="61"/>
                    <a:pt x="170" y="69"/>
                  </a:cubicBezTo>
                  <a:cubicBezTo>
                    <a:pt x="180" y="77"/>
                    <a:pt x="233" y="62"/>
                    <a:pt x="242" y="84"/>
                  </a:cubicBezTo>
                  <a:cubicBezTo>
                    <a:pt x="249" y="105"/>
                    <a:pt x="199" y="126"/>
                    <a:pt x="197" y="138"/>
                  </a:cubicBezTo>
                  <a:cubicBezTo>
                    <a:pt x="195" y="150"/>
                    <a:pt x="234" y="188"/>
                    <a:pt x="219" y="205"/>
                  </a:cubicBezTo>
                  <a:cubicBezTo>
                    <a:pt x="205" y="222"/>
                    <a:pt x="161" y="190"/>
                    <a:pt x="148" y="194"/>
                  </a:cubicBezTo>
                  <a:cubicBezTo>
                    <a:pt x="137" y="199"/>
                    <a:pt x="124" y="251"/>
                    <a:pt x="103" y="248"/>
                  </a:cubicBezTo>
                  <a:cubicBezTo>
                    <a:pt x="83" y="244"/>
                    <a:pt x="88" y="190"/>
                    <a:pt x="79" y="182"/>
                  </a:cubicBezTo>
                  <a:cubicBezTo>
                    <a:pt x="69" y="173"/>
                    <a:pt x="16" y="189"/>
                    <a:pt x="8" y="168"/>
                  </a:cubicBezTo>
                  <a:cubicBezTo>
                    <a:pt x="0" y="147"/>
                    <a:pt x="50" y="125"/>
                    <a:pt x="52" y="112"/>
                  </a:cubicBezTo>
                  <a:cubicBezTo>
                    <a:pt x="55" y="100"/>
                    <a:pt x="16" y="63"/>
                    <a:pt x="30" y="47"/>
                  </a:cubicBezTo>
                  <a:cubicBezTo>
                    <a:pt x="44" y="30"/>
                    <a:pt x="88" y="61"/>
                    <a:pt x="100" y="56"/>
                  </a:cubicBezTo>
                  <a:cubicBezTo>
                    <a:pt x="112" y="52"/>
                    <a:pt x="125" y="0"/>
                    <a:pt x="145" y="4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0" name="Freeform 9"/>
            <p:cNvSpPr>
              <a:spLocks/>
            </p:cNvSpPr>
            <p:nvPr/>
          </p:nvSpPr>
          <p:spPr bwMode="auto">
            <a:xfrm>
              <a:off x="6948200" y="3263096"/>
              <a:ext cx="950913" cy="947738"/>
            </a:xfrm>
            <a:custGeom>
              <a:avLst/>
              <a:gdLst>
                <a:gd name="T0" fmla="*/ 153 w 251"/>
                <a:gd name="T1" fmla="*/ 5 h 250"/>
                <a:gd name="T2" fmla="*/ 174 w 251"/>
                <a:gd name="T3" fmla="*/ 71 h 250"/>
                <a:gd name="T4" fmla="*/ 244 w 251"/>
                <a:gd name="T5" fmla="*/ 90 h 250"/>
                <a:gd name="T6" fmla="*/ 197 w 251"/>
                <a:gd name="T7" fmla="*/ 141 h 250"/>
                <a:gd name="T8" fmla="*/ 215 w 251"/>
                <a:gd name="T9" fmla="*/ 209 h 250"/>
                <a:gd name="T10" fmla="*/ 145 w 251"/>
                <a:gd name="T11" fmla="*/ 194 h 250"/>
                <a:gd name="T12" fmla="*/ 97 w 251"/>
                <a:gd name="T13" fmla="*/ 245 h 250"/>
                <a:gd name="T14" fmla="*/ 76 w 251"/>
                <a:gd name="T15" fmla="*/ 177 h 250"/>
                <a:gd name="T16" fmla="*/ 7 w 251"/>
                <a:gd name="T17" fmla="*/ 160 h 250"/>
                <a:gd name="T18" fmla="*/ 54 w 251"/>
                <a:gd name="T19" fmla="*/ 108 h 250"/>
                <a:gd name="T20" fmla="*/ 36 w 251"/>
                <a:gd name="T21" fmla="*/ 40 h 250"/>
                <a:gd name="T22" fmla="*/ 105 w 251"/>
                <a:gd name="T23" fmla="*/ 54 h 250"/>
                <a:gd name="T24" fmla="*/ 153 w 251"/>
                <a:gd name="T25" fmla="*/ 5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50">
                  <a:moveTo>
                    <a:pt x="153" y="5"/>
                  </a:moveTo>
                  <a:cubicBezTo>
                    <a:pt x="173" y="9"/>
                    <a:pt x="165" y="62"/>
                    <a:pt x="174" y="71"/>
                  </a:cubicBezTo>
                  <a:cubicBezTo>
                    <a:pt x="184" y="80"/>
                    <a:pt x="238" y="68"/>
                    <a:pt x="244" y="90"/>
                  </a:cubicBezTo>
                  <a:cubicBezTo>
                    <a:pt x="251" y="111"/>
                    <a:pt x="200" y="129"/>
                    <a:pt x="197" y="141"/>
                  </a:cubicBezTo>
                  <a:cubicBezTo>
                    <a:pt x="194" y="153"/>
                    <a:pt x="231" y="193"/>
                    <a:pt x="215" y="209"/>
                  </a:cubicBezTo>
                  <a:cubicBezTo>
                    <a:pt x="199" y="225"/>
                    <a:pt x="158" y="191"/>
                    <a:pt x="145" y="194"/>
                  </a:cubicBezTo>
                  <a:cubicBezTo>
                    <a:pt x="133" y="198"/>
                    <a:pt x="117" y="250"/>
                    <a:pt x="97" y="245"/>
                  </a:cubicBezTo>
                  <a:cubicBezTo>
                    <a:pt x="77" y="240"/>
                    <a:pt x="86" y="186"/>
                    <a:pt x="76" y="177"/>
                  </a:cubicBezTo>
                  <a:cubicBezTo>
                    <a:pt x="67" y="169"/>
                    <a:pt x="14" y="181"/>
                    <a:pt x="7" y="160"/>
                  </a:cubicBezTo>
                  <a:cubicBezTo>
                    <a:pt x="0" y="139"/>
                    <a:pt x="51" y="120"/>
                    <a:pt x="54" y="108"/>
                  </a:cubicBezTo>
                  <a:cubicBezTo>
                    <a:pt x="57" y="95"/>
                    <a:pt x="21" y="56"/>
                    <a:pt x="36" y="40"/>
                  </a:cubicBezTo>
                  <a:cubicBezTo>
                    <a:pt x="51" y="25"/>
                    <a:pt x="93" y="58"/>
                    <a:pt x="105" y="54"/>
                  </a:cubicBezTo>
                  <a:cubicBezTo>
                    <a:pt x="117" y="51"/>
                    <a:pt x="133" y="0"/>
                    <a:pt x="153" y="5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Freeform 10"/>
            <p:cNvSpPr>
              <a:spLocks/>
            </p:cNvSpPr>
            <p:nvPr/>
          </p:nvSpPr>
          <p:spPr bwMode="auto">
            <a:xfrm>
              <a:off x="6948200" y="3263096"/>
              <a:ext cx="950913" cy="944563"/>
            </a:xfrm>
            <a:custGeom>
              <a:avLst/>
              <a:gdLst>
                <a:gd name="T0" fmla="*/ 160 w 251"/>
                <a:gd name="T1" fmla="*/ 6 h 249"/>
                <a:gd name="T2" fmla="*/ 178 w 251"/>
                <a:gd name="T3" fmla="*/ 74 h 249"/>
                <a:gd name="T4" fmla="*/ 246 w 251"/>
                <a:gd name="T5" fmla="*/ 97 h 249"/>
                <a:gd name="T6" fmla="*/ 196 w 251"/>
                <a:gd name="T7" fmla="*/ 145 h 249"/>
                <a:gd name="T8" fmla="*/ 209 w 251"/>
                <a:gd name="T9" fmla="*/ 215 h 249"/>
                <a:gd name="T10" fmla="*/ 141 w 251"/>
                <a:gd name="T11" fmla="*/ 195 h 249"/>
                <a:gd name="T12" fmla="*/ 91 w 251"/>
                <a:gd name="T13" fmla="*/ 243 h 249"/>
                <a:gd name="T14" fmla="*/ 73 w 251"/>
                <a:gd name="T15" fmla="*/ 174 h 249"/>
                <a:gd name="T16" fmla="*/ 5 w 251"/>
                <a:gd name="T17" fmla="*/ 153 h 249"/>
                <a:gd name="T18" fmla="*/ 55 w 251"/>
                <a:gd name="T19" fmla="*/ 104 h 249"/>
                <a:gd name="T20" fmla="*/ 42 w 251"/>
                <a:gd name="T21" fmla="*/ 35 h 249"/>
                <a:gd name="T22" fmla="*/ 109 w 251"/>
                <a:gd name="T23" fmla="*/ 53 h 249"/>
                <a:gd name="T24" fmla="*/ 160 w 251"/>
                <a:gd name="T25" fmla="*/ 6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49">
                  <a:moveTo>
                    <a:pt x="160" y="6"/>
                  </a:moveTo>
                  <a:cubicBezTo>
                    <a:pt x="181" y="12"/>
                    <a:pt x="169" y="65"/>
                    <a:pt x="178" y="74"/>
                  </a:cubicBezTo>
                  <a:cubicBezTo>
                    <a:pt x="187" y="84"/>
                    <a:pt x="241" y="76"/>
                    <a:pt x="246" y="97"/>
                  </a:cubicBezTo>
                  <a:cubicBezTo>
                    <a:pt x="251" y="118"/>
                    <a:pt x="199" y="133"/>
                    <a:pt x="196" y="145"/>
                  </a:cubicBezTo>
                  <a:cubicBezTo>
                    <a:pt x="192" y="157"/>
                    <a:pt x="226" y="199"/>
                    <a:pt x="209" y="215"/>
                  </a:cubicBezTo>
                  <a:cubicBezTo>
                    <a:pt x="193" y="230"/>
                    <a:pt x="154" y="193"/>
                    <a:pt x="141" y="195"/>
                  </a:cubicBezTo>
                  <a:cubicBezTo>
                    <a:pt x="129" y="198"/>
                    <a:pt x="110" y="249"/>
                    <a:pt x="91" y="243"/>
                  </a:cubicBezTo>
                  <a:cubicBezTo>
                    <a:pt x="70" y="237"/>
                    <a:pt x="82" y="184"/>
                    <a:pt x="73" y="174"/>
                  </a:cubicBezTo>
                  <a:cubicBezTo>
                    <a:pt x="64" y="165"/>
                    <a:pt x="11" y="174"/>
                    <a:pt x="5" y="153"/>
                  </a:cubicBezTo>
                  <a:cubicBezTo>
                    <a:pt x="0" y="132"/>
                    <a:pt x="52" y="116"/>
                    <a:pt x="55" y="104"/>
                  </a:cubicBezTo>
                  <a:cubicBezTo>
                    <a:pt x="59" y="92"/>
                    <a:pt x="25" y="50"/>
                    <a:pt x="42" y="35"/>
                  </a:cubicBezTo>
                  <a:cubicBezTo>
                    <a:pt x="58" y="20"/>
                    <a:pt x="97" y="56"/>
                    <a:pt x="109" y="53"/>
                  </a:cubicBezTo>
                  <a:cubicBezTo>
                    <a:pt x="122" y="50"/>
                    <a:pt x="141" y="0"/>
                    <a:pt x="160" y="6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Freeform 11"/>
            <p:cNvSpPr>
              <a:spLocks/>
            </p:cNvSpPr>
            <p:nvPr/>
          </p:nvSpPr>
          <p:spPr bwMode="auto">
            <a:xfrm>
              <a:off x="6945025" y="3267858"/>
              <a:ext cx="958850" cy="936625"/>
            </a:xfrm>
            <a:custGeom>
              <a:avLst/>
              <a:gdLst>
                <a:gd name="T0" fmla="*/ 169 w 253"/>
                <a:gd name="T1" fmla="*/ 7 h 247"/>
                <a:gd name="T2" fmla="*/ 182 w 253"/>
                <a:gd name="T3" fmla="*/ 77 h 247"/>
                <a:gd name="T4" fmla="*/ 249 w 253"/>
                <a:gd name="T5" fmla="*/ 104 h 247"/>
                <a:gd name="T6" fmla="*/ 196 w 253"/>
                <a:gd name="T7" fmla="*/ 148 h 247"/>
                <a:gd name="T8" fmla="*/ 205 w 253"/>
                <a:gd name="T9" fmla="*/ 219 h 247"/>
                <a:gd name="T10" fmla="*/ 137 w 253"/>
                <a:gd name="T11" fmla="*/ 196 h 247"/>
                <a:gd name="T12" fmla="*/ 85 w 253"/>
                <a:gd name="T13" fmla="*/ 240 h 247"/>
                <a:gd name="T14" fmla="*/ 71 w 253"/>
                <a:gd name="T15" fmla="*/ 170 h 247"/>
                <a:gd name="T16" fmla="*/ 5 w 253"/>
                <a:gd name="T17" fmla="*/ 145 h 247"/>
                <a:gd name="T18" fmla="*/ 57 w 253"/>
                <a:gd name="T19" fmla="*/ 100 h 247"/>
                <a:gd name="T20" fmla="*/ 48 w 253"/>
                <a:gd name="T21" fmla="*/ 29 h 247"/>
                <a:gd name="T22" fmla="*/ 115 w 253"/>
                <a:gd name="T23" fmla="*/ 51 h 247"/>
                <a:gd name="T24" fmla="*/ 169 w 253"/>
                <a:gd name="T25" fmla="*/ 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7">
                  <a:moveTo>
                    <a:pt x="169" y="7"/>
                  </a:moveTo>
                  <a:cubicBezTo>
                    <a:pt x="189" y="15"/>
                    <a:pt x="174" y="67"/>
                    <a:pt x="182" y="77"/>
                  </a:cubicBezTo>
                  <a:cubicBezTo>
                    <a:pt x="191" y="87"/>
                    <a:pt x="245" y="82"/>
                    <a:pt x="249" y="104"/>
                  </a:cubicBezTo>
                  <a:cubicBezTo>
                    <a:pt x="253" y="124"/>
                    <a:pt x="200" y="136"/>
                    <a:pt x="196" y="148"/>
                  </a:cubicBezTo>
                  <a:cubicBezTo>
                    <a:pt x="191" y="160"/>
                    <a:pt x="223" y="204"/>
                    <a:pt x="205" y="219"/>
                  </a:cubicBezTo>
                  <a:cubicBezTo>
                    <a:pt x="187" y="233"/>
                    <a:pt x="150" y="193"/>
                    <a:pt x="137" y="196"/>
                  </a:cubicBezTo>
                  <a:cubicBezTo>
                    <a:pt x="125" y="198"/>
                    <a:pt x="104" y="247"/>
                    <a:pt x="85" y="240"/>
                  </a:cubicBezTo>
                  <a:cubicBezTo>
                    <a:pt x="65" y="233"/>
                    <a:pt x="79" y="180"/>
                    <a:pt x="71" y="170"/>
                  </a:cubicBezTo>
                  <a:cubicBezTo>
                    <a:pt x="63" y="160"/>
                    <a:pt x="9" y="166"/>
                    <a:pt x="5" y="145"/>
                  </a:cubicBezTo>
                  <a:cubicBezTo>
                    <a:pt x="0" y="124"/>
                    <a:pt x="53" y="111"/>
                    <a:pt x="57" y="100"/>
                  </a:cubicBezTo>
                  <a:cubicBezTo>
                    <a:pt x="61" y="87"/>
                    <a:pt x="30" y="43"/>
                    <a:pt x="48" y="29"/>
                  </a:cubicBezTo>
                  <a:cubicBezTo>
                    <a:pt x="65" y="15"/>
                    <a:pt x="102" y="54"/>
                    <a:pt x="115" y="51"/>
                  </a:cubicBezTo>
                  <a:cubicBezTo>
                    <a:pt x="127" y="49"/>
                    <a:pt x="149" y="0"/>
                    <a:pt x="169" y="7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Freeform 12"/>
            <p:cNvSpPr>
              <a:spLocks/>
            </p:cNvSpPr>
            <p:nvPr/>
          </p:nvSpPr>
          <p:spPr bwMode="auto">
            <a:xfrm>
              <a:off x="6945025" y="3271033"/>
              <a:ext cx="958850" cy="928688"/>
            </a:xfrm>
            <a:custGeom>
              <a:avLst/>
              <a:gdLst>
                <a:gd name="T0" fmla="*/ 176 w 253"/>
                <a:gd name="T1" fmla="*/ 8 h 245"/>
                <a:gd name="T2" fmla="*/ 185 w 253"/>
                <a:gd name="T3" fmla="*/ 79 h 245"/>
                <a:gd name="T4" fmla="*/ 251 w 253"/>
                <a:gd name="T5" fmla="*/ 110 h 245"/>
                <a:gd name="T6" fmla="*/ 195 w 253"/>
                <a:gd name="T7" fmla="*/ 151 h 245"/>
                <a:gd name="T8" fmla="*/ 200 w 253"/>
                <a:gd name="T9" fmla="*/ 223 h 245"/>
                <a:gd name="T10" fmla="*/ 133 w 253"/>
                <a:gd name="T11" fmla="*/ 196 h 245"/>
                <a:gd name="T12" fmla="*/ 78 w 253"/>
                <a:gd name="T13" fmla="*/ 238 h 245"/>
                <a:gd name="T14" fmla="*/ 67 w 253"/>
                <a:gd name="T15" fmla="*/ 166 h 245"/>
                <a:gd name="T16" fmla="*/ 3 w 253"/>
                <a:gd name="T17" fmla="*/ 138 h 245"/>
                <a:gd name="T18" fmla="*/ 58 w 253"/>
                <a:gd name="T19" fmla="*/ 95 h 245"/>
                <a:gd name="T20" fmla="*/ 54 w 253"/>
                <a:gd name="T21" fmla="*/ 22 h 245"/>
                <a:gd name="T22" fmla="*/ 119 w 253"/>
                <a:gd name="T23" fmla="*/ 49 h 245"/>
                <a:gd name="T24" fmla="*/ 176 w 253"/>
                <a:gd name="T25" fmla="*/ 8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5">
                  <a:moveTo>
                    <a:pt x="176" y="8"/>
                  </a:moveTo>
                  <a:cubicBezTo>
                    <a:pt x="196" y="17"/>
                    <a:pt x="178" y="68"/>
                    <a:pt x="185" y="79"/>
                  </a:cubicBezTo>
                  <a:cubicBezTo>
                    <a:pt x="193" y="90"/>
                    <a:pt x="248" y="88"/>
                    <a:pt x="251" y="110"/>
                  </a:cubicBezTo>
                  <a:cubicBezTo>
                    <a:pt x="253" y="130"/>
                    <a:pt x="199" y="139"/>
                    <a:pt x="195" y="151"/>
                  </a:cubicBezTo>
                  <a:cubicBezTo>
                    <a:pt x="190" y="163"/>
                    <a:pt x="219" y="210"/>
                    <a:pt x="200" y="223"/>
                  </a:cubicBezTo>
                  <a:cubicBezTo>
                    <a:pt x="181" y="237"/>
                    <a:pt x="146" y="194"/>
                    <a:pt x="133" y="196"/>
                  </a:cubicBezTo>
                  <a:cubicBezTo>
                    <a:pt x="121" y="197"/>
                    <a:pt x="97" y="245"/>
                    <a:pt x="78" y="238"/>
                  </a:cubicBezTo>
                  <a:cubicBezTo>
                    <a:pt x="58" y="229"/>
                    <a:pt x="75" y="177"/>
                    <a:pt x="67" y="166"/>
                  </a:cubicBezTo>
                  <a:cubicBezTo>
                    <a:pt x="60" y="155"/>
                    <a:pt x="6" y="159"/>
                    <a:pt x="3" y="138"/>
                  </a:cubicBezTo>
                  <a:cubicBezTo>
                    <a:pt x="0" y="117"/>
                    <a:pt x="53" y="106"/>
                    <a:pt x="58" y="95"/>
                  </a:cubicBezTo>
                  <a:cubicBezTo>
                    <a:pt x="63" y="82"/>
                    <a:pt x="34" y="36"/>
                    <a:pt x="54" y="22"/>
                  </a:cubicBezTo>
                  <a:cubicBezTo>
                    <a:pt x="72" y="9"/>
                    <a:pt x="106" y="51"/>
                    <a:pt x="119" y="49"/>
                  </a:cubicBezTo>
                  <a:cubicBezTo>
                    <a:pt x="131" y="48"/>
                    <a:pt x="156" y="0"/>
                    <a:pt x="176" y="8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Freeform 13"/>
            <p:cNvSpPr>
              <a:spLocks/>
            </p:cNvSpPr>
            <p:nvPr/>
          </p:nvSpPr>
          <p:spPr bwMode="auto">
            <a:xfrm>
              <a:off x="6940262" y="3271033"/>
              <a:ext cx="966788" cy="928688"/>
            </a:xfrm>
            <a:custGeom>
              <a:avLst/>
              <a:gdLst>
                <a:gd name="T0" fmla="*/ 184 w 255"/>
                <a:gd name="T1" fmla="*/ 10 h 245"/>
                <a:gd name="T2" fmla="*/ 190 w 255"/>
                <a:gd name="T3" fmla="*/ 82 h 245"/>
                <a:gd name="T4" fmla="*/ 254 w 255"/>
                <a:gd name="T5" fmla="*/ 117 h 245"/>
                <a:gd name="T6" fmla="*/ 195 w 255"/>
                <a:gd name="T7" fmla="*/ 155 h 245"/>
                <a:gd name="T8" fmla="*/ 195 w 255"/>
                <a:gd name="T9" fmla="*/ 229 h 245"/>
                <a:gd name="T10" fmla="*/ 130 w 255"/>
                <a:gd name="T11" fmla="*/ 197 h 245"/>
                <a:gd name="T12" fmla="*/ 72 w 255"/>
                <a:gd name="T13" fmla="*/ 236 h 245"/>
                <a:gd name="T14" fmla="*/ 65 w 255"/>
                <a:gd name="T15" fmla="*/ 162 h 245"/>
                <a:gd name="T16" fmla="*/ 2 w 255"/>
                <a:gd name="T17" fmla="*/ 131 h 245"/>
                <a:gd name="T18" fmla="*/ 60 w 255"/>
                <a:gd name="T19" fmla="*/ 91 h 245"/>
                <a:gd name="T20" fmla="*/ 60 w 255"/>
                <a:gd name="T21" fmla="*/ 17 h 245"/>
                <a:gd name="T22" fmla="*/ 124 w 255"/>
                <a:gd name="T23" fmla="*/ 48 h 245"/>
                <a:gd name="T24" fmla="*/ 184 w 255"/>
                <a:gd name="T25" fmla="*/ 1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5" h="245">
                  <a:moveTo>
                    <a:pt x="184" y="10"/>
                  </a:moveTo>
                  <a:cubicBezTo>
                    <a:pt x="204" y="20"/>
                    <a:pt x="182" y="71"/>
                    <a:pt x="190" y="82"/>
                  </a:cubicBezTo>
                  <a:cubicBezTo>
                    <a:pt x="197" y="94"/>
                    <a:pt x="252" y="95"/>
                    <a:pt x="254" y="117"/>
                  </a:cubicBezTo>
                  <a:cubicBezTo>
                    <a:pt x="255" y="137"/>
                    <a:pt x="200" y="144"/>
                    <a:pt x="195" y="155"/>
                  </a:cubicBezTo>
                  <a:cubicBezTo>
                    <a:pt x="189" y="167"/>
                    <a:pt x="216" y="216"/>
                    <a:pt x="195" y="229"/>
                  </a:cubicBezTo>
                  <a:cubicBezTo>
                    <a:pt x="176" y="241"/>
                    <a:pt x="143" y="196"/>
                    <a:pt x="130" y="197"/>
                  </a:cubicBezTo>
                  <a:cubicBezTo>
                    <a:pt x="118" y="197"/>
                    <a:pt x="91" y="245"/>
                    <a:pt x="72" y="236"/>
                  </a:cubicBezTo>
                  <a:cubicBezTo>
                    <a:pt x="52" y="226"/>
                    <a:pt x="73" y="174"/>
                    <a:pt x="65" y="162"/>
                  </a:cubicBezTo>
                  <a:cubicBezTo>
                    <a:pt x="58" y="152"/>
                    <a:pt x="3" y="152"/>
                    <a:pt x="2" y="131"/>
                  </a:cubicBezTo>
                  <a:cubicBezTo>
                    <a:pt x="0" y="110"/>
                    <a:pt x="55" y="103"/>
                    <a:pt x="60" y="91"/>
                  </a:cubicBezTo>
                  <a:cubicBezTo>
                    <a:pt x="66" y="79"/>
                    <a:pt x="39" y="30"/>
                    <a:pt x="60" y="17"/>
                  </a:cubicBezTo>
                  <a:cubicBezTo>
                    <a:pt x="79" y="5"/>
                    <a:pt x="111" y="49"/>
                    <a:pt x="124" y="48"/>
                  </a:cubicBezTo>
                  <a:cubicBezTo>
                    <a:pt x="137" y="48"/>
                    <a:pt x="165" y="0"/>
                    <a:pt x="184" y="10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Freeform 14"/>
            <p:cNvSpPr>
              <a:spLocks/>
            </p:cNvSpPr>
            <p:nvPr/>
          </p:nvSpPr>
          <p:spPr bwMode="auto">
            <a:xfrm>
              <a:off x="6940262" y="3271033"/>
              <a:ext cx="971550" cy="933450"/>
            </a:xfrm>
            <a:custGeom>
              <a:avLst/>
              <a:gdLst>
                <a:gd name="T0" fmla="*/ 0 w 256"/>
                <a:gd name="T1" fmla="*/ 124 h 246"/>
                <a:gd name="T2" fmla="*/ 61 w 256"/>
                <a:gd name="T3" fmla="*/ 88 h 246"/>
                <a:gd name="T4" fmla="*/ 65 w 256"/>
                <a:gd name="T5" fmla="*/ 11 h 246"/>
                <a:gd name="T6" fmla="*/ 128 w 256"/>
                <a:gd name="T7" fmla="*/ 47 h 246"/>
                <a:gd name="T8" fmla="*/ 191 w 256"/>
                <a:gd name="T9" fmla="*/ 12 h 246"/>
                <a:gd name="T10" fmla="*/ 193 w 256"/>
                <a:gd name="T11" fmla="*/ 86 h 246"/>
                <a:gd name="T12" fmla="*/ 255 w 256"/>
                <a:gd name="T13" fmla="*/ 124 h 246"/>
                <a:gd name="T14" fmla="*/ 194 w 256"/>
                <a:gd name="T15" fmla="*/ 159 h 246"/>
                <a:gd name="T16" fmla="*/ 190 w 256"/>
                <a:gd name="T17" fmla="*/ 234 h 246"/>
                <a:gd name="T18" fmla="*/ 125 w 256"/>
                <a:gd name="T19" fmla="*/ 198 h 246"/>
                <a:gd name="T20" fmla="*/ 65 w 256"/>
                <a:gd name="T21" fmla="*/ 234 h 246"/>
                <a:gd name="T22" fmla="*/ 62 w 256"/>
                <a:gd name="T23" fmla="*/ 159 h 246"/>
                <a:gd name="T24" fmla="*/ 0 w 256"/>
                <a:gd name="T25" fmla="*/ 124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6" h="246">
                  <a:moveTo>
                    <a:pt x="0" y="124"/>
                  </a:moveTo>
                  <a:cubicBezTo>
                    <a:pt x="0" y="103"/>
                    <a:pt x="55" y="99"/>
                    <a:pt x="61" y="88"/>
                  </a:cubicBezTo>
                  <a:cubicBezTo>
                    <a:pt x="67" y="75"/>
                    <a:pt x="43" y="24"/>
                    <a:pt x="65" y="11"/>
                  </a:cubicBezTo>
                  <a:cubicBezTo>
                    <a:pt x="85" y="0"/>
                    <a:pt x="115" y="47"/>
                    <a:pt x="128" y="47"/>
                  </a:cubicBezTo>
                  <a:cubicBezTo>
                    <a:pt x="141" y="47"/>
                    <a:pt x="172" y="1"/>
                    <a:pt x="191" y="12"/>
                  </a:cubicBezTo>
                  <a:cubicBezTo>
                    <a:pt x="211" y="23"/>
                    <a:pt x="186" y="73"/>
                    <a:pt x="193" y="86"/>
                  </a:cubicBezTo>
                  <a:cubicBezTo>
                    <a:pt x="200" y="98"/>
                    <a:pt x="256" y="102"/>
                    <a:pt x="255" y="124"/>
                  </a:cubicBezTo>
                  <a:cubicBezTo>
                    <a:pt x="255" y="145"/>
                    <a:pt x="200" y="148"/>
                    <a:pt x="194" y="159"/>
                  </a:cubicBezTo>
                  <a:cubicBezTo>
                    <a:pt x="187" y="171"/>
                    <a:pt x="212" y="222"/>
                    <a:pt x="190" y="234"/>
                  </a:cubicBezTo>
                  <a:cubicBezTo>
                    <a:pt x="169" y="246"/>
                    <a:pt x="139" y="198"/>
                    <a:pt x="125" y="198"/>
                  </a:cubicBezTo>
                  <a:cubicBezTo>
                    <a:pt x="113" y="197"/>
                    <a:pt x="83" y="244"/>
                    <a:pt x="65" y="234"/>
                  </a:cubicBezTo>
                  <a:cubicBezTo>
                    <a:pt x="46" y="223"/>
                    <a:pt x="69" y="172"/>
                    <a:pt x="62" y="159"/>
                  </a:cubicBezTo>
                  <a:cubicBezTo>
                    <a:pt x="55" y="148"/>
                    <a:pt x="0" y="145"/>
                    <a:pt x="0" y="124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032375" y="797710"/>
            <a:ext cx="1079250" cy="1240604"/>
            <a:chOff x="5900667" y="-231575"/>
            <a:chExt cx="2044290" cy="2349920"/>
          </a:xfrm>
        </p:grpSpPr>
        <p:grpSp>
          <p:nvGrpSpPr>
            <p:cNvPr id="37" name="Group 4"/>
            <p:cNvGrpSpPr>
              <a:grpSpLocks noChangeAspect="1"/>
            </p:cNvGrpSpPr>
            <p:nvPr/>
          </p:nvGrpSpPr>
          <p:grpSpPr bwMode="auto">
            <a:xfrm>
              <a:off x="6322090" y="72485"/>
              <a:ext cx="1168465" cy="2045860"/>
              <a:chOff x="2724" y="205"/>
              <a:chExt cx="2232" cy="3908"/>
            </a:xfrm>
            <a:noFill/>
          </p:grpSpPr>
          <p:sp>
            <p:nvSpPr>
              <p:cNvPr id="49" name="Freeform 5"/>
              <p:cNvSpPr>
                <a:spLocks/>
              </p:cNvSpPr>
              <p:nvPr/>
            </p:nvSpPr>
            <p:spPr bwMode="auto">
              <a:xfrm>
                <a:off x="3373" y="3255"/>
                <a:ext cx="960" cy="858"/>
              </a:xfrm>
              <a:custGeom>
                <a:avLst/>
                <a:gdLst>
                  <a:gd name="T0" fmla="*/ 224 w 447"/>
                  <a:gd name="T1" fmla="*/ 5 h 400"/>
                  <a:gd name="T2" fmla="*/ 39 w 447"/>
                  <a:gd name="T3" fmla="*/ 0 h 400"/>
                  <a:gd name="T4" fmla="*/ 3 w 447"/>
                  <a:gd name="T5" fmla="*/ 0 h 400"/>
                  <a:gd name="T6" fmla="*/ 3 w 447"/>
                  <a:gd name="T7" fmla="*/ 43 h 400"/>
                  <a:gd name="T8" fmla="*/ 17 w 447"/>
                  <a:gd name="T9" fmla="*/ 61 h 400"/>
                  <a:gd name="T10" fmla="*/ 3 w 447"/>
                  <a:gd name="T11" fmla="*/ 88 h 400"/>
                  <a:gd name="T12" fmla="*/ 3 w 447"/>
                  <a:gd name="T13" fmla="*/ 105 h 400"/>
                  <a:gd name="T14" fmla="*/ 17 w 447"/>
                  <a:gd name="T15" fmla="*/ 122 h 400"/>
                  <a:gd name="T16" fmla="*/ 0 w 447"/>
                  <a:gd name="T17" fmla="*/ 150 h 400"/>
                  <a:gd name="T18" fmla="*/ 0 w 447"/>
                  <a:gd name="T19" fmla="*/ 166 h 400"/>
                  <a:gd name="T20" fmla="*/ 17 w 447"/>
                  <a:gd name="T21" fmla="*/ 180 h 400"/>
                  <a:gd name="T22" fmla="*/ 3 w 447"/>
                  <a:gd name="T23" fmla="*/ 214 h 400"/>
                  <a:gd name="T24" fmla="*/ 3 w 447"/>
                  <a:gd name="T25" fmla="*/ 225 h 400"/>
                  <a:gd name="T26" fmla="*/ 17 w 447"/>
                  <a:gd name="T27" fmla="*/ 258 h 400"/>
                  <a:gd name="T28" fmla="*/ 28 w 447"/>
                  <a:gd name="T29" fmla="*/ 275 h 400"/>
                  <a:gd name="T30" fmla="*/ 41 w 447"/>
                  <a:gd name="T31" fmla="*/ 293 h 400"/>
                  <a:gd name="T32" fmla="*/ 80 w 447"/>
                  <a:gd name="T33" fmla="*/ 330 h 400"/>
                  <a:gd name="T34" fmla="*/ 92 w 447"/>
                  <a:gd name="T35" fmla="*/ 330 h 400"/>
                  <a:gd name="T36" fmla="*/ 142 w 447"/>
                  <a:gd name="T37" fmla="*/ 387 h 400"/>
                  <a:gd name="T38" fmla="*/ 197 w 447"/>
                  <a:gd name="T39" fmla="*/ 399 h 400"/>
                  <a:gd name="T40" fmla="*/ 223 w 447"/>
                  <a:gd name="T41" fmla="*/ 394 h 400"/>
                  <a:gd name="T42" fmla="*/ 250 w 447"/>
                  <a:gd name="T43" fmla="*/ 399 h 400"/>
                  <a:gd name="T44" fmla="*/ 304 w 447"/>
                  <a:gd name="T45" fmla="*/ 387 h 400"/>
                  <a:gd name="T46" fmla="*/ 355 w 447"/>
                  <a:gd name="T47" fmla="*/ 330 h 400"/>
                  <a:gd name="T48" fmla="*/ 366 w 447"/>
                  <a:gd name="T49" fmla="*/ 330 h 400"/>
                  <a:gd name="T50" fmla="*/ 405 w 447"/>
                  <a:gd name="T51" fmla="*/ 293 h 400"/>
                  <a:gd name="T52" fmla="*/ 418 w 447"/>
                  <a:gd name="T53" fmla="*/ 275 h 400"/>
                  <a:gd name="T54" fmla="*/ 430 w 447"/>
                  <a:gd name="T55" fmla="*/ 258 h 400"/>
                  <a:gd name="T56" fmla="*/ 444 w 447"/>
                  <a:gd name="T57" fmla="*/ 225 h 400"/>
                  <a:gd name="T58" fmla="*/ 444 w 447"/>
                  <a:gd name="T59" fmla="*/ 214 h 400"/>
                  <a:gd name="T60" fmla="*/ 430 w 447"/>
                  <a:gd name="T61" fmla="*/ 180 h 400"/>
                  <a:gd name="T62" fmla="*/ 447 w 447"/>
                  <a:gd name="T63" fmla="*/ 166 h 400"/>
                  <a:gd name="T64" fmla="*/ 447 w 447"/>
                  <a:gd name="T65" fmla="*/ 150 h 400"/>
                  <a:gd name="T66" fmla="*/ 430 w 447"/>
                  <a:gd name="T67" fmla="*/ 122 h 400"/>
                  <a:gd name="T68" fmla="*/ 444 w 447"/>
                  <a:gd name="T69" fmla="*/ 105 h 400"/>
                  <a:gd name="T70" fmla="*/ 444 w 447"/>
                  <a:gd name="T71" fmla="*/ 88 h 400"/>
                  <a:gd name="T72" fmla="*/ 430 w 447"/>
                  <a:gd name="T73" fmla="*/ 61 h 400"/>
                  <a:gd name="T74" fmla="*/ 444 w 447"/>
                  <a:gd name="T75" fmla="*/ 43 h 400"/>
                  <a:gd name="T76" fmla="*/ 444 w 447"/>
                  <a:gd name="T77" fmla="*/ 0 h 400"/>
                  <a:gd name="T78" fmla="*/ 224 w 447"/>
                  <a:gd name="T79" fmla="*/ 5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447" h="400">
                    <a:moveTo>
                      <a:pt x="224" y="5"/>
                    </a:moveTo>
                    <a:cubicBezTo>
                      <a:pt x="224" y="5"/>
                      <a:pt x="112" y="3"/>
                      <a:pt x="39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3" y="43"/>
                      <a:pt x="5" y="56"/>
                      <a:pt x="17" y="61"/>
                    </a:cubicBezTo>
                    <a:cubicBezTo>
                      <a:pt x="17" y="61"/>
                      <a:pt x="19" y="79"/>
                      <a:pt x="3" y="88"/>
                    </a:cubicBezTo>
                    <a:cubicBezTo>
                      <a:pt x="3" y="105"/>
                      <a:pt x="3" y="105"/>
                      <a:pt x="3" y="105"/>
                    </a:cubicBezTo>
                    <a:cubicBezTo>
                      <a:pt x="3" y="105"/>
                      <a:pt x="14" y="114"/>
                      <a:pt x="17" y="122"/>
                    </a:cubicBezTo>
                    <a:cubicBezTo>
                      <a:pt x="19" y="130"/>
                      <a:pt x="5" y="148"/>
                      <a:pt x="0" y="150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166"/>
                      <a:pt x="13" y="168"/>
                      <a:pt x="17" y="180"/>
                    </a:cubicBezTo>
                    <a:cubicBezTo>
                      <a:pt x="21" y="192"/>
                      <a:pt x="10" y="210"/>
                      <a:pt x="3" y="214"/>
                    </a:cubicBezTo>
                    <a:cubicBezTo>
                      <a:pt x="3" y="225"/>
                      <a:pt x="3" y="225"/>
                      <a:pt x="3" y="225"/>
                    </a:cubicBezTo>
                    <a:cubicBezTo>
                      <a:pt x="3" y="225"/>
                      <a:pt x="25" y="238"/>
                      <a:pt x="17" y="258"/>
                    </a:cubicBezTo>
                    <a:cubicBezTo>
                      <a:pt x="17" y="258"/>
                      <a:pt x="10" y="268"/>
                      <a:pt x="28" y="275"/>
                    </a:cubicBezTo>
                    <a:cubicBezTo>
                      <a:pt x="28" y="275"/>
                      <a:pt x="38" y="285"/>
                      <a:pt x="41" y="293"/>
                    </a:cubicBezTo>
                    <a:cubicBezTo>
                      <a:pt x="45" y="301"/>
                      <a:pt x="72" y="329"/>
                      <a:pt x="80" y="330"/>
                    </a:cubicBezTo>
                    <a:cubicBezTo>
                      <a:pt x="92" y="330"/>
                      <a:pt x="92" y="330"/>
                      <a:pt x="92" y="330"/>
                    </a:cubicBezTo>
                    <a:cubicBezTo>
                      <a:pt x="92" y="330"/>
                      <a:pt x="129" y="369"/>
                      <a:pt x="142" y="387"/>
                    </a:cubicBezTo>
                    <a:cubicBezTo>
                      <a:pt x="142" y="387"/>
                      <a:pt x="172" y="400"/>
                      <a:pt x="197" y="399"/>
                    </a:cubicBezTo>
                    <a:cubicBezTo>
                      <a:pt x="197" y="399"/>
                      <a:pt x="213" y="394"/>
                      <a:pt x="223" y="394"/>
                    </a:cubicBezTo>
                    <a:cubicBezTo>
                      <a:pt x="234" y="394"/>
                      <a:pt x="250" y="399"/>
                      <a:pt x="250" y="399"/>
                    </a:cubicBezTo>
                    <a:cubicBezTo>
                      <a:pt x="275" y="400"/>
                      <a:pt x="304" y="387"/>
                      <a:pt x="304" y="387"/>
                    </a:cubicBezTo>
                    <a:cubicBezTo>
                      <a:pt x="317" y="369"/>
                      <a:pt x="355" y="330"/>
                      <a:pt x="355" y="330"/>
                    </a:cubicBezTo>
                    <a:cubicBezTo>
                      <a:pt x="366" y="330"/>
                      <a:pt x="366" y="330"/>
                      <a:pt x="366" y="330"/>
                    </a:cubicBezTo>
                    <a:cubicBezTo>
                      <a:pt x="374" y="329"/>
                      <a:pt x="401" y="301"/>
                      <a:pt x="405" y="293"/>
                    </a:cubicBezTo>
                    <a:cubicBezTo>
                      <a:pt x="409" y="285"/>
                      <a:pt x="418" y="275"/>
                      <a:pt x="418" y="275"/>
                    </a:cubicBezTo>
                    <a:cubicBezTo>
                      <a:pt x="436" y="268"/>
                      <a:pt x="430" y="258"/>
                      <a:pt x="430" y="258"/>
                    </a:cubicBezTo>
                    <a:cubicBezTo>
                      <a:pt x="422" y="238"/>
                      <a:pt x="444" y="225"/>
                      <a:pt x="444" y="225"/>
                    </a:cubicBezTo>
                    <a:cubicBezTo>
                      <a:pt x="444" y="214"/>
                      <a:pt x="444" y="214"/>
                      <a:pt x="444" y="214"/>
                    </a:cubicBezTo>
                    <a:cubicBezTo>
                      <a:pt x="436" y="210"/>
                      <a:pt x="426" y="192"/>
                      <a:pt x="430" y="180"/>
                    </a:cubicBezTo>
                    <a:cubicBezTo>
                      <a:pt x="434" y="168"/>
                      <a:pt x="447" y="166"/>
                      <a:pt x="447" y="166"/>
                    </a:cubicBezTo>
                    <a:cubicBezTo>
                      <a:pt x="447" y="150"/>
                      <a:pt x="447" y="150"/>
                      <a:pt x="447" y="150"/>
                    </a:cubicBezTo>
                    <a:cubicBezTo>
                      <a:pt x="442" y="148"/>
                      <a:pt x="427" y="130"/>
                      <a:pt x="430" y="122"/>
                    </a:cubicBezTo>
                    <a:cubicBezTo>
                      <a:pt x="433" y="114"/>
                      <a:pt x="444" y="105"/>
                      <a:pt x="444" y="105"/>
                    </a:cubicBezTo>
                    <a:cubicBezTo>
                      <a:pt x="444" y="88"/>
                      <a:pt x="444" y="88"/>
                      <a:pt x="444" y="88"/>
                    </a:cubicBezTo>
                    <a:cubicBezTo>
                      <a:pt x="427" y="79"/>
                      <a:pt x="430" y="61"/>
                      <a:pt x="430" y="61"/>
                    </a:cubicBezTo>
                    <a:cubicBezTo>
                      <a:pt x="442" y="56"/>
                      <a:pt x="444" y="43"/>
                      <a:pt x="444" y="43"/>
                    </a:cubicBezTo>
                    <a:cubicBezTo>
                      <a:pt x="444" y="0"/>
                      <a:pt x="444" y="0"/>
                      <a:pt x="444" y="0"/>
                    </a:cubicBezTo>
                    <a:cubicBezTo>
                      <a:pt x="383" y="3"/>
                      <a:pt x="224" y="5"/>
                      <a:pt x="224" y="5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0" name="Freeform 6"/>
              <p:cNvSpPr>
                <a:spLocks/>
              </p:cNvSpPr>
              <p:nvPr/>
            </p:nvSpPr>
            <p:spPr bwMode="auto">
              <a:xfrm>
                <a:off x="3596" y="3285"/>
                <a:ext cx="728" cy="75"/>
              </a:xfrm>
              <a:custGeom>
                <a:avLst/>
                <a:gdLst>
                  <a:gd name="T0" fmla="*/ 0 w 339"/>
                  <a:gd name="T1" fmla="*/ 2 h 35"/>
                  <a:gd name="T2" fmla="*/ 321 w 339"/>
                  <a:gd name="T3" fmla="*/ 0 h 35"/>
                  <a:gd name="T4" fmla="*/ 314 w 339"/>
                  <a:gd name="T5" fmla="*/ 35 h 35"/>
                  <a:gd name="T6" fmla="*/ 7 w 339"/>
                  <a:gd name="T7" fmla="*/ 31 h 35"/>
                  <a:gd name="T8" fmla="*/ 278 w 339"/>
                  <a:gd name="T9" fmla="*/ 17 h 35"/>
                  <a:gd name="T10" fmla="*/ 0 w 339"/>
                  <a:gd name="T11" fmla="*/ 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9" h="35">
                    <a:moveTo>
                      <a:pt x="0" y="2"/>
                    </a:moveTo>
                    <a:cubicBezTo>
                      <a:pt x="0" y="2"/>
                      <a:pt x="238" y="11"/>
                      <a:pt x="321" y="0"/>
                    </a:cubicBezTo>
                    <a:cubicBezTo>
                      <a:pt x="321" y="0"/>
                      <a:pt x="339" y="21"/>
                      <a:pt x="314" y="35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7" y="31"/>
                      <a:pt x="264" y="26"/>
                      <a:pt x="278" y="17"/>
                    </a:cubicBezTo>
                    <a:cubicBezTo>
                      <a:pt x="278" y="17"/>
                      <a:pt x="69" y="4"/>
                      <a:pt x="0" y="2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1" name="Freeform 7"/>
              <p:cNvSpPr>
                <a:spLocks/>
              </p:cNvSpPr>
              <p:nvPr/>
            </p:nvSpPr>
            <p:spPr bwMode="auto">
              <a:xfrm>
                <a:off x="3446" y="3399"/>
                <a:ext cx="792" cy="70"/>
              </a:xfrm>
              <a:custGeom>
                <a:avLst/>
                <a:gdLst>
                  <a:gd name="T0" fmla="*/ 0 w 369"/>
                  <a:gd name="T1" fmla="*/ 0 h 33"/>
                  <a:gd name="T2" fmla="*/ 369 w 369"/>
                  <a:gd name="T3" fmla="*/ 0 h 33"/>
                  <a:gd name="T4" fmla="*/ 0 w 369"/>
                  <a:gd name="T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3">
                    <a:moveTo>
                      <a:pt x="0" y="0"/>
                    </a:moveTo>
                    <a:cubicBezTo>
                      <a:pt x="0" y="0"/>
                      <a:pt x="203" y="20"/>
                      <a:pt x="369" y="0"/>
                    </a:cubicBezTo>
                    <a:cubicBezTo>
                      <a:pt x="369" y="0"/>
                      <a:pt x="143" y="33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2" name="Freeform 8"/>
              <p:cNvSpPr>
                <a:spLocks/>
              </p:cNvSpPr>
              <p:nvPr/>
            </p:nvSpPr>
            <p:spPr bwMode="auto">
              <a:xfrm>
                <a:off x="3450" y="3502"/>
                <a:ext cx="793" cy="70"/>
              </a:xfrm>
              <a:custGeom>
                <a:avLst/>
                <a:gdLst>
                  <a:gd name="T0" fmla="*/ 0 w 369"/>
                  <a:gd name="T1" fmla="*/ 0 h 33"/>
                  <a:gd name="T2" fmla="*/ 369 w 369"/>
                  <a:gd name="T3" fmla="*/ 0 h 33"/>
                  <a:gd name="T4" fmla="*/ 0 w 369"/>
                  <a:gd name="T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3">
                    <a:moveTo>
                      <a:pt x="0" y="0"/>
                    </a:moveTo>
                    <a:cubicBezTo>
                      <a:pt x="0" y="0"/>
                      <a:pt x="204" y="20"/>
                      <a:pt x="369" y="0"/>
                    </a:cubicBezTo>
                    <a:cubicBezTo>
                      <a:pt x="369" y="0"/>
                      <a:pt x="144" y="33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Freeform 9"/>
              <p:cNvSpPr>
                <a:spLocks/>
              </p:cNvSpPr>
              <p:nvPr/>
            </p:nvSpPr>
            <p:spPr bwMode="auto">
              <a:xfrm>
                <a:off x="3450" y="3622"/>
                <a:ext cx="793" cy="68"/>
              </a:xfrm>
              <a:custGeom>
                <a:avLst/>
                <a:gdLst>
                  <a:gd name="T0" fmla="*/ 0 w 369"/>
                  <a:gd name="T1" fmla="*/ 0 h 32"/>
                  <a:gd name="T2" fmla="*/ 369 w 369"/>
                  <a:gd name="T3" fmla="*/ 0 h 32"/>
                  <a:gd name="T4" fmla="*/ 0 w 369"/>
                  <a:gd name="T5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2">
                    <a:moveTo>
                      <a:pt x="0" y="0"/>
                    </a:moveTo>
                    <a:cubicBezTo>
                      <a:pt x="0" y="0"/>
                      <a:pt x="204" y="19"/>
                      <a:pt x="369" y="0"/>
                    </a:cubicBezTo>
                    <a:cubicBezTo>
                      <a:pt x="369" y="0"/>
                      <a:pt x="144" y="32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4" name="Freeform 10"/>
              <p:cNvSpPr>
                <a:spLocks/>
              </p:cNvSpPr>
              <p:nvPr/>
            </p:nvSpPr>
            <p:spPr bwMode="auto">
              <a:xfrm>
                <a:off x="3459" y="3725"/>
                <a:ext cx="792" cy="68"/>
              </a:xfrm>
              <a:custGeom>
                <a:avLst/>
                <a:gdLst>
                  <a:gd name="T0" fmla="*/ 0 w 369"/>
                  <a:gd name="T1" fmla="*/ 0 h 32"/>
                  <a:gd name="T2" fmla="*/ 369 w 369"/>
                  <a:gd name="T3" fmla="*/ 0 h 32"/>
                  <a:gd name="T4" fmla="*/ 0 w 369"/>
                  <a:gd name="T5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2">
                    <a:moveTo>
                      <a:pt x="0" y="0"/>
                    </a:moveTo>
                    <a:cubicBezTo>
                      <a:pt x="0" y="0"/>
                      <a:pt x="203" y="19"/>
                      <a:pt x="369" y="0"/>
                    </a:cubicBezTo>
                    <a:cubicBezTo>
                      <a:pt x="369" y="0"/>
                      <a:pt x="144" y="32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Freeform 11"/>
              <p:cNvSpPr>
                <a:spLocks/>
              </p:cNvSpPr>
              <p:nvPr/>
            </p:nvSpPr>
            <p:spPr bwMode="auto">
              <a:xfrm>
                <a:off x="3457" y="3826"/>
                <a:ext cx="792" cy="68"/>
              </a:xfrm>
              <a:custGeom>
                <a:avLst/>
                <a:gdLst>
                  <a:gd name="T0" fmla="*/ 0 w 369"/>
                  <a:gd name="T1" fmla="*/ 0 h 32"/>
                  <a:gd name="T2" fmla="*/ 369 w 369"/>
                  <a:gd name="T3" fmla="*/ 0 h 32"/>
                  <a:gd name="T4" fmla="*/ 0 w 369"/>
                  <a:gd name="T5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2">
                    <a:moveTo>
                      <a:pt x="0" y="0"/>
                    </a:moveTo>
                    <a:cubicBezTo>
                      <a:pt x="0" y="0"/>
                      <a:pt x="203" y="19"/>
                      <a:pt x="369" y="0"/>
                    </a:cubicBezTo>
                    <a:cubicBezTo>
                      <a:pt x="369" y="0"/>
                      <a:pt x="144" y="32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6" name="Freeform 12"/>
              <p:cNvSpPr>
                <a:spLocks/>
              </p:cNvSpPr>
              <p:nvPr/>
            </p:nvSpPr>
            <p:spPr bwMode="auto">
              <a:xfrm>
                <a:off x="3841" y="3941"/>
                <a:ext cx="275" cy="140"/>
              </a:xfrm>
              <a:custGeom>
                <a:avLst/>
                <a:gdLst>
                  <a:gd name="T0" fmla="*/ 0 w 128"/>
                  <a:gd name="T1" fmla="*/ 0 h 65"/>
                  <a:gd name="T2" fmla="*/ 128 w 128"/>
                  <a:gd name="T3" fmla="*/ 0 h 65"/>
                  <a:gd name="T4" fmla="*/ 71 w 128"/>
                  <a:gd name="T5" fmla="*/ 65 h 65"/>
                  <a:gd name="T6" fmla="*/ 69 w 128"/>
                  <a:gd name="T7" fmla="*/ 18 h 65"/>
                  <a:gd name="T8" fmla="*/ 0 w 128"/>
                  <a:gd name="T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" h="65">
                    <a:moveTo>
                      <a:pt x="0" y="0"/>
                    </a:moveTo>
                    <a:cubicBezTo>
                      <a:pt x="0" y="0"/>
                      <a:pt x="95" y="6"/>
                      <a:pt x="128" y="0"/>
                    </a:cubicBezTo>
                    <a:cubicBezTo>
                      <a:pt x="71" y="65"/>
                      <a:pt x="71" y="65"/>
                      <a:pt x="71" y="65"/>
                    </a:cubicBezTo>
                    <a:cubicBezTo>
                      <a:pt x="71" y="65"/>
                      <a:pt x="94" y="19"/>
                      <a:pt x="69" y="18"/>
                    </a:cubicBezTo>
                    <a:cubicBezTo>
                      <a:pt x="45" y="17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7" name="Freeform 13"/>
              <p:cNvSpPr>
                <a:spLocks/>
              </p:cNvSpPr>
              <p:nvPr/>
            </p:nvSpPr>
            <p:spPr bwMode="auto">
              <a:xfrm>
                <a:off x="3650" y="3422"/>
                <a:ext cx="281" cy="103"/>
              </a:xfrm>
              <a:custGeom>
                <a:avLst/>
                <a:gdLst>
                  <a:gd name="T0" fmla="*/ 65 w 131"/>
                  <a:gd name="T1" fmla="*/ 1 h 48"/>
                  <a:gd name="T2" fmla="*/ 0 w 131"/>
                  <a:gd name="T3" fmla="*/ 1 h 48"/>
                  <a:gd name="T4" fmla="*/ 91 w 131"/>
                  <a:gd name="T5" fmla="*/ 45 h 48"/>
                  <a:gd name="T6" fmla="*/ 131 w 131"/>
                  <a:gd name="T7" fmla="*/ 48 h 48"/>
                  <a:gd name="T8" fmla="*/ 90 w 131"/>
                  <a:gd name="T9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48">
                    <a:moveTo>
                      <a:pt x="65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23" y="34"/>
                      <a:pt x="91" y="45"/>
                    </a:cubicBezTo>
                    <a:cubicBezTo>
                      <a:pt x="83" y="48"/>
                      <a:pt x="131" y="48"/>
                      <a:pt x="131" y="48"/>
                    </a:cubicBezTo>
                    <a:cubicBezTo>
                      <a:pt x="131" y="48"/>
                      <a:pt x="83" y="10"/>
                      <a:pt x="90" y="0"/>
                    </a:cubicBezTo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8" name="Freeform 14"/>
              <p:cNvSpPr>
                <a:spLocks/>
              </p:cNvSpPr>
              <p:nvPr/>
            </p:nvSpPr>
            <p:spPr bwMode="auto">
              <a:xfrm>
                <a:off x="3656" y="3519"/>
                <a:ext cx="282" cy="129"/>
              </a:xfrm>
              <a:custGeom>
                <a:avLst/>
                <a:gdLst>
                  <a:gd name="T0" fmla="*/ 65 w 131"/>
                  <a:gd name="T1" fmla="*/ 2 h 60"/>
                  <a:gd name="T2" fmla="*/ 0 w 131"/>
                  <a:gd name="T3" fmla="*/ 2 h 60"/>
                  <a:gd name="T4" fmla="*/ 91 w 131"/>
                  <a:gd name="T5" fmla="*/ 56 h 60"/>
                  <a:gd name="T6" fmla="*/ 131 w 131"/>
                  <a:gd name="T7" fmla="*/ 60 h 60"/>
                  <a:gd name="T8" fmla="*/ 89 w 131"/>
                  <a:gd name="T9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60">
                    <a:moveTo>
                      <a:pt x="65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123" y="43"/>
                      <a:pt x="91" y="56"/>
                    </a:cubicBezTo>
                    <a:cubicBezTo>
                      <a:pt x="83" y="60"/>
                      <a:pt x="131" y="60"/>
                      <a:pt x="131" y="60"/>
                    </a:cubicBezTo>
                    <a:cubicBezTo>
                      <a:pt x="131" y="60"/>
                      <a:pt x="83" y="13"/>
                      <a:pt x="89" y="0"/>
                    </a:cubicBezTo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9" name="Freeform 15"/>
              <p:cNvSpPr>
                <a:spLocks/>
              </p:cNvSpPr>
              <p:nvPr/>
            </p:nvSpPr>
            <p:spPr bwMode="auto">
              <a:xfrm>
                <a:off x="3759" y="3641"/>
                <a:ext cx="282" cy="109"/>
              </a:xfrm>
              <a:custGeom>
                <a:avLst/>
                <a:gdLst>
                  <a:gd name="T0" fmla="*/ 65 w 131"/>
                  <a:gd name="T1" fmla="*/ 1 h 51"/>
                  <a:gd name="T2" fmla="*/ 0 w 131"/>
                  <a:gd name="T3" fmla="*/ 1 h 51"/>
                  <a:gd name="T4" fmla="*/ 91 w 131"/>
                  <a:gd name="T5" fmla="*/ 48 h 51"/>
                  <a:gd name="T6" fmla="*/ 131 w 131"/>
                  <a:gd name="T7" fmla="*/ 51 h 51"/>
                  <a:gd name="T8" fmla="*/ 89 w 131"/>
                  <a:gd name="T9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51">
                    <a:moveTo>
                      <a:pt x="65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23" y="37"/>
                      <a:pt x="91" y="48"/>
                    </a:cubicBezTo>
                    <a:cubicBezTo>
                      <a:pt x="83" y="51"/>
                      <a:pt x="131" y="51"/>
                      <a:pt x="131" y="51"/>
                    </a:cubicBezTo>
                    <a:cubicBezTo>
                      <a:pt x="131" y="51"/>
                      <a:pt x="83" y="11"/>
                      <a:pt x="89" y="0"/>
                    </a:cubicBezTo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0" name="Freeform 16"/>
              <p:cNvSpPr>
                <a:spLocks/>
              </p:cNvSpPr>
              <p:nvPr/>
            </p:nvSpPr>
            <p:spPr bwMode="auto">
              <a:xfrm>
                <a:off x="3588" y="3746"/>
                <a:ext cx="279" cy="110"/>
              </a:xfrm>
              <a:custGeom>
                <a:avLst/>
                <a:gdLst>
                  <a:gd name="T0" fmla="*/ 64 w 130"/>
                  <a:gd name="T1" fmla="*/ 1 h 51"/>
                  <a:gd name="T2" fmla="*/ 0 w 130"/>
                  <a:gd name="T3" fmla="*/ 1 h 51"/>
                  <a:gd name="T4" fmla="*/ 90 w 130"/>
                  <a:gd name="T5" fmla="*/ 48 h 51"/>
                  <a:gd name="T6" fmla="*/ 130 w 130"/>
                  <a:gd name="T7" fmla="*/ 51 h 51"/>
                  <a:gd name="T8" fmla="*/ 89 w 130"/>
                  <a:gd name="T9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0" h="51">
                    <a:moveTo>
                      <a:pt x="64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22" y="37"/>
                      <a:pt x="90" y="48"/>
                    </a:cubicBezTo>
                    <a:cubicBezTo>
                      <a:pt x="83" y="51"/>
                      <a:pt x="130" y="51"/>
                      <a:pt x="130" y="51"/>
                    </a:cubicBezTo>
                    <a:cubicBezTo>
                      <a:pt x="130" y="51"/>
                      <a:pt x="83" y="11"/>
                      <a:pt x="89" y="0"/>
                    </a:cubicBezTo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1" name="Freeform 17"/>
              <p:cNvSpPr>
                <a:spLocks/>
              </p:cNvSpPr>
              <p:nvPr/>
            </p:nvSpPr>
            <p:spPr bwMode="auto">
              <a:xfrm>
                <a:off x="2831" y="355"/>
                <a:ext cx="2073" cy="2894"/>
              </a:xfrm>
              <a:custGeom>
                <a:avLst/>
                <a:gdLst>
                  <a:gd name="T0" fmla="*/ 1178 w 2073"/>
                  <a:gd name="T1" fmla="*/ 2465 h 2894"/>
                  <a:gd name="T2" fmla="*/ 1487 w 2073"/>
                  <a:gd name="T3" fmla="*/ 2894 h 2894"/>
                  <a:gd name="T4" fmla="*/ 1803 w 2073"/>
                  <a:gd name="T5" fmla="*/ 2226 h 2894"/>
                  <a:gd name="T6" fmla="*/ 2073 w 2073"/>
                  <a:gd name="T7" fmla="*/ 1446 h 2894"/>
                  <a:gd name="T8" fmla="*/ 0 w 2073"/>
                  <a:gd name="T9" fmla="*/ 581 h 2894"/>
                  <a:gd name="T10" fmla="*/ 653 w 2073"/>
                  <a:gd name="T11" fmla="*/ 0 h 2894"/>
                  <a:gd name="T12" fmla="*/ 1874 w 2073"/>
                  <a:gd name="T13" fmla="*/ 667 h 2894"/>
                  <a:gd name="T14" fmla="*/ 95 w 2073"/>
                  <a:gd name="T15" fmla="*/ 1731 h 2894"/>
                  <a:gd name="T16" fmla="*/ 1420 w 2073"/>
                  <a:gd name="T17" fmla="*/ 1742 h 2894"/>
                  <a:gd name="T18" fmla="*/ 1803 w 2073"/>
                  <a:gd name="T19" fmla="*/ 2226 h 2894"/>
                  <a:gd name="T20" fmla="*/ 535 w 2073"/>
                  <a:gd name="T21" fmla="*/ 2825 h 2894"/>
                  <a:gd name="T22" fmla="*/ 303 w 2073"/>
                  <a:gd name="T23" fmla="*/ 2437 h 2894"/>
                  <a:gd name="T24" fmla="*/ 230 w 2073"/>
                  <a:gd name="T25" fmla="*/ 2100 h 28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73" h="2894">
                    <a:moveTo>
                      <a:pt x="1178" y="2465"/>
                    </a:moveTo>
                    <a:lnTo>
                      <a:pt x="1487" y="2894"/>
                    </a:lnTo>
                    <a:lnTo>
                      <a:pt x="1803" y="2226"/>
                    </a:lnTo>
                    <a:lnTo>
                      <a:pt x="2073" y="1446"/>
                    </a:lnTo>
                    <a:lnTo>
                      <a:pt x="0" y="581"/>
                    </a:lnTo>
                    <a:lnTo>
                      <a:pt x="653" y="0"/>
                    </a:lnTo>
                    <a:lnTo>
                      <a:pt x="1874" y="667"/>
                    </a:lnTo>
                    <a:lnTo>
                      <a:pt x="95" y="1731"/>
                    </a:lnTo>
                    <a:lnTo>
                      <a:pt x="1420" y="1742"/>
                    </a:lnTo>
                    <a:lnTo>
                      <a:pt x="1803" y="2226"/>
                    </a:lnTo>
                    <a:lnTo>
                      <a:pt x="535" y="2825"/>
                    </a:lnTo>
                    <a:lnTo>
                      <a:pt x="303" y="2437"/>
                    </a:lnTo>
                    <a:lnTo>
                      <a:pt x="230" y="2100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Freeform 18"/>
              <p:cNvSpPr>
                <a:spLocks/>
              </p:cNvSpPr>
              <p:nvPr/>
            </p:nvSpPr>
            <p:spPr bwMode="auto">
              <a:xfrm>
                <a:off x="3822" y="409"/>
                <a:ext cx="1082" cy="1392"/>
              </a:xfrm>
              <a:custGeom>
                <a:avLst/>
                <a:gdLst>
                  <a:gd name="T0" fmla="*/ 328 w 1082"/>
                  <a:gd name="T1" fmla="*/ 311 h 1392"/>
                  <a:gd name="T2" fmla="*/ 541 w 1082"/>
                  <a:gd name="T3" fmla="*/ 0 h 1392"/>
                  <a:gd name="T4" fmla="*/ 883 w 1082"/>
                  <a:gd name="T5" fmla="*/ 613 h 1392"/>
                  <a:gd name="T6" fmla="*/ 1044 w 1082"/>
                  <a:gd name="T7" fmla="*/ 532 h 1392"/>
                  <a:gd name="T8" fmla="*/ 1082 w 1082"/>
                  <a:gd name="T9" fmla="*/ 1392 h 1392"/>
                  <a:gd name="T10" fmla="*/ 883 w 1082"/>
                  <a:gd name="T11" fmla="*/ 613 h 1392"/>
                  <a:gd name="T12" fmla="*/ 0 w 1082"/>
                  <a:gd name="T13" fmla="*/ 392 h 1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82" h="1392">
                    <a:moveTo>
                      <a:pt x="328" y="311"/>
                    </a:moveTo>
                    <a:lnTo>
                      <a:pt x="541" y="0"/>
                    </a:lnTo>
                    <a:lnTo>
                      <a:pt x="883" y="613"/>
                    </a:lnTo>
                    <a:lnTo>
                      <a:pt x="1044" y="532"/>
                    </a:lnTo>
                    <a:lnTo>
                      <a:pt x="1082" y="1392"/>
                    </a:lnTo>
                    <a:lnTo>
                      <a:pt x="883" y="613"/>
                    </a:lnTo>
                    <a:lnTo>
                      <a:pt x="0" y="392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3" name="Freeform 19"/>
              <p:cNvSpPr>
                <a:spLocks/>
              </p:cNvSpPr>
              <p:nvPr/>
            </p:nvSpPr>
            <p:spPr bwMode="auto">
              <a:xfrm>
                <a:off x="2782" y="666"/>
                <a:ext cx="1259" cy="2154"/>
              </a:xfrm>
              <a:custGeom>
                <a:avLst/>
                <a:gdLst>
                  <a:gd name="T0" fmla="*/ 1023 w 1259"/>
                  <a:gd name="T1" fmla="*/ 684 h 2154"/>
                  <a:gd name="T2" fmla="*/ 1040 w 1259"/>
                  <a:gd name="T3" fmla="*/ 135 h 2154"/>
                  <a:gd name="T4" fmla="*/ 352 w 1259"/>
                  <a:gd name="T5" fmla="*/ 0 h 2154"/>
                  <a:gd name="T6" fmla="*/ 629 w 1259"/>
                  <a:gd name="T7" fmla="*/ 517 h 2154"/>
                  <a:gd name="T8" fmla="*/ 0 w 1259"/>
                  <a:gd name="T9" fmla="*/ 849 h 2154"/>
                  <a:gd name="T10" fmla="*/ 144 w 1259"/>
                  <a:gd name="T11" fmla="*/ 1420 h 2154"/>
                  <a:gd name="T12" fmla="*/ 279 w 1259"/>
                  <a:gd name="T13" fmla="*/ 1789 h 2154"/>
                  <a:gd name="T14" fmla="*/ 883 w 1259"/>
                  <a:gd name="T15" fmla="*/ 1426 h 2154"/>
                  <a:gd name="T16" fmla="*/ 352 w 1259"/>
                  <a:gd name="T17" fmla="*/ 2126 h 2154"/>
                  <a:gd name="T18" fmla="*/ 1259 w 1259"/>
                  <a:gd name="T19" fmla="*/ 2154 h 2154"/>
                  <a:gd name="T20" fmla="*/ 960 w 1259"/>
                  <a:gd name="T21" fmla="*/ 931 h 2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59" h="2154">
                    <a:moveTo>
                      <a:pt x="1023" y="684"/>
                    </a:moveTo>
                    <a:lnTo>
                      <a:pt x="1040" y="135"/>
                    </a:lnTo>
                    <a:lnTo>
                      <a:pt x="352" y="0"/>
                    </a:lnTo>
                    <a:lnTo>
                      <a:pt x="629" y="517"/>
                    </a:lnTo>
                    <a:lnTo>
                      <a:pt x="0" y="849"/>
                    </a:lnTo>
                    <a:lnTo>
                      <a:pt x="144" y="1420"/>
                    </a:lnTo>
                    <a:lnTo>
                      <a:pt x="279" y="1789"/>
                    </a:lnTo>
                    <a:lnTo>
                      <a:pt x="883" y="1426"/>
                    </a:lnTo>
                    <a:lnTo>
                      <a:pt x="352" y="2126"/>
                    </a:lnTo>
                    <a:lnTo>
                      <a:pt x="1259" y="2154"/>
                    </a:lnTo>
                    <a:lnTo>
                      <a:pt x="960" y="931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4" name="Line 20"/>
              <p:cNvSpPr>
                <a:spLocks noChangeShapeType="1"/>
              </p:cNvSpPr>
              <p:nvPr/>
            </p:nvSpPr>
            <p:spPr bwMode="auto">
              <a:xfrm flipH="1">
                <a:off x="2782" y="936"/>
                <a:ext cx="49" cy="579"/>
              </a:xfrm>
              <a:prstGeom prst="line">
                <a:avLst/>
              </a:pr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5" name="Freeform 21"/>
              <p:cNvSpPr>
                <a:spLocks/>
              </p:cNvSpPr>
              <p:nvPr/>
            </p:nvSpPr>
            <p:spPr bwMode="auto">
              <a:xfrm>
                <a:off x="3484" y="276"/>
                <a:ext cx="1382" cy="665"/>
              </a:xfrm>
              <a:custGeom>
                <a:avLst/>
                <a:gdLst>
                  <a:gd name="T0" fmla="*/ 1382 w 1382"/>
                  <a:gd name="T1" fmla="*/ 665 h 665"/>
                  <a:gd name="T2" fmla="*/ 879 w 1382"/>
                  <a:gd name="T3" fmla="*/ 133 h 665"/>
                  <a:gd name="T4" fmla="*/ 430 w 1382"/>
                  <a:gd name="T5" fmla="*/ 0 h 665"/>
                  <a:gd name="T6" fmla="*/ 0 w 1382"/>
                  <a:gd name="T7" fmla="*/ 79 h 6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82" h="665">
                    <a:moveTo>
                      <a:pt x="1382" y="665"/>
                    </a:moveTo>
                    <a:lnTo>
                      <a:pt x="879" y="133"/>
                    </a:lnTo>
                    <a:lnTo>
                      <a:pt x="430" y="0"/>
                    </a:lnTo>
                    <a:lnTo>
                      <a:pt x="0" y="79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6" name="Line 22"/>
              <p:cNvSpPr>
                <a:spLocks noChangeShapeType="1"/>
              </p:cNvSpPr>
              <p:nvPr/>
            </p:nvSpPr>
            <p:spPr bwMode="auto">
              <a:xfrm flipV="1">
                <a:off x="3326" y="1183"/>
                <a:ext cx="85" cy="665"/>
              </a:xfrm>
              <a:prstGeom prst="line">
                <a:avLst/>
              </a:pr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7" name="Freeform 23"/>
              <p:cNvSpPr>
                <a:spLocks/>
              </p:cNvSpPr>
              <p:nvPr/>
            </p:nvSpPr>
            <p:spPr bwMode="auto">
              <a:xfrm>
                <a:off x="4002" y="1443"/>
                <a:ext cx="797" cy="654"/>
              </a:xfrm>
              <a:custGeom>
                <a:avLst/>
                <a:gdLst>
                  <a:gd name="T0" fmla="*/ 797 w 797"/>
                  <a:gd name="T1" fmla="*/ 366 h 654"/>
                  <a:gd name="T2" fmla="*/ 249 w 797"/>
                  <a:gd name="T3" fmla="*/ 654 h 654"/>
                  <a:gd name="T4" fmla="*/ 0 w 797"/>
                  <a:gd name="T5" fmla="*/ 0 h 6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97" h="654">
                    <a:moveTo>
                      <a:pt x="797" y="366"/>
                    </a:moveTo>
                    <a:lnTo>
                      <a:pt x="249" y="654"/>
                    </a:lnTo>
                    <a:lnTo>
                      <a:pt x="0" y="0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8" name="Line 24"/>
              <p:cNvSpPr>
                <a:spLocks noChangeShapeType="1"/>
              </p:cNvSpPr>
              <p:nvPr/>
            </p:nvSpPr>
            <p:spPr bwMode="auto">
              <a:xfrm>
                <a:off x="3457" y="2378"/>
                <a:ext cx="584" cy="442"/>
              </a:xfrm>
              <a:prstGeom prst="line">
                <a:avLst/>
              </a:pr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9" name="Line 25"/>
              <p:cNvSpPr>
                <a:spLocks noChangeShapeType="1"/>
              </p:cNvSpPr>
              <p:nvPr/>
            </p:nvSpPr>
            <p:spPr bwMode="auto">
              <a:xfrm flipH="1">
                <a:off x="4049" y="2311"/>
                <a:ext cx="355" cy="498"/>
              </a:xfrm>
              <a:prstGeom prst="line">
                <a:avLst/>
              </a:pr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0" name="Oval 26"/>
              <p:cNvSpPr>
                <a:spLocks noChangeArrowheads="1"/>
              </p:cNvSpPr>
              <p:nvPr/>
            </p:nvSpPr>
            <p:spPr bwMode="auto">
              <a:xfrm>
                <a:off x="3068" y="2708"/>
                <a:ext cx="159" cy="161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1" name="Oval 27"/>
              <p:cNvSpPr>
                <a:spLocks noChangeArrowheads="1"/>
              </p:cNvSpPr>
              <p:nvPr/>
            </p:nvSpPr>
            <p:spPr bwMode="auto">
              <a:xfrm>
                <a:off x="3946" y="2708"/>
                <a:ext cx="204" cy="202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2" name="Oval 28"/>
              <p:cNvSpPr>
                <a:spLocks noChangeArrowheads="1"/>
              </p:cNvSpPr>
              <p:nvPr/>
            </p:nvSpPr>
            <p:spPr bwMode="auto">
              <a:xfrm>
                <a:off x="4554" y="2513"/>
                <a:ext cx="131" cy="131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3" name="Oval 29"/>
              <p:cNvSpPr>
                <a:spLocks noChangeArrowheads="1"/>
              </p:cNvSpPr>
              <p:nvPr/>
            </p:nvSpPr>
            <p:spPr bwMode="auto">
              <a:xfrm>
                <a:off x="4189" y="2024"/>
                <a:ext cx="127" cy="12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4" name="Oval 30"/>
              <p:cNvSpPr>
                <a:spLocks noChangeArrowheads="1"/>
              </p:cNvSpPr>
              <p:nvPr/>
            </p:nvSpPr>
            <p:spPr bwMode="auto">
              <a:xfrm>
                <a:off x="3822" y="2043"/>
                <a:ext cx="124" cy="127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5" name="Oval 31"/>
              <p:cNvSpPr>
                <a:spLocks noChangeArrowheads="1"/>
              </p:cNvSpPr>
              <p:nvPr/>
            </p:nvSpPr>
            <p:spPr bwMode="auto">
              <a:xfrm>
                <a:off x="3936" y="1352"/>
                <a:ext cx="219" cy="21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6" name="Oval 32"/>
              <p:cNvSpPr>
                <a:spLocks noChangeArrowheads="1"/>
              </p:cNvSpPr>
              <p:nvPr/>
            </p:nvSpPr>
            <p:spPr bwMode="auto">
              <a:xfrm>
                <a:off x="4778" y="1713"/>
                <a:ext cx="178" cy="178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7" name="Oval 33"/>
              <p:cNvSpPr>
                <a:spLocks noChangeArrowheads="1"/>
              </p:cNvSpPr>
              <p:nvPr/>
            </p:nvSpPr>
            <p:spPr bwMode="auto">
              <a:xfrm>
                <a:off x="4601" y="960"/>
                <a:ext cx="140" cy="137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8" name="Oval 34"/>
              <p:cNvSpPr>
                <a:spLocks noChangeArrowheads="1"/>
              </p:cNvSpPr>
              <p:nvPr/>
            </p:nvSpPr>
            <p:spPr bwMode="auto">
              <a:xfrm>
                <a:off x="4299" y="355"/>
                <a:ext cx="105" cy="10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9" name="Oval 35"/>
              <p:cNvSpPr>
                <a:spLocks noChangeArrowheads="1"/>
              </p:cNvSpPr>
              <p:nvPr/>
            </p:nvSpPr>
            <p:spPr bwMode="auto">
              <a:xfrm>
                <a:off x="4103" y="666"/>
                <a:ext cx="112" cy="10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0" name="Oval 36"/>
              <p:cNvSpPr>
                <a:spLocks noChangeArrowheads="1"/>
              </p:cNvSpPr>
              <p:nvPr/>
            </p:nvSpPr>
            <p:spPr bwMode="auto">
              <a:xfrm>
                <a:off x="3431" y="310"/>
                <a:ext cx="139" cy="13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1" name="Oval 37"/>
              <p:cNvSpPr>
                <a:spLocks noChangeArrowheads="1"/>
              </p:cNvSpPr>
              <p:nvPr/>
            </p:nvSpPr>
            <p:spPr bwMode="auto">
              <a:xfrm>
                <a:off x="3852" y="205"/>
                <a:ext cx="150" cy="15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2" name="Oval 38"/>
              <p:cNvSpPr>
                <a:spLocks noChangeArrowheads="1"/>
              </p:cNvSpPr>
              <p:nvPr/>
            </p:nvSpPr>
            <p:spPr bwMode="auto">
              <a:xfrm>
                <a:off x="3742" y="722"/>
                <a:ext cx="142" cy="141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3" name="Oval 39"/>
              <p:cNvSpPr>
                <a:spLocks noChangeArrowheads="1"/>
              </p:cNvSpPr>
              <p:nvPr/>
            </p:nvSpPr>
            <p:spPr bwMode="auto">
              <a:xfrm>
                <a:off x="3326" y="1121"/>
                <a:ext cx="150" cy="15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4" name="Oval 40"/>
              <p:cNvSpPr>
                <a:spLocks noChangeArrowheads="1"/>
              </p:cNvSpPr>
              <p:nvPr/>
            </p:nvSpPr>
            <p:spPr bwMode="auto">
              <a:xfrm>
                <a:off x="3742" y="1299"/>
                <a:ext cx="103" cy="10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5" name="Oval 41"/>
              <p:cNvSpPr>
                <a:spLocks noChangeArrowheads="1"/>
              </p:cNvSpPr>
              <p:nvPr/>
            </p:nvSpPr>
            <p:spPr bwMode="auto">
              <a:xfrm>
                <a:off x="3697" y="1556"/>
                <a:ext cx="97" cy="9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6" name="Oval 42"/>
              <p:cNvSpPr>
                <a:spLocks noChangeArrowheads="1"/>
              </p:cNvSpPr>
              <p:nvPr/>
            </p:nvSpPr>
            <p:spPr bwMode="auto">
              <a:xfrm>
                <a:off x="3596" y="2026"/>
                <a:ext cx="146" cy="148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7" name="Oval 43"/>
              <p:cNvSpPr>
                <a:spLocks noChangeArrowheads="1"/>
              </p:cNvSpPr>
              <p:nvPr/>
            </p:nvSpPr>
            <p:spPr bwMode="auto">
              <a:xfrm>
                <a:off x="2993" y="2408"/>
                <a:ext cx="113" cy="11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8" name="Oval 44"/>
              <p:cNvSpPr>
                <a:spLocks noChangeArrowheads="1"/>
              </p:cNvSpPr>
              <p:nvPr/>
            </p:nvSpPr>
            <p:spPr bwMode="auto">
              <a:xfrm>
                <a:off x="2881" y="2043"/>
                <a:ext cx="112" cy="112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9" name="Oval 45"/>
              <p:cNvSpPr>
                <a:spLocks noChangeArrowheads="1"/>
              </p:cNvSpPr>
              <p:nvPr/>
            </p:nvSpPr>
            <p:spPr bwMode="auto">
              <a:xfrm>
                <a:off x="3291" y="1779"/>
                <a:ext cx="110" cy="11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0" name="Oval 46"/>
              <p:cNvSpPr>
                <a:spLocks noChangeArrowheads="1"/>
              </p:cNvSpPr>
              <p:nvPr/>
            </p:nvSpPr>
            <p:spPr bwMode="auto">
              <a:xfrm>
                <a:off x="2724" y="1432"/>
                <a:ext cx="170" cy="16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1" name="Oval 47"/>
              <p:cNvSpPr>
                <a:spLocks noChangeArrowheads="1"/>
              </p:cNvSpPr>
              <p:nvPr/>
            </p:nvSpPr>
            <p:spPr bwMode="auto">
              <a:xfrm>
                <a:off x="2780" y="878"/>
                <a:ext cx="122" cy="12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2" name="Oval 48"/>
              <p:cNvSpPr>
                <a:spLocks noChangeArrowheads="1"/>
              </p:cNvSpPr>
              <p:nvPr/>
            </p:nvSpPr>
            <p:spPr bwMode="auto">
              <a:xfrm>
                <a:off x="3089" y="617"/>
                <a:ext cx="105" cy="1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3" name="Oval 49"/>
              <p:cNvSpPr>
                <a:spLocks noChangeArrowheads="1"/>
              </p:cNvSpPr>
              <p:nvPr/>
            </p:nvSpPr>
            <p:spPr bwMode="auto">
              <a:xfrm>
                <a:off x="4810" y="881"/>
                <a:ext cx="94" cy="94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4" name="Oval 50"/>
              <p:cNvSpPr>
                <a:spLocks noChangeArrowheads="1"/>
              </p:cNvSpPr>
              <p:nvPr/>
            </p:nvSpPr>
            <p:spPr bwMode="auto">
              <a:xfrm>
                <a:off x="3326" y="3126"/>
                <a:ext cx="85" cy="8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5" name="Oval 51"/>
              <p:cNvSpPr>
                <a:spLocks noChangeArrowheads="1"/>
              </p:cNvSpPr>
              <p:nvPr/>
            </p:nvSpPr>
            <p:spPr bwMode="auto">
              <a:xfrm>
                <a:off x="4266" y="3178"/>
                <a:ext cx="95" cy="94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cxnSp>
          <p:nvCxnSpPr>
            <p:cNvPr id="38" name="直接连接符 37"/>
            <p:cNvCxnSpPr/>
            <p:nvPr/>
          </p:nvCxnSpPr>
          <p:spPr>
            <a:xfrm flipH="1">
              <a:off x="5966629" y="1288052"/>
              <a:ext cx="299176" cy="61263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5900667" y="1011655"/>
              <a:ext cx="319741" cy="5234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 flipV="1">
              <a:off x="5900667" y="699121"/>
              <a:ext cx="285441" cy="5654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H="1" flipV="1">
              <a:off x="6016363" y="301520"/>
              <a:ext cx="245611" cy="136373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 flipV="1">
              <a:off x="6321043" y="-74620"/>
              <a:ext cx="130337" cy="202553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H="1" flipV="1">
              <a:off x="6867211" y="-231575"/>
              <a:ext cx="1" cy="185652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7280432" y="-39202"/>
              <a:ext cx="170861" cy="184338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7538294" y="263188"/>
              <a:ext cx="240414" cy="158327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7640278" y="672160"/>
              <a:ext cx="304679" cy="83501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7612855" y="1014272"/>
              <a:ext cx="332102" cy="1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H="1" flipV="1">
              <a:off x="7506513" y="1267650"/>
              <a:ext cx="219368" cy="80768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文本框 11"/>
          <p:cNvSpPr txBox="1"/>
          <p:nvPr/>
        </p:nvSpPr>
        <p:spPr>
          <a:xfrm>
            <a:off x="2332234" y="2098394"/>
            <a:ext cx="5137078" cy="56169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altLang="zh-CN" sz="3200" dirty="0"/>
              <a:t>The challenges at Tier II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97" name="组合 96"/>
          <p:cNvGrpSpPr/>
          <p:nvPr/>
        </p:nvGrpSpPr>
        <p:grpSpPr>
          <a:xfrm>
            <a:off x="3843502" y="2700763"/>
            <a:ext cx="1456997" cy="84874"/>
            <a:chOff x="3843502" y="2700763"/>
            <a:chExt cx="1456997" cy="84874"/>
          </a:xfrm>
        </p:grpSpPr>
        <p:cxnSp>
          <p:nvCxnSpPr>
            <p:cNvPr id="98" name="直接连接符 97"/>
            <p:cNvCxnSpPr/>
            <p:nvPr/>
          </p:nvCxnSpPr>
          <p:spPr>
            <a:xfrm>
              <a:off x="3843502" y="2743200"/>
              <a:ext cx="1456997" cy="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椭圆 98"/>
            <p:cNvSpPr/>
            <p:nvPr/>
          </p:nvSpPr>
          <p:spPr>
            <a:xfrm>
              <a:off x="4529563" y="2700763"/>
              <a:ext cx="84874" cy="84874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14:prism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 tmFilter="0,0; .5, 1; 1, 1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900"/>
                            </p:stCondLst>
                            <p:childTnLst>
                              <p:par>
                                <p:cTn id="4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9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74" name="AutoShape 25"/>
          <p:cNvSpPr/>
          <p:nvPr/>
        </p:nvSpPr>
        <p:spPr>
          <a:xfrm rot="21558471">
            <a:off x="3049789" y="2863672"/>
            <a:ext cx="2459831" cy="2236425"/>
          </a:xfrm>
          <a:custGeom>
            <a:avLst/>
            <a:gdLst/>
            <a:ahLst/>
            <a:cxnLst>
              <a:cxn ang="0">
                <a:pos x="1439048" y="1493224"/>
              </a:cxn>
              <a:cxn ang="0">
                <a:pos x="1439048" y="1493224"/>
              </a:cxn>
              <a:cxn ang="0">
                <a:pos x="1439048" y="1493224"/>
              </a:cxn>
              <a:cxn ang="0">
                <a:pos x="1439048" y="1493224"/>
              </a:cxn>
            </a:cxnLst>
            <a:rect l="0" t="0" r="0" b="0"/>
            <a:pathLst>
              <a:path w="21600" h="21600">
                <a:moveTo>
                  <a:pt x="15608" y="8670"/>
                </a:moveTo>
                <a:cubicBezTo>
                  <a:pt x="21599" y="8670"/>
                  <a:pt x="21599" y="8670"/>
                  <a:pt x="21599" y="8670"/>
                </a:cubicBezTo>
                <a:cubicBezTo>
                  <a:pt x="20496" y="4411"/>
                  <a:pt x="16554" y="1064"/>
                  <a:pt x="11982" y="608"/>
                </a:cubicBezTo>
                <a:cubicBezTo>
                  <a:pt x="11667" y="304"/>
                  <a:pt x="11351" y="0"/>
                  <a:pt x="10878" y="0"/>
                </a:cubicBezTo>
                <a:cubicBezTo>
                  <a:pt x="10405" y="0"/>
                  <a:pt x="10090" y="304"/>
                  <a:pt x="9775" y="608"/>
                </a:cubicBezTo>
                <a:cubicBezTo>
                  <a:pt x="5045" y="1064"/>
                  <a:pt x="1103" y="4259"/>
                  <a:pt x="0" y="8670"/>
                </a:cubicBezTo>
                <a:cubicBezTo>
                  <a:pt x="6148" y="8670"/>
                  <a:pt x="6148" y="8670"/>
                  <a:pt x="6148" y="8670"/>
                </a:cubicBezTo>
                <a:cubicBezTo>
                  <a:pt x="6148" y="3650"/>
                  <a:pt x="9144" y="1216"/>
                  <a:pt x="9775" y="760"/>
                </a:cubicBezTo>
                <a:cubicBezTo>
                  <a:pt x="9775" y="760"/>
                  <a:pt x="9775" y="760"/>
                  <a:pt x="9775" y="912"/>
                </a:cubicBezTo>
                <a:cubicBezTo>
                  <a:pt x="6464" y="4867"/>
                  <a:pt x="6937" y="8670"/>
                  <a:pt x="6937" y="8670"/>
                </a:cubicBezTo>
                <a:cubicBezTo>
                  <a:pt x="10090" y="8670"/>
                  <a:pt x="10090" y="8670"/>
                  <a:pt x="10090" y="8670"/>
                </a:cubicBezTo>
                <a:cubicBezTo>
                  <a:pt x="10090" y="18709"/>
                  <a:pt x="10090" y="18709"/>
                  <a:pt x="10090" y="18709"/>
                </a:cubicBezTo>
                <a:cubicBezTo>
                  <a:pt x="10090" y="19014"/>
                  <a:pt x="10090" y="19014"/>
                  <a:pt x="10090" y="19014"/>
                </a:cubicBezTo>
                <a:cubicBezTo>
                  <a:pt x="10090" y="19774"/>
                  <a:pt x="10090" y="19774"/>
                  <a:pt x="10090" y="19774"/>
                </a:cubicBezTo>
                <a:cubicBezTo>
                  <a:pt x="10090" y="20839"/>
                  <a:pt x="10878" y="21599"/>
                  <a:pt x="11982" y="21599"/>
                </a:cubicBezTo>
                <a:cubicBezTo>
                  <a:pt x="12928" y="21599"/>
                  <a:pt x="13874" y="20839"/>
                  <a:pt x="13874" y="19774"/>
                </a:cubicBezTo>
                <a:cubicBezTo>
                  <a:pt x="13874" y="19014"/>
                  <a:pt x="13874" y="19014"/>
                  <a:pt x="13874" y="19014"/>
                </a:cubicBezTo>
                <a:cubicBezTo>
                  <a:pt x="12455" y="19014"/>
                  <a:pt x="12455" y="19014"/>
                  <a:pt x="12455" y="19014"/>
                </a:cubicBezTo>
                <a:cubicBezTo>
                  <a:pt x="12455" y="19318"/>
                  <a:pt x="12455" y="19318"/>
                  <a:pt x="12455" y="19318"/>
                </a:cubicBezTo>
                <a:cubicBezTo>
                  <a:pt x="12455" y="19774"/>
                  <a:pt x="12455" y="19774"/>
                  <a:pt x="12455" y="19774"/>
                </a:cubicBezTo>
                <a:cubicBezTo>
                  <a:pt x="12455" y="20078"/>
                  <a:pt x="12297" y="20383"/>
                  <a:pt x="11982" y="20383"/>
                </a:cubicBezTo>
                <a:cubicBezTo>
                  <a:pt x="11667" y="20383"/>
                  <a:pt x="11351" y="20078"/>
                  <a:pt x="11351" y="19774"/>
                </a:cubicBezTo>
                <a:cubicBezTo>
                  <a:pt x="11351" y="19318"/>
                  <a:pt x="11351" y="19318"/>
                  <a:pt x="11351" y="19318"/>
                </a:cubicBezTo>
                <a:cubicBezTo>
                  <a:pt x="11351" y="19014"/>
                  <a:pt x="11351" y="19014"/>
                  <a:pt x="11351" y="19014"/>
                </a:cubicBezTo>
                <a:cubicBezTo>
                  <a:pt x="11351" y="17036"/>
                  <a:pt x="11351" y="17036"/>
                  <a:pt x="11351" y="17036"/>
                </a:cubicBezTo>
                <a:cubicBezTo>
                  <a:pt x="11351" y="8670"/>
                  <a:pt x="11351" y="8670"/>
                  <a:pt x="11351" y="8670"/>
                </a:cubicBezTo>
                <a:cubicBezTo>
                  <a:pt x="14820" y="8670"/>
                  <a:pt x="14820" y="8670"/>
                  <a:pt x="14820" y="8670"/>
                </a:cubicBezTo>
                <a:cubicBezTo>
                  <a:pt x="14820" y="8670"/>
                  <a:pt x="15293" y="4867"/>
                  <a:pt x="11982" y="912"/>
                </a:cubicBezTo>
                <a:cubicBezTo>
                  <a:pt x="11982" y="760"/>
                  <a:pt x="11982" y="760"/>
                  <a:pt x="11982" y="760"/>
                </a:cubicBezTo>
                <a:cubicBezTo>
                  <a:pt x="12613" y="1216"/>
                  <a:pt x="15608" y="3650"/>
                  <a:pt x="15608" y="8670"/>
                </a:cubicBezTo>
                <a:close/>
              </a:path>
            </a:pathLst>
          </a:custGeom>
          <a:noFill/>
          <a:ln w="9525">
            <a:solidFill>
              <a:schemeClr val="tx1">
                <a:lumMod val="75000"/>
                <a:lumOff val="25000"/>
              </a:schemeClr>
            </a:solidFill>
          </a:ln>
        </p:spPr>
        <p:txBody>
          <a:bodyPr lIns="68580" tIns="34290" rIns="68580" bIns="34290"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191593" y="3342782"/>
            <a:ext cx="503873" cy="504825"/>
            <a:chOff x="5202" y="5131"/>
            <a:chExt cx="1058" cy="106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75117" name="Freeform 12"/>
            <p:cNvSpPr/>
            <p:nvPr/>
          </p:nvSpPr>
          <p:spPr>
            <a:xfrm>
              <a:off x="5202" y="5131"/>
              <a:ext cx="1058" cy="1061"/>
            </a:xfrm>
            <a:custGeom>
              <a:avLst/>
              <a:gdLst>
                <a:gd name="txL" fmla="*/ 0 w 271"/>
                <a:gd name="txT" fmla="*/ 0 h 271"/>
                <a:gd name="txR" fmla="*/ 271 w 271"/>
                <a:gd name="txB" fmla="*/ 271 h 271"/>
              </a:gdLst>
              <a:ahLst/>
              <a:cxnLst>
                <a:cxn ang="0">
                  <a:pos x="104722" y="74794"/>
                </a:cxn>
                <a:cxn ang="0">
                  <a:pos x="406465" y="103287"/>
                </a:cxn>
                <a:cxn ang="0">
                  <a:pos x="378066" y="406025"/>
                </a:cxn>
                <a:cxn ang="0">
                  <a:pos x="76323" y="377532"/>
                </a:cxn>
                <a:cxn ang="0">
                  <a:pos x="104722" y="74794"/>
                </a:cxn>
              </a:cxnLst>
              <a:rect l="txL" t="txT" r="txR" b="txB"/>
              <a:pathLst>
                <a:path w="271" h="271">
                  <a:moveTo>
                    <a:pt x="59" y="42"/>
                  </a:moveTo>
                  <a:cubicBezTo>
                    <a:pt x="110" y="0"/>
                    <a:pt x="186" y="7"/>
                    <a:pt x="229" y="58"/>
                  </a:cubicBezTo>
                  <a:cubicBezTo>
                    <a:pt x="271" y="110"/>
                    <a:pt x="264" y="186"/>
                    <a:pt x="213" y="228"/>
                  </a:cubicBezTo>
                  <a:cubicBezTo>
                    <a:pt x="161" y="271"/>
                    <a:pt x="85" y="264"/>
                    <a:pt x="43" y="212"/>
                  </a:cubicBezTo>
                  <a:cubicBezTo>
                    <a:pt x="0" y="161"/>
                    <a:pt x="7" y="85"/>
                    <a:pt x="59" y="4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75148" name="Freeform 43"/>
            <p:cNvSpPr/>
            <p:nvPr/>
          </p:nvSpPr>
          <p:spPr>
            <a:xfrm>
              <a:off x="5394" y="5396"/>
              <a:ext cx="628" cy="562"/>
            </a:xfrm>
            <a:custGeom>
              <a:avLst/>
              <a:gdLst>
                <a:gd name="txL" fmla="*/ 0 w 161"/>
                <a:gd name="txT" fmla="*/ 0 h 144"/>
                <a:gd name="txR" fmla="*/ 161 w 161"/>
                <a:gd name="txB" fmla="*/ 144 h 144"/>
              </a:gdLst>
              <a:ahLst/>
              <a:cxnLst>
                <a:cxn ang="0">
                  <a:pos x="141988" y="55022"/>
                </a:cxn>
                <a:cxn ang="0">
                  <a:pos x="70994" y="1775"/>
                </a:cxn>
                <a:cxn ang="0">
                  <a:pos x="5325" y="88746"/>
                </a:cxn>
                <a:cxn ang="0">
                  <a:pos x="140213" y="255588"/>
                </a:cxn>
                <a:cxn ang="0">
                  <a:pos x="280425" y="90521"/>
                </a:cxn>
                <a:cxn ang="0">
                  <a:pos x="214756" y="3550"/>
                </a:cxn>
                <a:cxn ang="0">
                  <a:pos x="141988" y="55022"/>
                </a:cxn>
              </a:cxnLst>
              <a:rect l="txL" t="txT" r="txR" b="txB"/>
              <a:pathLst>
                <a:path w="161" h="144">
                  <a:moveTo>
                    <a:pt x="80" y="31"/>
                  </a:moveTo>
                  <a:cubicBezTo>
                    <a:pt x="73" y="11"/>
                    <a:pt x="60" y="0"/>
                    <a:pt x="40" y="1"/>
                  </a:cubicBezTo>
                  <a:cubicBezTo>
                    <a:pt x="11" y="3"/>
                    <a:pt x="0" y="23"/>
                    <a:pt x="3" y="50"/>
                  </a:cubicBezTo>
                  <a:cubicBezTo>
                    <a:pt x="6" y="83"/>
                    <a:pt x="49" y="103"/>
                    <a:pt x="79" y="144"/>
                  </a:cubicBezTo>
                  <a:cubicBezTo>
                    <a:pt x="110" y="103"/>
                    <a:pt x="154" y="84"/>
                    <a:pt x="158" y="51"/>
                  </a:cubicBezTo>
                  <a:cubicBezTo>
                    <a:pt x="161" y="24"/>
                    <a:pt x="150" y="4"/>
                    <a:pt x="121" y="2"/>
                  </a:cubicBezTo>
                  <a:cubicBezTo>
                    <a:pt x="101" y="0"/>
                    <a:pt x="89" y="11"/>
                    <a:pt x="80" y="31"/>
                  </a:cubicBezTo>
                  <a:close/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5795978" y="3467084"/>
            <a:ext cx="506730" cy="506730"/>
            <a:chOff x="9978" y="7833"/>
            <a:chExt cx="1064" cy="1064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75123" name="Freeform 18"/>
            <p:cNvSpPr/>
            <p:nvPr/>
          </p:nvSpPr>
          <p:spPr>
            <a:xfrm>
              <a:off x="9978" y="7833"/>
              <a:ext cx="1065" cy="1065"/>
            </a:xfrm>
            <a:custGeom>
              <a:avLst/>
              <a:gdLst>
                <a:gd name="txL" fmla="*/ 0 w 273"/>
                <a:gd name="txT" fmla="*/ 0 h 273"/>
                <a:gd name="txR" fmla="*/ 273 w 273"/>
                <a:gd name="txB" fmla="*/ 273 h 273"/>
              </a:gdLst>
              <a:ahLst/>
              <a:cxnLst>
                <a:cxn ang="0">
                  <a:pos x="168490" y="443396"/>
                </a:cxn>
                <a:cxn ang="0">
                  <a:pos x="40792" y="168490"/>
                </a:cxn>
                <a:cxn ang="0">
                  <a:pos x="317471" y="40792"/>
                </a:cxn>
                <a:cxn ang="0">
                  <a:pos x="443396" y="317471"/>
                </a:cxn>
                <a:cxn ang="0">
                  <a:pos x="168490" y="443396"/>
                </a:cxn>
              </a:cxnLst>
              <a:rect l="txL" t="txT" r="txR" b="txB"/>
              <a:pathLst>
                <a:path w="273" h="273">
                  <a:moveTo>
                    <a:pt x="95" y="250"/>
                  </a:moveTo>
                  <a:cubicBezTo>
                    <a:pt x="32" y="227"/>
                    <a:pt x="0" y="157"/>
                    <a:pt x="23" y="95"/>
                  </a:cubicBezTo>
                  <a:cubicBezTo>
                    <a:pt x="47" y="32"/>
                    <a:pt x="116" y="0"/>
                    <a:pt x="179" y="23"/>
                  </a:cubicBezTo>
                  <a:cubicBezTo>
                    <a:pt x="241" y="47"/>
                    <a:pt x="273" y="116"/>
                    <a:pt x="250" y="179"/>
                  </a:cubicBezTo>
                  <a:cubicBezTo>
                    <a:pt x="227" y="241"/>
                    <a:pt x="157" y="273"/>
                    <a:pt x="95" y="25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75158" name="Freeform 53"/>
            <p:cNvSpPr/>
            <p:nvPr/>
          </p:nvSpPr>
          <p:spPr>
            <a:xfrm>
              <a:off x="10251" y="8102"/>
              <a:ext cx="478" cy="321"/>
            </a:xfrm>
            <a:custGeom>
              <a:avLst/>
              <a:gdLst>
                <a:gd name="txL" fmla="*/ 0 w 123"/>
                <a:gd name="txT" fmla="*/ 0 h 82"/>
                <a:gd name="txR" fmla="*/ 123 w 123"/>
                <a:gd name="txB" fmla="*/ 82 h 82"/>
              </a:gdLst>
              <a:ahLst/>
              <a:cxnLst>
                <a:cxn ang="0">
                  <a:pos x="205111" y="46309"/>
                </a:cxn>
                <a:cxn ang="0">
                  <a:pos x="38900" y="46309"/>
                </a:cxn>
                <a:cxn ang="0">
                  <a:pos x="5305" y="146050"/>
                </a:cxn>
                <a:cxn ang="0">
                  <a:pos x="31828" y="94398"/>
                </a:cxn>
                <a:cxn ang="0">
                  <a:pos x="166210" y="85493"/>
                </a:cxn>
                <a:cxn ang="0">
                  <a:pos x="152065" y="99741"/>
                </a:cxn>
                <a:cxn ang="0">
                  <a:pos x="217488" y="99741"/>
                </a:cxn>
                <a:cxn ang="0">
                  <a:pos x="217488" y="32060"/>
                </a:cxn>
                <a:cxn ang="0">
                  <a:pos x="205111" y="46309"/>
                </a:cxn>
              </a:cxnLst>
              <a:rect l="txL" t="txT" r="txR" b="txB"/>
              <a:pathLst>
                <a:path w="123" h="82">
                  <a:moveTo>
                    <a:pt x="116" y="26"/>
                  </a:moveTo>
                  <a:cubicBezTo>
                    <a:pt x="90" y="0"/>
                    <a:pt x="48" y="0"/>
                    <a:pt x="22" y="26"/>
                  </a:cubicBezTo>
                  <a:cubicBezTo>
                    <a:pt x="7" y="41"/>
                    <a:pt x="0" y="62"/>
                    <a:pt x="3" y="82"/>
                  </a:cubicBezTo>
                  <a:cubicBezTo>
                    <a:pt x="5" y="71"/>
                    <a:pt x="10" y="61"/>
                    <a:pt x="18" y="53"/>
                  </a:cubicBezTo>
                  <a:cubicBezTo>
                    <a:pt x="39" y="33"/>
                    <a:pt x="71" y="31"/>
                    <a:pt x="94" y="48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123" y="56"/>
                    <a:pt x="123" y="56"/>
                    <a:pt x="123" y="56"/>
                  </a:cubicBezTo>
                  <a:cubicBezTo>
                    <a:pt x="123" y="18"/>
                    <a:pt x="123" y="18"/>
                    <a:pt x="123" y="18"/>
                  </a:cubicBezTo>
                  <a:lnTo>
                    <a:pt x="116" y="26"/>
                  </a:lnTo>
                  <a:close/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75159" name="Freeform 54"/>
            <p:cNvSpPr/>
            <p:nvPr/>
          </p:nvSpPr>
          <p:spPr>
            <a:xfrm>
              <a:off x="10303" y="8357"/>
              <a:ext cx="478" cy="318"/>
            </a:xfrm>
            <a:custGeom>
              <a:avLst/>
              <a:gdLst>
                <a:gd name="txL" fmla="*/ 0 w 123"/>
                <a:gd name="txT" fmla="*/ 0 h 81"/>
                <a:gd name="txR" fmla="*/ 123 w 123"/>
                <a:gd name="txB" fmla="*/ 81 h 81"/>
              </a:gdLst>
              <a:ahLst/>
              <a:cxnLst>
                <a:cxn ang="0">
                  <a:pos x="14145" y="98092"/>
                </a:cxn>
                <a:cxn ang="0">
                  <a:pos x="180355" y="98092"/>
                </a:cxn>
                <a:cxn ang="0">
                  <a:pos x="213951" y="0"/>
                </a:cxn>
                <a:cxn ang="0">
                  <a:pos x="185660" y="49938"/>
                </a:cxn>
                <a:cxn ang="0">
                  <a:pos x="53046" y="58855"/>
                </a:cxn>
                <a:cxn ang="0">
                  <a:pos x="67191" y="44587"/>
                </a:cxn>
                <a:cxn ang="0">
                  <a:pos x="0" y="44587"/>
                </a:cxn>
                <a:cxn ang="0">
                  <a:pos x="0" y="112360"/>
                </a:cxn>
                <a:cxn ang="0">
                  <a:pos x="14145" y="98092"/>
                </a:cxn>
              </a:cxnLst>
              <a:rect l="txL" t="txT" r="txR" b="txB"/>
              <a:pathLst>
                <a:path w="123" h="81">
                  <a:moveTo>
                    <a:pt x="8" y="55"/>
                  </a:moveTo>
                  <a:cubicBezTo>
                    <a:pt x="34" y="81"/>
                    <a:pt x="76" y="81"/>
                    <a:pt x="102" y="55"/>
                  </a:cubicBezTo>
                  <a:cubicBezTo>
                    <a:pt x="117" y="40"/>
                    <a:pt x="123" y="19"/>
                    <a:pt x="121" y="0"/>
                  </a:cubicBezTo>
                  <a:cubicBezTo>
                    <a:pt x="118" y="10"/>
                    <a:pt x="113" y="20"/>
                    <a:pt x="105" y="28"/>
                  </a:cubicBezTo>
                  <a:cubicBezTo>
                    <a:pt x="85" y="48"/>
                    <a:pt x="52" y="50"/>
                    <a:pt x="30" y="33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63"/>
                    <a:pt x="0" y="63"/>
                    <a:pt x="0" y="63"/>
                  </a:cubicBezTo>
                  <a:lnTo>
                    <a:pt x="8" y="55"/>
                  </a:lnTo>
                  <a:close/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014633" y="2161427"/>
            <a:ext cx="504825" cy="501968"/>
            <a:chOff x="8470" y="2554"/>
            <a:chExt cx="1060" cy="1054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75113" name="Freeform 8"/>
            <p:cNvSpPr/>
            <p:nvPr/>
          </p:nvSpPr>
          <p:spPr>
            <a:xfrm>
              <a:off x="8470" y="2554"/>
              <a:ext cx="1061" cy="1054"/>
            </a:xfrm>
            <a:custGeom>
              <a:avLst/>
              <a:gdLst>
                <a:gd name="txL" fmla="*/ 0 w 271"/>
                <a:gd name="txT" fmla="*/ 0 h 271"/>
                <a:gd name="txR" fmla="*/ 271 w 271"/>
                <a:gd name="txB" fmla="*/ 271 h 271"/>
              </a:gdLst>
              <a:ahLst/>
              <a:cxnLst>
                <a:cxn ang="0">
                  <a:pos x="381094" y="77840"/>
                </a:cxn>
                <a:cxn ang="0">
                  <a:pos x="406025" y="378587"/>
                </a:cxn>
                <a:cxn ang="0">
                  <a:pos x="101506" y="403354"/>
                </a:cxn>
                <a:cxn ang="0">
                  <a:pos x="78356" y="100838"/>
                </a:cxn>
                <a:cxn ang="0">
                  <a:pos x="381094" y="77840"/>
                </a:cxn>
              </a:cxnLst>
              <a:rect l="txL" t="txT" r="txR" b="txB"/>
              <a:pathLst>
                <a:path w="271" h="271">
                  <a:moveTo>
                    <a:pt x="214" y="44"/>
                  </a:moveTo>
                  <a:cubicBezTo>
                    <a:pt x="265" y="87"/>
                    <a:pt x="271" y="163"/>
                    <a:pt x="228" y="214"/>
                  </a:cubicBezTo>
                  <a:cubicBezTo>
                    <a:pt x="184" y="265"/>
                    <a:pt x="108" y="271"/>
                    <a:pt x="57" y="228"/>
                  </a:cubicBezTo>
                  <a:cubicBezTo>
                    <a:pt x="7" y="184"/>
                    <a:pt x="0" y="108"/>
                    <a:pt x="44" y="57"/>
                  </a:cubicBezTo>
                  <a:cubicBezTo>
                    <a:pt x="87" y="7"/>
                    <a:pt x="163" y="0"/>
                    <a:pt x="214" y="44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75179" name="Freeform 87"/>
            <p:cNvSpPr>
              <a:spLocks noEditPoints="1"/>
            </p:cNvSpPr>
            <p:nvPr/>
          </p:nvSpPr>
          <p:spPr>
            <a:xfrm>
              <a:off x="8669" y="2847"/>
              <a:ext cx="712" cy="468"/>
            </a:xfrm>
            <a:custGeom>
              <a:avLst/>
              <a:gdLst>
                <a:gd name="txL" fmla="*/ 0 w 162"/>
                <a:gd name="txT" fmla="*/ 0 h 106"/>
                <a:gd name="txR" fmla="*/ 162 w 162"/>
                <a:gd name="txB" fmla="*/ 106 h 106"/>
              </a:gdLst>
              <a:ahLst/>
              <a:cxnLst>
                <a:cxn ang="0">
                  <a:pos x="323850" y="24082"/>
                </a:cxn>
                <a:cxn ang="0">
                  <a:pos x="173919" y="0"/>
                </a:cxn>
                <a:cxn ang="0">
                  <a:pos x="9995" y="24082"/>
                </a:cxn>
                <a:cxn ang="0">
                  <a:pos x="9995" y="110376"/>
                </a:cxn>
                <a:cxn ang="0">
                  <a:pos x="5997" y="120410"/>
                </a:cxn>
                <a:cxn ang="0">
                  <a:pos x="15993" y="132451"/>
                </a:cxn>
                <a:cxn ang="0">
                  <a:pos x="27987" y="120410"/>
                </a:cxn>
                <a:cxn ang="0">
                  <a:pos x="21990" y="110376"/>
                </a:cxn>
                <a:cxn ang="0">
                  <a:pos x="21990" y="56192"/>
                </a:cxn>
                <a:cxn ang="0">
                  <a:pos x="173919" y="78267"/>
                </a:cxn>
                <a:cxn ang="0">
                  <a:pos x="323850" y="54185"/>
                </a:cxn>
                <a:cxn ang="0">
                  <a:pos x="323850" y="24082"/>
                </a:cxn>
                <a:cxn ang="0">
                  <a:pos x="25988" y="136465"/>
                </a:cxn>
                <a:cxn ang="0">
                  <a:pos x="7996" y="136465"/>
                </a:cxn>
                <a:cxn ang="0">
                  <a:pos x="0" y="188643"/>
                </a:cxn>
                <a:cxn ang="0">
                  <a:pos x="5997" y="190650"/>
                </a:cxn>
                <a:cxn ang="0">
                  <a:pos x="7996" y="184629"/>
                </a:cxn>
                <a:cxn ang="0">
                  <a:pos x="7996" y="190650"/>
                </a:cxn>
                <a:cxn ang="0">
                  <a:pos x="17992" y="192657"/>
                </a:cxn>
                <a:cxn ang="0">
                  <a:pos x="19991" y="186636"/>
                </a:cxn>
                <a:cxn ang="0">
                  <a:pos x="21990" y="190650"/>
                </a:cxn>
                <a:cxn ang="0">
                  <a:pos x="23989" y="190650"/>
                </a:cxn>
                <a:cxn ang="0">
                  <a:pos x="25988" y="166568"/>
                </a:cxn>
                <a:cxn ang="0">
                  <a:pos x="27987" y="190650"/>
                </a:cxn>
                <a:cxn ang="0">
                  <a:pos x="33984" y="188643"/>
                </a:cxn>
                <a:cxn ang="0">
                  <a:pos x="25988" y="136465"/>
                </a:cxn>
                <a:cxn ang="0">
                  <a:pos x="59972" y="188643"/>
                </a:cxn>
                <a:cxn ang="0">
                  <a:pos x="59972" y="74253"/>
                </a:cxn>
                <a:cxn ang="0">
                  <a:pos x="173919" y="90308"/>
                </a:cxn>
                <a:cxn ang="0">
                  <a:pos x="281869" y="74253"/>
                </a:cxn>
                <a:cxn ang="0">
                  <a:pos x="281869" y="186636"/>
                </a:cxn>
                <a:cxn ang="0">
                  <a:pos x="171920" y="212725"/>
                </a:cxn>
                <a:cxn ang="0">
                  <a:pos x="59972" y="188643"/>
                </a:cxn>
              </a:cxnLst>
              <a:rect l="txL" t="txT" r="txR" b="txB"/>
              <a:pathLst>
                <a:path w="162" h="106">
                  <a:moveTo>
                    <a:pt x="162" y="12"/>
                  </a:moveTo>
                  <a:cubicBezTo>
                    <a:pt x="87" y="0"/>
                    <a:pt x="87" y="0"/>
                    <a:pt x="87" y="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27"/>
                    <a:pt x="5" y="41"/>
                    <a:pt x="5" y="55"/>
                  </a:cubicBezTo>
                  <a:cubicBezTo>
                    <a:pt x="4" y="56"/>
                    <a:pt x="3" y="58"/>
                    <a:pt x="3" y="60"/>
                  </a:cubicBezTo>
                  <a:cubicBezTo>
                    <a:pt x="3" y="63"/>
                    <a:pt x="5" y="66"/>
                    <a:pt x="8" y="66"/>
                  </a:cubicBezTo>
                  <a:cubicBezTo>
                    <a:pt x="12" y="66"/>
                    <a:pt x="14" y="63"/>
                    <a:pt x="14" y="60"/>
                  </a:cubicBezTo>
                  <a:cubicBezTo>
                    <a:pt x="14" y="58"/>
                    <a:pt x="13" y="56"/>
                    <a:pt x="11" y="55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87" y="39"/>
                    <a:pt x="87" y="39"/>
                    <a:pt x="87" y="39"/>
                  </a:cubicBezTo>
                  <a:cubicBezTo>
                    <a:pt x="162" y="27"/>
                    <a:pt x="162" y="27"/>
                    <a:pt x="162" y="27"/>
                  </a:cubicBezTo>
                  <a:cubicBezTo>
                    <a:pt x="162" y="12"/>
                    <a:pt x="162" y="12"/>
                    <a:pt x="162" y="12"/>
                  </a:cubicBezTo>
                  <a:close/>
                  <a:moveTo>
                    <a:pt x="13" y="68"/>
                  </a:moveTo>
                  <a:cubicBezTo>
                    <a:pt x="10" y="69"/>
                    <a:pt x="7" y="69"/>
                    <a:pt x="4" y="68"/>
                  </a:cubicBezTo>
                  <a:cubicBezTo>
                    <a:pt x="3" y="77"/>
                    <a:pt x="1" y="85"/>
                    <a:pt x="0" y="94"/>
                  </a:cubicBezTo>
                  <a:cubicBezTo>
                    <a:pt x="1" y="94"/>
                    <a:pt x="2" y="94"/>
                    <a:pt x="3" y="95"/>
                  </a:cubicBezTo>
                  <a:cubicBezTo>
                    <a:pt x="4" y="92"/>
                    <a:pt x="4" y="92"/>
                    <a:pt x="4" y="92"/>
                  </a:cubicBezTo>
                  <a:cubicBezTo>
                    <a:pt x="4" y="95"/>
                    <a:pt x="4" y="95"/>
                    <a:pt x="4" y="95"/>
                  </a:cubicBezTo>
                  <a:cubicBezTo>
                    <a:pt x="6" y="95"/>
                    <a:pt x="8" y="96"/>
                    <a:pt x="9" y="96"/>
                  </a:cubicBezTo>
                  <a:cubicBezTo>
                    <a:pt x="10" y="93"/>
                    <a:pt x="10" y="93"/>
                    <a:pt x="10" y="93"/>
                  </a:cubicBezTo>
                  <a:cubicBezTo>
                    <a:pt x="11" y="95"/>
                    <a:pt x="11" y="95"/>
                    <a:pt x="11" y="95"/>
                  </a:cubicBezTo>
                  <a:cubicBezTo>
                    <a:pt x="12" y="95"/>
                    <a:pt x="12" y="95"/>
                    <a:pt x="12" y="95"/>
                  </a:cubicBezTo>
                  <a:cubicBezTo>
                    <a:pt x="13" y="83"/>
                    <a:pt x="13" y="83"/>
                    <a:pt x="13" y="83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5" y="94"/>
                    <a:pt x="16" y="94"/>
                    <a:pt x="17" y="94"/>
                  </a:cubicBezTo>
                  <a:cubicBezTo>
                    <a:pt x="16" y="85"/>
                    <a:pt x="14" y="77"/>
                    <a:pt x="13" y="68"/>
                  </a:cubicBezTo>
                  <a:close/>
                  <a:moveTo>
                    <a:pt x="30" y="94"/>
                  </a:moveTo>
                  <a:cubicBezTo>
                    <a:pt x="30" y="37"/>
                    <a:pt x="30" y="37"/>
                    <a:pt x="30" y="37"/>
                  </a:cubicBezTo>
                  <a:cubicBezTo>
                    <a:pt x="87" y="45"/>
                    <a:pt x="87" y="45"/>
                    <a:pt x="87" y="45"/>
                  </a:cubicBezTo>
                  <a:cubicBezTo>
                    <a:pt x="141" y="37"/>
                    <a:pt x="141" y="37"/>
                    <a:pt x="141" y="37"/>
                  </a:cubicBezTo>
                  <a:cubicBezTo>
                    <a:pt x="141" y="93"/>
                    <a:pt x="141" y="93"/>
                    <a:pt x="141" y="93"/>
                  </a:cubicBezTo>
                  <a:cubicBezTo>
                    <a:pt x="122" y="93"/>
                    <a:pt x="104" y="98"/>
                    <a:pt x="86" y="106"/>
                  </a:cubicBezTo>
                  <a:cubicBezTo>
                    <a:pt x="68" y="97"/>
                    <a:pt x="49" y="94"/>
                    <a:pt x="30" y="94"/>
                  </a:cubicBezTo>
                  <a:close/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2902543" y="2493148"/>
            <a:ext cx="450533" cy="452438"/>
            <a:chOff x="4704" y="4364"/>
            <a:chExt cx="946" cy="95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75115" name="Freeform 10"/>
            <p:cNvSpPr/>
            <p:nvPr/>
          </p:nvSpPr>
          <p:spPr>
            <a:xfrm>
              <a:off x="4704" y="4364"/>
              <a:ext cx="946" cy="950"/>
            </a:xfrm>
            <a:custGeom>
              <a:avLst/>
              <a:gdLst>
                <a:gd name="txL" fmla="*/ 0 w 242"/>
                <a:gd name="txT" fmla="*/ 0 h 243"/>
                <a:gd name="txR" fmla="*/ 242 w 242"/>
                <a:gd name="txB" fmla="*/ 243 h 243"/>
              </a:gdLst>
              <a:ahLst/>
              <a:cxnLst>
                <a:cxn ang="0">
                  <a:pos x="216884" y="1777"/>
                </a:cxn>
                <a:cxn ang="0">
                  <a:pos x="430213" y="216788"/>
                </a:cxn>
                <a:cxn ang="0">
                  <a:pos x="213329" y="430023"/>
                </a:cxn>
                <a:cxn ang="0">
                  <a:pos x="0" y="215012"/>
                </a:cxn>
                <a:cxn ang="0">
                  <a:pos x="216884" y="1777"/>
                </a:cxn>
              </a:cxnLst>
              <a:rect l="txL" t="txT" r="txR" b="txB"/>
              <a:pathLst>
                <a:path w="242" h="243">
                  <a:moveTo>
                    <a:pt x="122" y="1"/>
                  </a:moveTo>
                  <a:cubicBezTo>
                    <a:pt x="188" y="1"/>
                    <a:pt x="242" y="56"/>
                    <a:pt x="242" y="122"/>
                  </a:cubicBezTo>
                  <a:cubicBezTo>
                    <a:pt x="241" y="189"/>
                    <a:pt x="187" y="243"/>
                    <a:pt x="120" y="242"/>
                  </a:cubicBezTo>
                  <a:cubicBezTo>
                    <a:pt x="53" y="242"/>
                    <a:pt x="0" y="188"/>
                    <a:pt x="0" y="121"/>
                  </a:cubicBezTo>
                  <a:cubicBezTo>
                    <a:pt x="1" y="54"/>
                    <a:pt x="55" y="0"/>
                    <a:pt x="122" y="1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75151" name="Freeform 46"/>
            <p:cNvSpPr>
              <a:spLocks noEditPoints="1"/>
            </p:cNvSpPr>
            <p:nvPr/>
          </p:nvSpPr>
          <p:spPr>
            <a:xfrm>
              <a:off x="4994" y="4517"/>
              <a:ext cx="367" cy="642"/>
            </a:xfrm>
            <a:custGeom>
              <a:avLst/>
              <a:gdLst>
                <a:gd name="txL" fmla="*/ 0 w 94"/>
                <a:gd name="txT" fmla="*/ 0 h 165"/>
                <a:gd name="txR" fmla="*/ 94 w 94"/>
                <a:gd name="txB" fmla="*/ 165 h 165"/>
              </a:gdLst>
              <a:ahLst/>
              <a:cxnLst>
                <a:cxn ang="0">
                  <a:pos x="147181" y="0"/>
                </a:cxn>
                <a:cxn ang="0">
                  <a:pos x="17733" y="0"/>
                </a:cxn>
                <a:cxn ang="0">
                  <a:pos x="0" y="19473"/>
                </a:cxn>
                <a:cxn ang="0">
                  <a:pos x="0" y="272627"/>
                </a:cxn>
                <a:cxn ang="0">
                  <a:pos x="17733" y="292100"/>
                </a:cxn>
                <a:cxn ang="0">
                  <a:pos x="147181" y="292100"/>
                </a:cxn>
                <a:cxn ang="0">
                  <a:pos x="166687" y="272627"/>
                </a:cxn>
                <a:cxn ang="0">
                  <a:pos x="166687" y="19473"/>
                </a:cxn>
                <a:cxn ang="0">
                  <a:pos x="147181" y="0"/>
                </a:cxn>
                <a:cxn ang="0">
                  <a:pos x="56745" y="21244"/>
                </a:cxn>
                <a:cxn ang="0">
                  <a:pos x="109942" y="21244"/>
                </a:cxn>
                <a:cxn ang="0">
                  <a:pos x="109942" y="28325"/>
                </a:cxn>
                <a:cxn ang="0">
                  <a:pos x="56745" y="28325"/>
                </a:cxn>
                <a:cxn ang="0">
                  <a:pos x="56745" y="21244"/>
                </a:cxn>
                <a:cxn ang="0">
                  <a:pos x="83344" y="279708"/>
                </a:cxn>
                <a:cxn ang="0">
                  <a:pos x="72704" y="269086"/>
                </a:cxn>
                <a:cxn ang="0">
                  <a:pos x="83344" y="260235"/>
                </a:cxn>
                <a:cxn ang="0">
                  <a:pos x="93983" y="269086"/>
                </a:cxn>
                <a:cxn ang="0">
                  <a:pos x="83344" y="279708"/>
                </a:cxn>
                <a:cxn ang="0">
                  <a:pos x="154274" y="244302"/>
                </a:cxn>
                <a:cxn ang="0">
                  <a:pos x="12413" y="244302"/>
                </a:cxn>
                <a:cxn ang="0">
                  <a:pos x="12413" y="46028"/>
                </a:cxn>
                <a:cxn ang="0">
                  <a:pos x="154274" y="46028"/>
                </a:cxn>
                <a:cxn ang="0">
                  <a:pos x="154274" y="244302"/>
                </a:cxn>
              </a:cxnLst>
              <a:rect l="txL" t="txT" r="txR" b="txB"/>
              <a:pathLst>
                <a:path w="94" h="165">
                  <a:moveTo>
                    <a:pt x="83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160"/>
                    <a:pt x="5" y="165"/>
                    <a:pt x="10" y="165"/>
                  </a:cubicBezTo>
                  <a:cubicBezTo>
                    <a:pt x="83" y="165"/>
                    <a:pt x="83" y="165"/>
                    <a:pt x="83" y="165"/>
                  </a:cubicBezTo>
                  <a:cubicBezTo>
                    <a:pt x="89" y="165"/>
                    <a:pt x="94" y="160"/>
                    <a:pt x="94" y="154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5"/>
                    <a:pt x="89" y="0"/>
                    <a:pt x="83" y="0"/>
                  </a:cubicBezTo>
                  <a:close/>
                  <a:moveTo>
                    <a:pt x="32" y="12"/>
                  </a:moveTo>
                  <a:cubicBezTo>
                    <a:pt x="62" y="12"/>
                    <a:pt x="62" y="12"/>
                    <a:pt x="62" y="12"/>
                  </a:cubicBezTo>
                  <a:cubicBezTo>
                    <a:pt x="62" y="16"/>
                    <a:pt x="62" y="16"/>
                    <a:pt x="62" y="16"/>
                  </a:cubicBezTo>
                  <a:cubicBezTo>
                    <a:pt x="32" y="16"/>
                    <a:pt x="32" y="16"/>
                    <a:pt x="32" y="16"/>
                  </a:cubicBezTo>
                  <a:lnTo>
                    <a:pt x="32" y="12"/>
                  </a:lnTo>
                  <a:close/>
                  <a:moveTo>
                    <a:pt x="47" y="158"/>
                  </a:moveTo>
                  <a:cubicBezTo>
                    <a:pt x="44" y="158"/>
                    <a:pt x="41" y="156"/>
                    <a:pt x="41" y="152"/>
                  </a:cubicBezTo>
                  <a:cubicBezTo>
                    <a:pt x="41" y="149"/>
                    <a:pt x="44" y="147"/>
                    <a:pt x="47" y="147"/>
                  </a:cubicBezTo>
                  <a:cubicBezTo>
                    <a:pt x="50" y="147"/>
                    <a:pt x="53" y="149"/>
                    <a:pt x="53" y="152"/>
                  </a:cubicBezTo>
                  <a:cubicBezTo>
                    <a:pt x="53" y="156"/>
                    <a:pt x="50" y="158"/>
                    <a:pt x="47" y="158"/>
                  </a:cubicBezTo>
                  <a:close/>
                  <a:moveTo>
                    <a:pt x="87" y="138"/>
                  </a:moveTo>
                  <a:cubicBezTo>
                    <a:pt x="7" y="138"/>
                    <a:pt x="7" y="138"/>
                    <a:pt x="7" y="138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87" y="26"/>
                    <a:pt x="87" y="26"/>
                    <a:pt x="87" y="26"/>
                  </a:cubicBezTo>
                  <a:lnTo>
                    <a:pt x="87" y="138"/>
                  </a:lnTo>
                  <a:close/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270864" y="2503019"/>
            <a:ext cx="504349" cy="506254"/>
            <a:chOff x="4030" y="4930"/>
            <a:chExt cx="840" cy="84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93246" name="Freeform 1819"/>
            <p:cNvSpPr/>
            <p:nvPr/>
          </p:nvSpPr>
          <p:spPr>
            <a:xfrm>
              <a:off x="4030" y="4930"/>
              <a:ext cx="840" cy="843"/>
            </a:xfrm>
            <a:custGeom>
              <a:avLst/>
              <a:gdLst>
                <a:gd name="txL" fmla="*/ 0 w 92"/>
                <a:gd name="txT" fmla="*/ 0 h 92"/>
                <a:gd name="txR" fmla="*/ 92 w 92"/>
                <a:gd name="txB" fmla="*/ 92 h 92"/>
              </a:gdLst>
              <a:ahLst/>
              <a:cxnLst>
                <a:cxn ang="0">
                  <a:pos x="382657" y="63966"/>
                </a:cxn>
                <a:cxn ang="0">
                  <a:pos x="469624" y="383796"/>
                </a:cxn>
                <a:cxn ang="0">
                  <a:pos x="150743" y="471022"/>
                </a:cxn>
                <a:cxn ang="0">
                  <a:pos x="69574" y="151192"/>
                </a:cxn>
                <a:cxn ang="0">
                  <a:pos x="382657" y="63966"/>
                </a:cxn>
              </a:cxnLst>
              <a:rect l="txL" t="txT" r="txR" b="txB"/>
              <a:pathLst>
                <a:path w="92" h="92">
                  <a:moveTo>
                    <a:pt x="66" y="11"/>
                  </a:moveTo>
                  <a:cubicBezTo>
                    <a:pt x="85" y="23"/>
                    <a:pt x="92" y="47"/>
                    <a:pt x="81" y="66"/>
                  </a:cubicBezTo>
                  <a:cubicBezTo>
                    <a:pt x="70" y="85"/>
                    <a:pt x="45" y="92"/>
                    <a:pt x="26" y="81"/>
                  </a:cubicBezTo>
                  <a:cubicBezTo>
                    <a:pt x="7" y="70"/>
                    <a:pt x="0" y="45"/>
                    <a:pt x="12" y="26"/>
                  </a:cubicBezTo>
                  <a:cubicBezTo>
                    <a:pt x="23" y="7"/>
                    <a:pt x="47" y="0"/>
                    <a:pt x="66" y="11"/>
                  </a:cubicBezTo>
                </a:path>
              </a:pathLst>
            </a:cu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9717" name="稻壳儿小白白(http://dwz.cn/Wu2UP)"/>
            <p:cNvSpPr>
              <a:spLocks noEditPoints="1"/>
            </p:cNvSpPr>
            <p:nvPr/>
          </p:nvSpPr>
          <p:spPr>
            <a:xfrm>
              <a:off x="4214" y="5125"/>
              <a:ext cx="425" cy="425"/>
            </a:xfrm>
            <a:custGeom>
              <a:avLst/>
              <a:gdLst/>
              <a:ahLst/>
              <a:cxnLst>
                <a:cxn ang="0">
                  <a:pos x="1479576135" y="12226576"/>
                </a:cxn>
                <a:cxn ang="0">
                  <a:pos x="1455122931" y="0"/>
                </a:cxn>
                <a:cxn ang="0">
                  <a:pos x="1430665982" y="12226576"/>
                </a:cxn>
                <a:cxn ang="0">
                  <a:pos x="24456949" y="941543682"/>
                </a:cxn>
                <a:cxn ang="0">
                  <a:pos x="0" y="990457474"/>
                </a:cxn>
                <a:cxn ang="0">
                  <a:pos x="24456949" y="1027140945"/>
                </a:cxn>
                <a:cxn ang="0">
                  <a:pos x="391292460" y="1173874831"/>
                </a:cxn>
                <a:cxn ang="0">
                  <a:pos x="562483613" y="1479569178"/>
                </a:cxn>
                <a:cxn ang="0">
                  <a:pos x="611393766" y="1504026074"/>
                </a:cxn>
                <a:cxn ang="0">
                  <a:pos x="611393766" y="1504026074"/>
                </a:cxn>
                <a:cxn ang="0">
                  <a:pos x="648081062" y="1479569178"/>
                </a:cxn>
                <a:cxn ang="0">
                  <a:pos x="745901369" y="1308382141"/>
                </a:cxn>
                <a:cxn ang="0">
                  <a:pos x="1198334329" y="1491799499"/>
                </a:cxn>
                <a:cxn ang="0">
                  <a:pos x="1222791278" y="1504026074"/>
                </a:cxn>
                <a:cxn ang="0">
                  <a:pos x="1235017880" y="1491799499"/>
                </a:cxn>
                <a:cxn ang="0">
                  <a:pos x="1259474829" y="1455116027"/>
                </a:cxn>
                <a:cxn ang="0">
                  <a:pos x="1504033084" y="48910047"/>
                </a:cxn>
                <a:cxn ang="0">
                  <a:pos x="1479576135" y="12226576"/>
                </a:cxn>
                <a:cxn ang="0">
                  <a:pos x="146734204" y="978227154"/>
                </a:cxn>
                <a:cxn ang="0">
                  <a:pos x="1235017880" y="244557725"/>
                </a:cxn>
                <a:cxn ang="0">
                  <a:pos x="440206358" y="1088277568"/>
                </a:cxn>
                <a:cxn ang="0">
                  <a:pos x="427976011" y="1088277568"/>
                </a:cxn>
                <a:cxn ang="0">
                  <a:pos x="146734204" y="978227154"/>
                </a:cxn>
                <a:cxn ang="0">
                  <a:pos x="476889909" y="1124961039"/>
                </a:cxn>
                <a:cxn ang="0">
                  <a:pos x="476889909" y="1124961039"/>
                </a:cxn>
                <a:cxn ang="0">
                  <a:pos x="1369525482" y="171190782"/>
                </a:cxn>
                <a:cxn ang="0">
                  <a:pos x="611393766" y="1357292188"/>
                </a:cxn>
                <a:cxn ang="0">
                  <a:pos x="476889909" y="1124961039"/>
                </a:cxn>
                <a:cxn ang="0">
                  <a:pos x="1186107726" y="1381749084"/>
                </a:cxn>
                <a:cxn ang="0">
                  <a:pos x="782584920" y="1222784878"/>
                </a:cxn>
                <a:cxn ang="0">
                  <a:pos x="745901369" y="1222784878"/>
                </a:cxn>
                <a:cxn ang="0">
                  <a:pos x="1369525482" y="269014620"/>
                </a:cxn>
                <a:cxn ang="0">
                  <a:pos x="1186107726" y="1381749084"/>
                </a:cxn>
                <a:cxn ang="0">
                  <a:pos x="1186107726" y="1381749084"/>
                </a:cxn>
                <a:cxn ang="0">
                  <a:pos x="1186107726" y="1381749084"/>
                </a:cxn>
              </a:cxnLst>
              <a:rect l="0" t="0" r="0" b="0"/>
              <a:pathLst>
                <a:path w="123" h="123">
                  <a:moveTo>
                    <a:pt x="121" y="1"/>
                  </a:moveTo>
                  <a:cubicBezTo>
                    <a:pt x="120" y="0"/>
                    <a:pt x="119" y="0"/>
                    <a:pt x="119" y="0"/>
                  </a:cubicBezTo>
                  <a:cubicBezTo>
                    <a:pt x="118" y="0"/>
                    <a:pt x="117" y="0"/>
                    <a:pt x="117" y="1"/>
                  </a:cubicBezTo>
                  <a:cubicBezTo>
                    <a:pt x="2" y="77"/>
                    <a:pt x="2" y="77"/>
                    <a:pt x="2" y="77"/>
                  </a:cubicBezTo>
                  <a:cubicBezTo>
                    <a:pt x="0" y="78"/>
                    <a:pt x="0" y="79"/>
                    <a:pt x="0" y="81"/>
                  </a:cubicBezTo>
                  <a:cubicBezTo>
                    <a:pt x="0" y="82"/>
                    <a:pt x="1" y="83"/>
                    <a:pt x="2" y="84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46" y="121"/>
                    <a:pt x="46" y="121"/>
                    <a:pt x="46" y="121"/>
                  </a:cubicBezTo>
                  <a:cubicBezTo>
                    <a:pt x="47" y="122"/>
                    <a:pt x="48" y="123"/>
                    <a:pt x="50" y="123"/>
                  </a:cubicBezTo>
                  <a:cubicBezTo>
                    <a:pt x="50" y="123"/>
                    <a:pt x="50" y="123"/>
                    <a:pt x="50" y="123"/>
                  </a:cubicBezTo>
                  <a:cubicBezTo>
                    <a:pt x="51" y="123"/>
                    <a:pt x="52" y="122"/>
                    <a:pt x="53" y="121"/>
                  </a:cubicBezTo>
                  <a:cubicBezTo>
                    <a:pt x="61" y="107"/>
                    <a:pt x="61" y="107"/>
                    <a:pt x="61" y="107"/>
                  </a:cubicBezTo>
                  <a:cubicBezTo>
                    <a:pt x="98" y="122"/>
                    <a:pt x="98" y="122"/>
                    <a:pt x="98" y="122"/>
                  </a:cubicBezTo>
                  <a:cubicBezTo>
                    <a:pt x="99" y="123"/>
                    <a:pt x="99" y="123"/>
                    <a:pt x="100" y="123"/>
                  </a:cubicBezTo>
                  <a:cubicBezTo>
                    <a:pt x="100" y="123"/>
                    <a:pt x="101" y="122"/>
                    <a:pt x="101" y="122"/>
                  </a:cubicBezTo>
                  <a:cubicBezTo>
                    <a:pt x="102" y="122"/>
                    <a:pt x="103" y="121"/>
                    <a:pt x="103" y="119"/>
                  </a:cubicBezTo>
                  <a:cubicBezTo>
                    <a:pt x="123" y="4"/>
                    <a:pt x="123" y="4"/>
                    <a:pt x="123" y="4"/>
                  </a:cubicBezTo>
                  <a:cubicBezTo>
                    <a:pt x="123" y="3"/>
                    <a:pt x="122" y="1"/>
                    <a:pt x="121" y="1"/>
                  </a:cubicBezTo>
                  <a:close/>
                  <a:moveTo>
                    <a:pt x="12" y="80"/>
                  </a:moveTo>
                  <a:cubicBezTo>
                    <a:pt x="101" y="20"/>
                    <a:pt x="101" y="20"/>
                    <a:pt x="101" y="20"/>
                  </a:cubicBezTo>
                  <a:cubicBezTo>
                    <a:pt x="36" y="89"/>
                    <a:pt x="36" y="89"/>
                    <a:pt x="36" y="89"/>
                  </a:cubicBezTo>
                  <a:cubicBezTo>
                    <a:pt x="36" y="89"/>
                    <a:pt x="35" y="89"/>
                    <a:pt x="35" y="89"/>
                  </a:cubicBezTo>
                  <a:lnTo>
                    <a:pt x="12" y="80"/>
                  </a:lnTo>
                  <a:close/>
                  <a:moveTo>
                    <a:pt x="39" y="92"/>
                  </a:moveTo>
                  <a:cubicBezTo>
                    <a:pt x="39" y="92"/>
                    <a:pt x="39" y="92"/>
                    <a:pt x="39" y="92"/>
                  </a:cubicBezTo>
                  <a:cubicBezTo>
                    <a:pt x="112" y="14"/>
                    <a:pt x="112" y="14"/>
                    <a:pt x="112" y="14"/>
                  </a:cubicBezTo>
                  <a:cubicBezTo>
                    <a:pt x="50" y="111"/>
                    <a:pt x="50" y="111"/>
                    <a:pt x="50" y="111"/>
                  </a:cubicBezTo>
                  <a:lnTo>
                    <a:pt x="39" y="92"/>
                  </a:lnTo>
                  <a:close/>
                  <a:moveTo>
                    <a:pt x="97" y="113"/>
                  </a:moveTo>
                  <a:cubicBezTo>
                    <a:pt x="64" y="100"/>
                    <a:pt x="64" y="100"/>
                    <a:pt x="64" y="100"/>
                  </a:cubicBezTo>
                  <a:cubicBezTo>
                    <a:pt x="63" y="100"/>
                    <a:pt x="62" y="100"/>
                    <a:pt x="61" y="100"/>
                  </a:cubicBezTo>
                  <a:cubicBezTo>
                    <a:pt x="112" y="22"/>
                    <a:pt x="112" y="22"/>
                    <a:pt x="112" y="22"/>
                  </a:cubicBezTo>
                  <a:lnTo>
                    <a:pt x="97" y="113"/>
                  </a:lnTo>
                  <a:close/>
                  <a:moveTo>
                    <a:pt x="97" y="113"/>
                  </a:moveTo>
                  <a:cubicBezTo>
                    <a:pt x="97" y="113"/>
                    <a:pt x="97" y="113"/>
                    <a:pt x="97" y="113"/>
                  </a:cubicBezTo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2" name="文本框 15"/>
          <p:cNvSpPr txBox="1"/>
          <p:nvPr/>
        </p:nvSpPr>
        <p:spPr>
          <a:xfrm>
            <a:off x="709386" y="309785"/>
            <a:ext cx="3225616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altLang="zh-CN" sz="1800"/>
              <a:t>The challenges at Tier II</a:t>
            </a:r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09386" y="934948"/>
            <a:ext cx="79106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/>
              <a:t>第</a:t>
            </a:r>
            <a:r>
              <a:rPr lang="en-US" altLang="zh-CN" sz="1800" dirty="0"/>
              <a:t>II</a:t>
            </a:r>
            <a:r>
              <a:rPr lang="zh-CN" altLang="en-US" sz="1800" dirty="0"/>
              <a:t>层面临的挑战是围绕着不同大</a:t>
            </a:r>
            <a:r>
              <a:rPr lang="zh-CN" altLang="en-US" sz="1800" dirty="0" smtClean="0"/>
              <a:t>数据有关的数据隐私和</a:t>
            </a:r>
            <a:r>
              <a:rPr lang="zh-CN" altLang="en-US" sz="1800" dirty="0"/>
              <a:t>领域知识。 这些信息可以为挖掘过程提供额外的好处，也为大数据访问（第</a:t>
            </a:r>
            <a:r>
              <a:rPr lang="en-US" altLang="zh-CN" sz="1800" dirty="0"/>
              <a:t>I</a:t>
            </a:r>
            <a:r>
              <a:rPr lang="zh-CN" altLang="en-US" sz="1800" dirty="0"/>
              <a:t>级）和挖掘算法（第</a:t>
            </a:r>
            <a:r>
              <a:rPr lang="en-US" altLang="zh-CN" sz="1800" dirty="0"/>
              <a:t>III</a:t>
            </a:r>
            <a:r>
              <a:rPr lang="zh-CN" altLang="en-US" sz="1800" dirty="0"/>
              <a:t>层）增加技术障碍。</a:t>
            </a:r>
            <a:endParaRPr kumimoji="1" lang="zh-CN" altLang="en-US" sz="1800" dirty="0"/>
          </a:p>
        </p:txBody>
      </p:sp>
      <p:sp>
        <p:nvSpPr>
          <p:cNvPr id="6" name="文本框 5"/>
          <p:cNvSpPr txBox="1"/>
          <p:nvPr/>
        </p:nvSpPr>
        <p:spPr>
          <a:xfrm>
            <a:off x="1066947" y="3419220"/>
            <a:ext cx="11466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 smtClean="0"/>
              <a:t>你在想什么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640296" y="2412410"/>
            <a:ext cx="11235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 smtClean="0"/>
              <a:t>你在看什么</a:t>
            </a:r>
            <a:endParaRPr kumimoji="1"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3810000" y="1747520"/>
            <a:ext cx="975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 smtClean="0"/>
              <a:t>你懂什么</a:t>
            </a:r>
            <a:endParaRPr kumimoji="1"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5523039" y="2055297"/>
            <a:ext cx="1020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 smtClean="0"/>
              <a:t>你的位置</a:t>
            </a:r>
            <a:endParaRPr kumimoji="1"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6303184" y="3251200"/>
            <a:ext cx="1337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 smtClean="0"/>
              <a:t>你将要做什么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14:gallery dir="l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rrow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0"/>
                            </p:stCondLst>
                            <p:childTnLst>
                              <p:par>
                                <p:cTn id="4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74" grpId="0" animBg="1"/>
      <p:bldP spid="32" grpId="0"/>
      <p:bldP spid="2" grpId="0"/>
      <p:bldP spid="6" grpId="0"/>
      <p:bldP spid="7" grpId="0"/>
      <p:bldP spid="14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2596050" y="2770741"/>
            <a:ext cx="4728690" cy="6232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lvl="0"/>
            <a:r>
              <a:rPr lang="zh-CN" altLang="en-US" sz="3600" dirty="0"/>
              <a:t>大数据挖掘算法</a:t>
            </a:r>
            <a:endParaRPr lang="zh-CN" altLang="en-US" sz="36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文本框 36"/>
          <p:cNvSpPr txBox="1"/>
          <p:nvPr/>
        </p:nvSpPr>
        <p:spPr>
          <a:xfrm>
            <a:off x="2639647" y="3475628"/>
            <a:ext cx="4449522" cy="26161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500"/>
              </a:lnSpc>
            </a:pPr>
            <a:r>
              <a:rPr lang="en-US" altLang="zh-CN" dirty="0" smtClean="0"/>
              <a:t>Mining </a:t>
            </a:r>
            <a:r>
              <a:rPr lang="en-US" altLang="zh-CN" dirty="0"/>
              <a:t>algorithms 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-2776945" y="365769"/>
            <a:ext cx="4342716" cy="4321430"/>
            <a:chOff x="6940262" y="3251983"/>
            <a:chExt cx="971550" cy="966788"/>
          </a:xfrm>
        </p:grpSpPr>
        <p:sp>
          <p:nvSpPr>
            <p:cNvPr id="15" name="Freeform 5"/>
            <p:cNvSpPr>
              <a:spLocks/>
            </p:cNvSpPr>
            <p:nvPr/>
          </p:nvSpPr>
          <p:spPr bwMode="auto">
            <a:xfrm>
              <a:off x="6959312" y="3251983"/>
              <a:ext cx="928688" cy="966788"/>
            </a:xfrm>
            <a:custGeom>
              <a:avLst/>
              <a:gdLst>
                <a:gd name="T0" fmla="*/ 121 w 245"/>
                <a:gd name="T1" fmla="*/ 0 h 255"/>
                <a:gd name="T2" fmla="*/ 158 w 245"/>
                <a:gd name="T3" fmla="*/ 61 h 255"/>
                <a:gd name="T4" fmla="*/ 234 w 245"/>
                <a:gd name="T5" fmla="*/ 65 h 255"/>
                <a:gd name="T6" fmla="*/ 198 w 245"/>
                <a:gd name="T7" fmla="*/ 128 h 255"/>
                <a:gd name="T8" fmla="*/ 233 w 245"/>
                <a:gd name="T9" fmla="*/ 191 h 255"/>
                <a:gd name="T10" fmla="*/ 160 w 245"/>
                <a:gd name="T11" fmla="*/ 193 h 255"/>
                <a:gd name="T12" fmla="*/ 122 w 245"/>
                <a:gd name="T13" fmla="*/ 255 h 255"/>
                <a:gd name="T14" fmla="*/ 87 w 245"/>
                <a:gd name="T15" fmla="*/ 193 h 255"/>
                <a:gd name="T16" fmla="*/ 11 w 245"/>
                <a:gd name="T17" fmla="*/ 190 h 255"/>
                <a:gd name="T18" fmla="*/ 47 w 245"/>
                <a:gd name="T19" fmla="*/ 125 h 255"/>
                <a:gd name="T20" fmla="*/ 11 w 245"/>
                <a:gd name="T21" fmla="*/ 65 h 255"/>
                <a:gd name="T22" fmla="*/ 86 w 245"/>
                <a:gd name="T23" fmla="*/ 62 h 255"/>
                <a:gd name="T24" fmla="*/ 121 w 245"/>
                <a:gd name="T25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5" h="255">
                  <a:moveTo>
                    <a:pt x="121" y="0"/>
                  </a:moveTo>
                  <a:cubicBezTo>
                    <a:pt x="142" y="0"/>
                    <a:pt x="147" y="55"/>
                    <a:pt x="158" y="61"/>
                  </a:cubicBezTo>
                  <a:cubicBezTo>
                    <a:pt x="170" y="67"/>
                    <a:pt x="222" y="43"/>
                    <a:pt x="234" y="65"/>
                  </a:cubicBezTo>
                  <a:cubicBezTo>
                    <a:pt x="245" y="85"/>
                    <a:pt x="198" y="115"/>
                    <a:pt x="198" y="128"/>
                  </a:cubicBezTo>
                  <a:cubicBezTo>
                    <a:pt x="198" y="141"/>
                    <a:pt x="244" y="172"/>
                    <a:pt x="233" y="191"/>
                  </a:cubicBezTo>
                  <a:cubicBezTo>
                    <a:pt x="222" y="211"/>
                    <a:pt x="172" y="186"/>
                    <a:pt x="160" y="193"/>
                  </a:cubicBezTo>
                  <a:cubicBezTo>
                    <a:pt x="148" y="200"/>
                    <a:pt x="143" y="255"/>
                    <a:pt x="122" y="255"/>
                  </a:cubicBezTo>
                  <a:cubicBezTo>
                    <a:pt x="101" y="255"/>
                    <a:pt x="98" y="199"/>
                    <a:pt x="87" y="193"/>
                  </a:cubicBezTo>
                  <a:cubicBezTo>
                    <a:pt x="75" y="187"/>
                    <a:pt x="24" y="212"/>
                    <a:pt x="11" y="190"/>
                  </a:cubicBezTo>
                  <a:cubicBezTo>
                    <a:pt x="0" y="169"/>
                    <a:pt x="47" y="138"/>
                    <a:pt x="47" y="125"/>
                  </a:cubicBezTo>
                  <a:cubicBezTo>
                    <a:pt x="48" y="113"/>
                    <a:pt x="1" y="83"/>
                    <a:pt x="11" y="65"/>
                  </a:cubicBezTo>
                  <a:cubicBezTo>
                    <a:pt x="23" y="45"/>
                    <a:pt x="73" y="69"/>
                    <a:pt x="86" y="62"/>
                  </a:cubicBezTo>
                  <a:cubicBezTo>
                    <a:pt x="97" y="55"/>
                    <a:pt x="100" y="0"/>
                    <a:pt x="121" y="0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" name="Freeform 6"/>
            <p:cNvSpPr>
              <a:spLocks/>
            </p:cNvSpPr>
            <p:nvPr/>
          </p:nvSpPr>
          <p:spPr bwMode="auto">
            <a:xfrm>
              <a:off x="6956137" y="3256746"/>
              <a:ext cx="936625" cy="962025"/>
            </a:xfrm>
            <a:custGeom>
              <a:avLst/>
              <a:gdLst>
                <a:gd name="T0" fmla="*/ 129 w 247"/>
                <a:gd name="T1" fmla="*/ 1 h 254"/>
                <a:gd name="T2" fmla="*/ 162 w 247"/>
                <a:gd name="T3" fmla="*/ 63 h 254"/>
                <a:gd name="T4" fmla="*/ 237 w 247"/>
                <a:gd name="T5" fmla="*/ 71 h 254"/>
                <a:gd name="T6" fmla="*/ 198 w 247"/>
                <a:gd name="T7" fmla="*/ 131 h 254"/>
                <a:gd name="T8" fmla="*/ 229 w 247"/>
                <a:gd name="T9" fmla="*/ 196 h 254"/>
                <a:gd name="T10" fmla="*/ 156 w 247"/>
                <a:gd name="T11" fmla="*/ 193 h 254"/>
                <a:gd name="T12" fmla="*/ 116 w 247"/>
                <a:gd name="T13" fmla="*/ 252 h 254"/>
                <a:gd name="T14" fmla="*/ 84 w 247"/>
                <a:gd name="T15" fmla="*/ 189 h 254"/>
                <a:gd name="T16" fmla="*/ 11 w 247"/>
                <a:gd name="T17" fmla="*/ 182 h 254"/>
                <a:gd name="T18" fmla="*/ 49 w 247"/>
                <a:gd name="T19" fmla="*/ 121 h 254"/>
                <a:gd name="T20" fmla="*/ 18 w 247"/>
                <a:gd name="T21" fmla="*/ 59 h 254"/>
                <a:gd name="T22" fmla="*/ 91 w 247"/>
                <a:gd name="T23" fmla="*/ 60 h 254"/>
                <a:gd name="T24" fmla="*/ 129 w 247"/>
                <a:gd name="T25" fmla="*/ 1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4">
                  <a:moveTo>
                    <a:pt x="129" y="1"/>
                  </a:moveTo>
                  <a:cubicBezTo>
                    <a:pt x="150" y="2"/>
                    <a:pt x="151" y="57"/>
                    <a:pt x="162" y="63"/>
                  </a:cubicBezTo>
                  <a:cubicBezTo>
                    <a:pt x="174" y="70"/>
                    <a:pt x="226" y="49"/>
                    <a:pt x="237" y="71"/>
                  </a:cubicBezTo>
                  <a:cubicBezTo>
                    <a:pt x="247" y="91"/>
                    <a:pt x="199" y="118"/>
                    <a:pt x="198" y="131"/>
                  </a:cubicBezTo>
                  <a:cubicBezTo>
                    <a:pt x="197" y="144"/>
                    <a:pt x="241" y="177"/>
                    <a:pt x="229" y="196"/>
                  </a:cubicBezTo>
                  <a:cubicBezTo>
                    <a:pt x="217" y="214"/>
                    <a:pt x="169" y="187"/>
                    <a:pt x="156" y="193"/>
                  </a:cubicBezTo>
                  <a:cubicBezTo>
                    <a:pt x="144" y="199"/>
                    <a:pt x="137" y="254"/>
                    <a:pt x="116" y="252"/>
                  </a:cubicBezTo>
                  <a:cubicBezTo>
                    <a:pt x="95" y="251"/>
                    <a:pt x="95" y="196"/>
                    <a:pt x="84" y="189"/>
                  </a:cubicBezTo>
                  <a:cubicBezTo>
                    <a:pt x="73" y="182"/>
                    <a:pt x="21" y="204"/>
                    <a:pt x="11" y="182"/>
                  </a:cubicBezTo>
                  <a:cubicBezTo>
                    <a:pt x="0" y="161"/>
                    <a:pt x="48" y="134"/>
                    <a:pt x="49" y="121"/>
                  </a:cubicBezTo>
                  <a:cubicBezTo>
                    <a:pt x="50" y="108"/>
                    <a:pt x="7" y="76"/>
                    <a:pt x="18" y="59"/>
                  </a:cubicBezTo>
                  <a:cubicBezTo>
                    <a:pt x="30" y="40"/>
                    <a:pt x="78" y="66"/>
                    <a:pt x="91" y="60"/>
                  </a:cubicBezTo>
                  <a:cubicBezTo>
                    <a:pt x="103" y="54"/>
                    <a:pt x="109" y="0"/>
                    <a:pt x="129" y="1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" name="Freeform 7"/>
            <p:cNvSpPr>
              <a:spLocks/>
            </p:cNvSpPr>
            <p:nvPr/>
          </p:nvSpPr>
          <p:spPr bwMode="auto">
            <a:xfrm>
              <a:off x="6956137" y="3259921"/>
              <a:ext cx="936625" cy="955675"/>
            </a:xfrm>
            <a:custGeom>
              <a:avLst/>
              <a:gdLst>
                <a:gd name="T0" fmla="*/ 137 w 247"/>
                <a:gd name="T1" fmla="*/ 2 h 252"/>
                <a:gd name="T2" fmla="*/ 165 w 247"/>
                <a:gd name="T3" fmla="*/ 65 h 252"/>
                <a:gd name="T4" fmla="*/ 239 w 247"/>
                <a:gd name="T5" fmla="*/ 77 h 252"/>
                <a:gd name="T6" fmla="*/ 197 w 247"/>
                <a:gd name="T7" fmla="*/ 134 h 252"/>
                <a:gd name="T8" fmla="*/ 224 w 247"/>
                <a:gd name="T9" fmla="*/ 200 h 252"/>
                <a:gd name="T10" fmla="*/ 152 w 247"/>
                <a:gd name="T11" fmla="*/ 193 h 252"/>
                <a:gd name="T12" fmla="*/ 109 w 247"/>
                <a:gd name="T13" fmla="*/ 250 h 252"/>
                <a:gd name="T14" fmla="*/ 81 w 247"/>
                <a:gd name="T15" fmla="*/ 185 h 252"/>
                <a:gd name="T16" fmla="*/ 9 w 247"/>
                <a:gd name="T17" fmla="*/ 174 h 252"/>
                <a:gd name="T18" fmla="*/ 50 w 247"/>
                <a:gd name="T19" fmla="*/ 116 h 252"/>
                <a:gd name="T20" fmla="*/ 23 w 247"/>
                <a:gd name="T21" fmla="*/ 52 h 252"/>
                <a:gd name="T22" fmla="*/ 95 w 247"/>
                <a:gd name="T23" fmla="*/ 58 h 252"/>
                <a:gd name="T24" fmla="*/ 137 w 247"/>
                <a:gd name="T25" fmla="*/ 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2">
                  <a:moveTo>
                    <a:pt x="137" y="2"/>
                  </a:moveTo>
                  <a:cubicBezTo>
                    <a:pt x="157" y="4"/>
                    <a:pt x="155" y="58"/>
                    <a:pt x="165" y="65"/>
                  </a:cubicBezTo>
                  <a:cubicBezTo>
                    <a:pt x="177" y="73"/>
                    <a:pt x="229" y="55"/>
                    <a:pt x="239" y="77"/>
                  </a:cubicBezTo>
                  <a:cubicBezTo>
                    <a:pt x="247" y="98"/>
                    <a:pt x="198" y="121"/>
                    <a:pt x="197" y="134"/>
                  </a:cubicBezTo>
                  <a:cubicBezTo>
                    <a:pt x="196" y="147"/>
                    <a:pt x="237" y="182"/>
                    <a:pt x="224" y="200"/>
                  </a:cubicBezTo>
                  <a:cubicBezTo>
                    <a:pt x="210" y="217"/>
                    <a:pt x="164" y="188"/>
                    <a:pt x="152" y="193"/>
                  </a:cubicBezTo>
                  <a:cubicBezTo>
                    <a:pt x="140" y="198"/>
                    <a:pt x="130" y="252"/>
                    <a:pt x="109" y="250"/>
                  </a:cubicBezTo>
                  <a:cubicBezTo>
                    <a:pt x="88" y="247"/>
                    <a:pt x="91" y="192"/>
                    <a:pt x="81" y="185"/>
                  </a:cubicBezTo>
                  <a:cubicBezTo>
                    <a:pt x="70" y="177"/>
                    <a:pt x="18" y="196"/>
                    <a:pt x="9" y="174"/>
                  </a:cubicBezTo>
                  <a:cubicBezTo>
                    <a:pt x="0" y="153"/>
                    <a:pt x="49" y="129"/>
                    <a:pt x="50" y="116"/>
                  </a:cubicBezTo>
                  <a:cubicBezTo>
                    <a:pt x="52" y="104"/>
                    <a:pt x="11" y="69"/>
                    <a:pt x="23" y="52"/>
                  </a:cubicBezTo>
                  <a:cubicBezTo>
                    <a:pt x="37" y="35"/>
                    <a:pt x="83" y="63"/>
                    <a:pt x="95" y="58"/>
                  </a:cubicBezTo>
                  <a:cubicBezTo>
                    <a:pt x="107" y="53"/>
                    <a:pt x="116" y="0"/>
                    <a:pt x="137" y="2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" name="Freeform 8"/>
            <p:cNvSpPr>
              <a:spLocks/>
            </p:cNvSpPr>
            <p:nvPr/>
          </p:nvSpPr>
          <p:spPr bwMode="auto">
            <a:xfrm>
              <a:off x="6951375" y="3259921"/>
              <a:ext cx="944563" cy="950913"/>
            </a:xfrm>
            <a:custGeom>
              <a:avLst/>
              <a:gdLst>
                <a:gd name="T0" fmla="*/ 145 w 249"/>
                <a:gd name="T1" fmla="*/ 4 h 251"/>
                <a:gd name="T2" fmla="*/ 170 w 249"/>
                <a:gd name="T3" fmla="*/ 69 h 251"/>
                <a:gd name="T4" fmla="*/ 242 w 249"/>
                <a:gd name="T5" fmla="*/ 84 h 251"/>
                <a:gd name="T6" fmla="*/ 197 w 249"/>
                <a:gd name="T7" fmla="*/ 138 h 251"/>
                <a:gd name="T8" fmla="*/ 219 w 249"/>
                <a:gd name="T9" fmla="*/ 205 h 251"/>
                <a:gd name="T10" fmla="*/ 148 w 249"/>
                <a:gd name="T11" fmla="*/ 194 h 251"/>
                <a:gd name="T12" fmla="*/ 103 w 249"/>
                <a:gd name="T13" fmla="*/ 248 h 251"/>
                <a:gd name="T14" fmla="*/ 79 w 249"/>
                <a:gd name="T15" fmla="*/ 182 h 251"/>
                <a:gd name="T16" fmla="*/ 8 w 249"/>
                <a:gd name="T17" fmla="*/ 168 h 251"/>
                <a:gd name="T18" fmla="*/ 52 w 249"/>
                <a:gd name="T19" fmla="*/ 112 h 251"/>
                <a:gd name="T20" fmla="*/ 30 w 249"/>
                <a:gd name="T21" fmla="*/ 47 h 251"/>
                <a:gd name="T22" fmla="*/ 100 w 249"/>
                <a:gd name="T23" fmla="*/ 56 h 251"/>
                <a:gd name="T24" fmla="*/ 145 w 249"/>
                <a:gd name="T25" fmla="*/ 4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9" h="251">
                  <a:moveTo>
                    <a:pt x="145" y="4"/>
                  </a:moveTo>
                  <a:cubicBezTo>
                    <a:pt x="165" y="7"/>
                    <a:pt x="160" y="61"/>
                    <a:pt x="170" y="69"/>
                  </a:cubicBezTo>
                  <a:cubicBezTo>
                    <a:pt x="180" y="77"/>
                    <a:pt x="233" y="62"/>
                    <a:pt x="242" y="84"/>
                  </a:cubicBezTo>
                  <a:cubicBezTo>
                    <a:pt x="249" y="105"/>
                    <a:pt x="199" y="126"/>
                    <a:pt x="197" y="138"/>
                  </a:cubicBezTo>
                  <a:cubicBezTo>
                    <a:pt x="195" y="150"/>
                    <a:pt x="234" y="188"/>
                    <a:pt x="219" y="205"/>
                  </a:cubicBezTo>
                  <a:cubicBezTo>
                    <a:pt x="205" y="222"/>
                    <a:pt x="161" y="190"/>
                    <a:pt x="148" y="194"/>
                  </a:cubicBezTo>
                  <a:cubicBezTo>
                    <a:pt x="137" y="199"/>
                    <a:pt x="124" y="251"/>
                    <a:pt x="103" y="248"/>
                  </a:cubicBezTo>
                  <a:cubicBezTo>
                    <a:pt x="83" y="244"/>
                    <a:pt x="88" y="190"/>
                    <a:pt x="79" y="182"/>
                  </a:cubicBezTo>
                  <a:cubicBezTo>
                    <a:pt x="69" y="173"/>
                    <a:pt x="16" y="189"/>
                    <a:pt x="8" y="168"/>
                  </a:cubicBezTo>
                  <a:cubicBezTo>
                    <a:pt x="0" y="147"/>
                    <a:pt x="50" y="125"/>
                    <a:pt x="52" y="112"/>
                  </a:cubicBezTo>
                  <a:cubicBezTo>
                    <a:pt x="55" y="100"/>
                    <a:pt x="16" y="63"/>
                    <a:pt x="30" y="47"/>
                  </a:cubicBezTo>
                  <a:cubicBezTo>
                    <a:pt x="44" y="30"/>
                    <a:pt x="88" y="61"/>
                    <a:pt x="100" y="56"/>
                  </a:cubicBezTo>
                  <a:cubicBezTo>
                    <a:pt x="112" y="52"/>
                    <a:pt x="125" y="0"/>
                    <a:pt x="145" y="4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Freeform 9"/>
            <p:cNvSpPr>
              <a:spLocks/>
            </p:cNvSpPr>
            <p:nvPr/>
          </p:nvSpPr>
          <p:spPr bwMode="auto">
            <a:xfrm>
              <a:off x="6948200" y="3263096"/>
              <a:ext cx="950913" cy="947738"/>
            </a:xfrm>
            <a:custGeom>
              <a:avLst/>
              <a:gdLst>
                <a:gd name="T0" fmla="*/ 153 w 251"/>
                <a:gd name="T1" fmla="*/ 5 h 250"/>
                <a:gd name="T2" fmla="*/ 174 w 251"/>
                <a:gd name="T3" fmla="*/ 71 h 250"/>
                <a:gd name="T4" fmla="*/ 244 w 251"/>
                <a:gd name="T5" fmla="*/ 90 h 250"/>
                <a:gd name="T6" fmla="*/ 197 w 251"/>
                <a:gd name="T7" fmla="*/ 141 h 250"/>
                <a:gd name="T8" fmla="*/ 215 w 251"/>
                <a:gd name="T9" fmla="*/ 209 h 250"/>
                <a:gd name="T10" fmla="*/ 145 w 251"/>
                <a:gd name="T11" fmla="*/ 194 h 250"/>
                <a:gd name="T12" fmla="*/ 97 w 251"/>
                <a:gd name="T13" fmla="*/ 245 h 250"/>
                <a:gd name="T14" fmla="*/ 76 w 251"/>
                <a:gd name="T15" fmla="*/ 177 h 250"/>
                <a:gd name="T16" fmla="*/ 7 w 251"/>
                <a:gd name="T17" fmla="*/ 160 h 250"/>
                <a:gd name="T18" fmla="*/ 54 w 251"/>
                <a:gd name="T19" fmla="*/ 108 h 250"/>
                <a:gd name="T20" fmla="*/ 36 w 251"/>
                <a:gd name="T21" fmla="*/ 40 h 250"/>
                <a:gd name="T22" fmla="*/ 105 w 251"/>
                <a:gd name="T23" fmla="*/ 54 h 250"/>
                <a:gd name="T24" fmla="*/ 153 w 251"/>
                <a:gd name="T25" fmla="*/ 5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50">
                  <a:moveTo>
                    <a:pt x="153" y="5"/>
                  </a:moveTo>
                  <a:cubicBezTo>
                    <a:pt x="173" y="9"/>
                    <a:pt x="165" y="62"/>
                    <a:pt x="174" y="71"/>
                  </a:cubicBezTo>
                  <a:cubicBezTo>
                    <a:pt x="184" y="80"/>
                    <a:pt x="238" y="68"/>
                    <a:pt x="244" y="90"/>
                  </a:cubicBezTo>
                  <a:cubicBezTo>
                    <a:pt x="251" y="111"/>
                    <a:pt x="200" y="129"/>
                    <a:pt x="197" y="141"/>
                  </a:cubicBezTo>
                  <a:cubicBezTo>
                    <a:pt x="194" y="153"/>
                    <a:pt x="231" y="193"/>
                    <a:pt x="215" y="209"/>
                  </a:cubicBezTo>
                  <a:cubicBezTo>
                    <a:pt x="199" y="225"/>
                    <a:pt x="158" y="191"/>
                    <a:pt x="145" y="194"/>
                  </a:cubicBezTo>
                  <a:cubicBezTo>
                    <a:pt x="133" y="198"/>
                    <a:pt x="117" y="250"/>
                    <a:pt x="97" y="245"/>
                  </a:cubicBezTo>
                  <a:cubicBezTo>
                    <a:pt x="77" y="240"/>
                    <a:pt x="86" y="186"/>
                    <a:pt x="76" y="177"/>
                  </a:cubicBezTo>
                  <a:cubicBezTo>
                    <a:pt x="67" y="169"/>
                    <a:pt x="14" y="181"/>
                    <a:pt x="7" y="160"/>
                  </a:cubicBezTo>
                  <a:cubicBezTo>
                    <a:pt x="0" y="139"/>
                    <a:pt x="51" y="120"/>
                    <a:pt x="54" y="108"/>
                  </a:cubicBezTo>
                  <a:cubicBezTo>
                    <a:pt x="57" y="95"/>
                    <a:pt x="21" y="56"/>
                    <a:pt x="36" y="40"/>
                  </a:cubicBezTo>
                  <a:cubicBezTo>
                    <a:pt x="51" y="25"/>
                    <a:pt x="93" y="58"/>
                    <a:pt x="105" y="54"/>
                  </a:cubicBezTo>
                  <a:cubicBezTo>
                    <a:pt x="117" y="51"/>
                    <a:pt x="133" y="0"/>
                    <a:pt x="153" y="5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Freeform 10"/>
            <p:cNvSpPr>
              <a:spLocks/>
            </p:cNvSpPr>
            <p:nvPr/>
          </p:nvSpPr>
          <p:spPr bwMode="auto">
            <a:xfrm>
              <a:off x="6948200" y="3263096"/>
              <a:ext cx="950913" cy="944563"/>
            </a:xfrm>
            <a:custGeom>
              <a:avLst/>
              <a:gdLst>
                <a:gd name="T0" fmla="*/ 160 w 251"/>
                <a:gd name="T1" fmla="*/ 6 h 249"/>
                <a:gd name="T2" fmla="*/ 178 w 251"/>
                <a:gd name="T3" fmla="*/ 74 h 249"/>
                <a:gd name="T4" fmla="*/ 246 w 251"/>
                <a:gd name="T5" fmla="*/ 97 h 249"/>
                <a:gd name="T6" fmla="*/ 196 w 251"/>
                <a:gd name="T7" fmla="*/ 145 h 249"/>
                <a:gd name="T8" fmla="*/ 209 w 251"/>
                <a:gd name="T9" fmla="*/ 215 h 249"/>
                <a:gd name="T10" fmla="*/ 141 w 251"/>
                <a:gd name="T11" fmla="*/ 195 h 249"/>
                <a:gd name="T12" fmla="*/ 91 w 251"/>
                <a:gd name="T13" fmla="*/ 243 h 249"/>
                <a:gd name="T14" fmla="*/ 73 w 251"/>
                <a:gd name="T15" fmla="*/ 174 h 249"/>
                <a:gd name="T16" fmla="*/ 5 w 251"/>
                <a:gd name="T17" fmla="*/ 153 h 249"/>
                <a:gd name="T18" fmla="*/ 55 w 251"/>
                <a:gd name="T19" fmla="*/ 104 h 249"/>
                <a:gd name="T20" fmla="*/ 42 w 251"/>
                <a:gd name="T21" fmla="*/ 35 h 249"/>
                <a:gd name="T22" fmla="*/ 109 w 251"/>
                <a:gd name="T23" fmla="*/ 53 h 249"/>
                <a:gd name="T24" fmla="*/ 160 w 251"/>
                <a:gd name="T25" fmla="*/ 6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49">
                  <a:moveTo>
                    <a:pt x="160" y="6"/>
                  </a:moveTo>
                  <a:cubicBezTo>
                    <a:pt x="181" y="12"/>
                    <a:pt x="169" y="65"/>
                    <a:pt x="178" y="74"/>
                  </a:cubicBezTo>
                  <a:cubicBezTo>
                    <a:pt x="187" y="84"/>
                    <a:pt x="241" y="76"/>
                    <a:pt x="246" y="97"/>
                  </a:cubicBezTo>
                  <a:cubicBezTo>
                    <a:pt x="251" y="118"/>
                    <a:pt x="199" y="133"/>
                    <a:pt x="196" y="145"/>
                  </a:cubicBezTo>
                  <a:cubicBezTo>
                    <a:pt x="192" y="157"/>
                    <a:pt x="226" y="199"/>
                    <a:pt x="209" y="215"/>
                  </a:cubicBezTo>
                  <a:cubicBezTo>
                    <a:pt x="193" y="230"/>
                    <a:pt x="154" y="193"/>
                    <a:pt x="141" y="195"/>
                  </a:cubicBezTo>
                  <a:cubicBezTo>
                    <a:pt x="129" y="198"/>
                    <a:pt x="110" y="249"/>
                    <a:pt x="91" y="243"/>
                  </a:cubicBezTo>
                  <a:cubicBezTo>
                    <a:pt x="70" y="237"/>
                    <a:pt x="82" y="184"/>
                    <a:pt x="73" y="174"/>
                  </a:cubicBezTo>
                  <a:cubicBezTo>
                    <a:pt x="64" y="165"/>
                    <a:pt x="11" y="174"/>
                    <a:pt x="5" y="153"/>
                  </a:cubicBezTo>
                  <a:cubicBezTo>
                    <a:pt x="0" y="132"/>
                    <a:pt x="52" y="116"/>
                    <a:pt x="55" y="104"/>
                  </a:cubicBezTo>
                  <a:cubicBezTo>
                    <a:pt x="59" y="92"/>
                    <a:pt x="25" y="50"/>
                    <a:pt x="42" y="35"/>
                  </a:cubicBezTo>
                  <a:cubicBezTo>
                    <a:pt x="58" y="20"/>
                    <a:pt x="97" y="56"/>
                    <a:pt x="109" y="53"/>
                  </a:cubicBezTo>
                  <a:cubicBezTo>
                    <a:pt x="122" y="50"/>
                    <a:pt x="141" y="0"/>
                    <a:pt x="160" y="6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" name="Freeform 11"/>
            <p:cNvSpPr>
              <a:spLocks/>
            </p:cNvSpPr>
            <p:nvPr/>
          </p:nvSpPr>
          <p:spPr bwMode="auto">
            <a:xfrm>
              <a:off x="6945025" y="3267858"/>
              <a:ext cx="958850" cy="936625"/>
            </a:xfrm>
            <a:custGeom>
              <a:avLst/>
              <a:gdLst>
                <a:gd name="T0" fmla="*/ 169 w 253"/>
                <a:gd name="T1" fmla="*/ 7 h 247"/>
                <a:gd name="T2" fmla="*/ 182 w 253"/>
                <a:gd name="T3" fmla="*/ 77 h 247"/>
                <a:gd name="T4" fmla="*/ 249 w 253"/>
                <a:gd name="T5" fmla="*/ 104 h 247"/>
                <a:gd name="T6" fmla="*/ 196 w 253"/>
                <a:gd name="T7" fmla="*/ 148 h 247"/>
                <a:gd name="T8" fmla="*/ 205 w 253"/>
                <a:gd name="T9" fmla="*/ 219 h 247"/>
                <a:gd name="T10" fmla="*/ 137 w 253"/>
                <a:gd name="T11" fmla="*/ 196 h 247"/>
                <a:gd name="T12" fmla="*/ 85 w 253"/>
                <a:gd name="T13" fmla="*/ 240 h 247"/>
                <a:gd name="T14" fmla="*/ 71 w 253"/>
                <a:gd name="T15" fmla="*/ 170 h 247"/>
                <a:gd name="T16" fmla="*/ 5 w 253"/>
                <a:gd name="T17" fmla="*/ 145 h 247"/>
                <a:gd name="T18" fmla="*/ 57 w 253"/>
                <a:gd name="T19" fmla="*/ 100 h 247"/>
                <a:gd name="T20" fmla="*/ 48 w 253"/>
                <a:gd name="T21" fmla="*/ 29 h 247"/>
                <a:gd name="T22" fmla="*/ 115 w 253"/>
                <a:gd name="T23" fmla="*/ 51 h 247"/>
                <a:gd name="T24" fmla="*/ 169 w 253"/>
                <a:gd name="T25" fmla="*/ 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7">
                  <a:moveTo>
                    <a:pt x="169" y="7"/>
                  </a:moveTo>
                  <a:cubicBezTo>
                    <a:pt x="189" y="15"/>
                    <a:pt x="174" y="67"/>
                    <a:pt x="182" y="77"/>
                  </a:cubicBezTo>
                  <a:cubicBezTo>
                    <a:pt x="191" y="87"/>
                    <a:pt x="245" y="82"/>
                    <a:pt x="249" y="104"/>
                  </a:cubicBezTo>
                  <a:cubicBezTo>
                    <a:pt x="253" y="124"/>
                    <a:pt x="200" y="136"/>
                    <a:pt x="196" y="148"/>
                  </a:cubicBezTo>
                  <a:cubicBezTo>
                    <a:pt x="191" y="160"/>
                    <a:pt x="223" y="204"/>
                    <a:pt x="205" y="219"/>
                  </a:cubicBezTo>
                  <a:cubicBezTo>
                    <a:pt x="187" y="233"/>
                    <a:pt x="150" y="193"/>
                    <a:pt x="137" y="196"/>
                  </a:cubicBezTo>
                  <a:cubicBezTo>
                    <a:pt x="125" y="198"/>
                    <a:pt x="104" y="247"/>
                    <a:pt x="85" y="240"/>
                  </a:cubicBezTo>
                  <a:cubicBezTo>
                    <a:pt x="65" y="233"/>
                    <a:pt x="79" y="180"/>
                    <a:pt x="71" y="170"/>
                  </a:cubicBezTo>
                  <a:cubicBezTo>
                    <a:pt x="63" y="160"/>
                    <a:pt x="9" y="166"/>
                    <a:pt x="5" y="145"/>
                  </a:cubicBezTo>
                  <a:cubicBezTo>
                    <a:pt x="0" y="124"/>
                    <a:pt x="53" y="111"/>
                    <a:pt x="57" y="100"/>
                  </a:cubicBezTo>
                  <a:cubicBezTo>
                    <a:pt x="61" y="87"/>
                    <a:pt x="30" y="43"/>
                    <a:pt x="48" y="29"/>
                  </a:cubicBezTo>
                  <a:cubicBezTo>
                    <a:pt x="65" y="15"/>
                    <a:pt x="102" y="54"/>
                    <a:pt x="115" y="51"/>
                  </a:cubicBezTo>
                  <a:cubicBezTo>
                    <a:pt x="127" y="49"/>
                    <a:pt x="149" y="0"/>
                    <a:pt x="169" y="7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" name="Freeform 12"/>
            <p:cNvSpPr>
              <a:spLocks/>
            </p:cNvSpPr>
            <p:nvPr/>
          </p:nvSpPr>
          <p:spPr bwMode="auto">
            <a:xfrm>
              <a:off x="6945025" y="3271033"/>
              <a:ext cx="958850" cy="928688"/>
            </a:xfrm>
            <a:custGeom>
              <a:avLst/>
              <a:gdLst>
                <a:gd name="T0" fmla="*/ 176 w 253"/>
                <a:gd name="T1" fmla="*/ 8 h 245"/>
                <a:gd name="T2" fmla="*/ 185 w 253"/>
                <a:gd name="T3" fmla="*/ 79 h 245"/>
                <a:gd name="T4" fmla="*/ 251 w 253"/>
                <a:gd name="T5" fmla="*/ 110 h 245"/>
                <a:gd name="T6" fmla="*/ 195 w 253"/>
                <a:gd name="T7" fmla="*/ 151 h 245"/>
                <a:gd name="T8" fmla="*/ 200 w 253"/>
                <a:gd name="T9" fmla="*/ 223 h 245"/>
                <a:gd name="T10" fmla="*/ 133 w 253"/>
                <a:gd name="T11" fmla="*/ 196 h 245"/>
                <a:gd name="T12" fmla="*/ 78 w 253"/>
                <a:gd name="T13" fmla="*/ 238 h 245"/>
                <a:gd name="T14" fmla="*/ 67 w 253"/>
                <a:gd name="T15" fmla="*/ 166 h 245"/>
                <a:gd name="T16" fmla="*/ 3 w 253"/>
                <a:gd name="T17" fmla="*/ 138 h 245"/>
                <a:gd name="T18" fmla="*/ 58 w 253"/>
                <a:gd name="T19" fmla="*/ 95 h 245"/>
                <a:gd name="T20" fmla="*/ 54 w 253"/>
                <a:gd name="T21" fmla="*/ 22 h 245"/>
                <a:gd name="T22" fmla="*/ 119 w 253"/>
                <a:gd name="T23" fmla="*/ 49 h 245"/>
                <a:gd name="T24" fmla="*/ 176 w 253"/>
                <a:gd name="T25" fmla="*/ 8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5">
                  <a:moveTo>
                    <a:pt x="176" y="8"/>
                  </a:moveTo>
                  <a:cubicBezTo>
                    <a:pt x="196" y="17"/>
                    <a:pt x="178" y="68"/>
                    <a:pt x="185" y="79"/>
                  </a:cubicBezTo>
                  <a:cubicBezTo>
                    <a:pt x="193" y="90"/>
                    <a:pt x="248" y="88"/>
                    <a:pt x="251" y="110"/>
                  </a:cubicBezTo>
                  <a:cubicBezTo>
                    <a:pt x="253" y="130"/>
                    <a:pt x="199" y="139"/>
                    <a:pt x="195" y="151"/>
                  </a:cubicBezTo>
                  <a:cubicBezTo>
                    <a:pt x="190" y="163"/>
                    <a:pt x="219" y="210"/>
                    <a:pt x="200" y="223"/>
                  </a:cubicBezTo>
                  <a:cubicBezTo>
                    <a:pt x="181" y="237"/>
                    <a:pt x="146" y="194"/>
                    <a:pt x="133" y="196"/>
                  </a:cubicBezTo>
                  <a:cubicBezTo>
                    <a:pt x="121" y="197"/>
                    <a:pt x="97" y="245"/>
                    <a:pt x="78" y="238"/>
                  </a:cubicBezTo>
                  <a:cubicBezTo>
                    <a:pt x="58" y="229"/>
                    <a:pt x="75" y="177"/>
                    <a:pt x="67" y="166"/>
                  </a:cubicBezTo>
                  <a:cubicBezTo>
                    <a:pt x="60" y="155"/>
                    <a:pt x="6" y="159"/>
                    <a:pt x="3" y="138"/>
                  </a:cubicBezTo>
                  <a:cubicBezTo>
                    <a:pt x="0" y="117"/>
                    <a:pt x="53" y="106"/>
                    <a:pt x="58" y="95"/>
                  </a:cubicBezTo>
                  <a:cubicBezTo>
                    <a:pt x="63" y="82"/>
                    <a:pt x="34" y="36"/>
                    <a:pt x="54" y="22"/>
                  </a:cubicBezTo>
                  <a:cubicBezTo>
                    <a:pt x="72" y="9"/>
                    <a:pt x="106" y="51"/>
                    <a:pt x="119" y="49"/>
                  </a:cubicBezTo>
                  <a:cubicBezTo>
                    <a:pt x="131" y="48"/>
                    <a:pt x="156" y="0"/>
                    <a:pt x="176" y="8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" name="Freeform 13"/>
            <p:cNvSpPr>
              <a:spLocks/>
            </p:cNvSpPr>
            <p:nvPr/>
          </p:nvSpPr>
          <p:spPr bwMode="auto">
            <a:xfrm>
              <a:off x="6940262" y="3271033"/>
              <a:ext cx="966788" cy="928688"/>
            </a:xfrm>
            <a:custGeom>
              <a:avLst/>
              <a:gdLst>
                <a:gd name="T0" fmla="*/ 184 w 255"/>
                <a:gd name="T1" fmla="*/ 10 h 245"/>
                <a:gd name="T2" fmla="*/ 190 w 255"/>
                <a:gd name="T3" fmla="*/ 82 h 245"/>
                <a:gd name="T4" fmla="*/ 254 w 255"/>
                <a:gd name="T5" fmla="*/ 117 h 245"/>
                <a:gd name="T6" fmla="*/ 195 w 255"/>
                <a:gd name="T7" fmla="*/ 155 h 245"/>
                <a:gd name="T8" fmla="*/ 195 w 255"/>
                <a:gd name="T9" fmla="*/ 229 h 245"/>
                <a:gd name="T10" fmla="*/ 130 w 255"/>
                <a:gd name="T11" fmla="*/ 197 h 245"/>
                <a:gd name="T12" fmla="*/ 72 w 255"/>
                <a:gd name="T13" fmla="*/ 236 h 245"/>
                <a:gd name="T14" fmla="*/ 65 w 255"/>
                <a:gd name="T15" fmla="*/ 162 h 245"/>
                <a:gd name="T16" fmla="*/ 2 w 255"/>
                <a:gd name="T17" fmla="*/ 131 h 245"/>
                <a:gd name="T18" fmla="*/ 60 w 255"/>
                <a:gd name="T19" fmla="*/ 91 h 245"/>
                <a:gd name="T20" fmla="*/ 60 w 255"/>
                <a:gd name="T21" fmla="*/ 17 h 245"/>
                <a:gd name="T22" fmla="*/ 124 w 255"/>
                <a:gd name="T23" fmla="*/ 48 h 245"/>
                <a:gd name="T24" fmla="*/ 184 w 255"/>
                <a:gd name="T25" fmla="*/ 1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5" h="245">
                  <a:moveTo>
                    <a:pt x="184" y="10"/>
                  </a:moveTo>
                  <a:cubicBezTo>
                    <a:pt x="204" y="20"/>
                    <a:pt x="182" y="71"/>
                    <a:pt x="190" y="82"/>
                  </a:cubicBezTo>
                  <a:cubicBezTo>
                    <a:pt x="197" y="94"/>
                    <a:pt x="252" y="95"/>
                    <a:pt x="254" y="117"/>
                  </a:cubicBezTo>
                  <a:cubicBezTo>
                    <a:pt x="255" y="137"/>
                    <a:pt x="200" y="144"/>
                    <a:pt x="195" y="155"/>
                  </a:cubicBezTo>
                  <a:cubicBezTo>
                    <a:pt x="189" y="167"/>
                    <a:pt x="216" y="216"/>
                    <a:pt x="195" y="229"/>
                  </a:cubicBezTo>
                  <a:cubicBezTo>
                    <a:pt x="176" y="241"/>
                    <a:pt x="143" y="196"/>
                    <a:pt x="130" y="197"/>
                  </a:cubicBezTo>
                  <a:cubicBezTo>
                    <a:pt x="118" y="197"/>
                    <a:pt x="91" y="245"/>
                    <a:pt x="72" y="236"/>
                  </a:cubicBezTo>
                  <a:cubicBezTo>
                    <a:pt x="52" y="226"/>
                    <a:pt x="73" y="174"/>
                    <a:pt x="65" y="162"/>
                  </a:cubicBezTo>
                  <a:cubicBezTo>
                    <a:pt x="58" y="152"/>
                    <a:pt x="3" y="152"/>
                    <a:pt x="2" y="131"/>
                  </a:cubicBezTo>
                  <a:cubicBezTo>
                    <a:pt x="0" y="110"/>
                    <a:pt x="55" y="103"/>
                    <a:pt x="60" y="91"/>
                  </a:cubicBezTo>
                  <a:cubicBezTo>
                    <a:pt x="66" y="79"/>
                    <a:pt x="39" y="30"/>
                    <a:pt x="60" y="17"/>
                  </a:cubicBezTo>
                  <a:cubicBezTo>
                    <a:pt x="79" y="5"/>
                    <a:pt x="111" y="49"/>
                    <a:pt x="124" y="48"/>
                  </a:cubicBezTo>
                  <a:cubicBezTo>
                    <a:pt x="137" y="48"/>
                    <a:pt x="165" y="0"/>
                    <a:pt x="184" y="10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" name="Freeform 14"/>
            <p:cNvSpPr>
              <a:spLocks/>
            </p:cNvSpPr>
            <p:nvPr/>
          </p:nvSpPr>
          <p:spPr bwMode="auto">
            <a:xfrm>
              <a:off x="6940262" y="3271033"/>
              <a:ext cx="971550" cy="933450"/>
            </a:xfrm>
            <a:custGeom>
              <a:avLst/>
              <a:gdLst>
                <a:gd name="T0" fmla="*/ 0 w 256"/>
                <a:gd name="T1" fmla="*/ 124 h 246"/>
                <a:gd name="T2" fmla="*/ 61 w 256"/>
                <a:gd name="T3" fmla="*/ 88 h 246"/>
                <a:gd name="T4" fmla="*/ 65 w 256"/>
                <a:gd name="T5" fmla="*/ 11 h 246"/>
                <a:gd name="T6" fmla="*/ 128 w 256"/>
                <a:gd name="T7" fmla="*/ 47 h 246"/>
                <a:gd name="T8" fmla="*/ 191 w 256"/>
                <a:gd name="T9" fmla="*/ 12 h 246"/>
                <a:gd name="T10" fmla="*/ 193 w 256"/>
                <a:gd name="T11" fmla="*/ 86 h 246"/>
                <a:gd name="T12" fmla="*/ 255 w 256"/>
                <a:gd name="T13" fmla="*/ 124 h 246"/>
                <a:gd name="T14" fmla="*/ 194 w 256"/>
                <a:gd name="T15" fmla="*/ 159 h 246"/>
                <a:gd name="T16" fmla="*/ 190 w 256"/>
                <a:gd name="T17" fmla="*/ 234 h 246"/>
                <a:gd name="T18" fmla="*/ 125 w 256"/>
                <a:gd name="T19" fmla="*/ 198 h 246"/>
                <a:gd name="T20" fmla="*/ 65 w 256"/>
                <a:gd name="T21" fmla="*/ 234 h 246"/>
                <a:gd name="T22" fmla="*/ 62 w 256"/>
                <a:gd name="T23" fmla="*/ 159 h 246"/>
                <a:gd name="T24" fmla="*/ 0 w 256"/>
                <a:gd name="T25" fmla="*/ 124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6" h="246">
                  <a:moveTo>
                    <a:pt x="0" y="124"/>
                  </a:moveTo>
                  <a:cubicBezTo>
                    <a:pt x="0" y="103"/>
                    <a:pt x="55" y="99"/>
                    <a:pt x="61" y="88"/>
                  </a:cubicBezTo>
                  <a:cubicBezTo>
                    <a:pt x="67" y="75"/>
                    <a:pt x="43" y="24"/>
                    <a:pt x="65" y="11"/>
                  </a:cubicBezTo>
                  <a:cubicBezTo>
                    <a:pt x="85" y="0"/>
                    <a:pt x="115" y="47"/>
                    <a:pt x="128" y="47"/>
                  </a:cubicBezTo>
                  <a:cubicBezTo>
                    <a:pt x="141" y="47"/>
                    <a:pt x="172" y="1"/>
                    <a:pt x="191" y="12"/>
                  </a:cubicBezTo>
                  <a:cubicBezTo>
                    <a:pt x="211" y="23"/>
                    <a:pt x="186" y="73"/>
                    <a:pt x="193" y="86"/>
                  </a:cubicBezTo>
                  <a:cubicBezTo>
                    <a:pt x="200" y="98"/>
                    <a:pt x="256" y="102"/>
                    <a:pt x="255" y="124"/>
                  </a:cubicBezTo>
                  <a:cubicBezTo>
                    <a:pt x="255" y="145"/>
                    <a:pt x="200" y="148"/>
                    <a:pt x="194" y="159"/>
                  </a:cubicBezTo>
                  <a:cubicBezTo>
                    <a:pt x="187" y="171"/>
                    <a:pt x="212" y="222"/>
                    <a:pt x="190" y="234"/>
                  </a:cubicBezTo>
                  <a:cubicBezTo>
                    <a:pt x="169" y="246"/>
                    <a:pt x="139" y="198"/>
                    <a:pt x="125" y="198"/>
                  </a:cubicBezTo>
                  <a:cubicBezTo>
                    <a:pt x="113" y="197"/>
                    <a:pt x="83" y="244"/>
                    <a:pt x="65" y="234"/>
                  </a:cubicBezTo>
                  <a:cubicBezTo>
                    <a:pt x="46" y="223"/>
                    <a:pt x="69" y="172"/>
                    <a:pt x="62" y="159"/>
                  </a:cubicBezTo>
                  <a:cubicBezTo>
                    <a:pt x="55" y="148"/>
                    <a:pt x="0" y="145"/>
                    <a:pt x="0" y="124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7872045" y="365769"/>
            <a:ext cx="4342716" cy="4321430"/>
            <a:chOff x="6940262" y="3251983"/>
            <a:chExt cx="971550" cy="966788"/>
          </a:xfrm>
        </p:grpSpPr>
        <p:sp>
          <p:nvSpPr>
            <p:cNvPr id="26" name="Freeform 5"/>
            <p:cNvSpPr>
              <a:spLocks/>
            </p:cNvSpPr>
            <p:nvPr/>
          </p:nvSpPr>
          <p:spPr bwMode="auto">
            <a:xfrm>
              <a:off x="6959312" y="3251983"/>
              <a:ext cx="928688" cy="966788"/>
            </a:xfrm>
            <a:custGeom>
              <a:avLst/>
              <a:gdLst>
                <a:gd name="T0" fmla="*/ 121 w 245"/>
                <a:gd name="T1" fmla="*/ 0 h 255"/>
                <a:gd name="T2" fmla="*/ 158 w 245"/>
                <a:gd name="T3" fmla="*/ 61 h 255"/>
                <a:gd name="T4" fmla="*/ 234 w 245"/>
                <a:gd name="T5" fmla="*/ 65 h 255"/>
                <a:gd name="T6" fmla="*/ 198 w 245"/>
                <a:gd name="T7" fmla="*/ 128 h 255"/>
                <a:gd name="T8" fmla="*/ 233 w 245"/>
                <a:gd name="T9" fmla="*/ 191 h 255"/>
                <a:gd name="T10" fmla="*/ 160 w 245"/>
                <a:gd name="T11" fmla="*/ 193 h 255"/>
                <a:gd name="T12" fmla="*/ 122 w 245"/>
                <a:gd name="T13" fmla="*/ 255 h 255"/>
                <a:gd name="T14" fmla="*/ 87 w 245"/>
                <a:gd name="T15" fmla="*/ 193 h 255"/>
                <a:gd name="T16" fmla="*/ 11 w 245"/>
                <a:gd name="T17" fmla="*/ 190 h 255"/>
                <a:gd name="T18" fmla="*/ 47 w 245"/>
                <a:gd name="T19" fmla="*/ 125 h 255"/>
                <a:gd name="T20" fmla="*/ 11 w 245"/>
                <a:gd name="T21" fmla="*/ 65 h 255"/>
                <a:gd name="T22" fmla="*/ 86 w 245"/>
                <a:gd name="T23" fmla="*/ 62 h 255"/>
                <a:gd name="T24" fmla="*/ 121 w 245"/>
                <a:gd name="T25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5" h="255">
                  <a:moveTo>
                    <a:pt x="121" y="0"/>
                  </a:moveTo>
                  <a:cubicBezTo>
                    <a:pt x="142" y="0"/>
                    <a:pt x="147" y="55"/>
                    <a:pt x="158" y="61"/>
                  </a:cubicBezTo>
                  <a:cubicBezTo>
                    <a:pt x="170" y="67"/>
                    <a:pt x="222" y="43"/>
                    <a:pt x="234" y="65"/>
                  </a:cubicBezTo>
                  <a:cubicBezTo>
                    <a:pt x="245" y="85"/>
                    <a:pt x="198" y="115"/>
                    <a:pt x="198" y="128"/>
                  </a:cubicBezTo>
                  <a:cubicBezTo>
                    <a:pt x="198" y="141"/>
                    <a:pt x="244" y="172"/>
                    <a:pt x="233" y="191"/>
                  </a:cubicBezTo>
                  <a:cubicBezTo>
                    <a:pt x="222" y="211"/>
                    <a:pt x="172" y="186"/>
                    <a:pt x="160" y="193"/>
                  </a:cubicBezTo>
                  <a:cubicBezTo>
                    <a:pt x="148" y="200"/>
                    <a:pt x="143" y="255"/>
                    <a:pt x="122" y="255"/>
                  </a:cubicBezTo>
                  <a:cubicBezTo>
                    <a:pt x="101" y="255"/>
                    <a:pt x="98" y="199"/>
                    <a:pt x="87" y="193"/>
                  </a:cubicBezTo>
                  <a:cubicBezTo>
                    <a:pt x="75" y="187"/>
                    <a:pt x="24" y="212"/>
                    <a:pt x="11" y="190"/>
                  </a:cubicBezTo>
                  <a:cubicBezTo>
                    <a:pt x="0" y="169"/>
                    <a:pt x="47" y="138"/>
                    <a:pt x="47" y="125"/>
                  </a:cubicBezTo>
                  <a:cubicBezTo>
                    <a:pt x="48" y="113"/>
                    <a:pt x="1" y="83"/>
                    <a:pt x="11" y="65"/>
                  </a:cubicBezTo>
                  <a:cubicBezTo>
                    <a:pt x="23" y="45"/>
                    <a:pt x="73" y="69"/>
                    <a:pt x="86" y="62"/>
                  </a:cubicBezTo>
                  <a:cubicBezTo>
                    <a:pt x="97" y="55"/>
                    <a:pt x="100" y="0"/>
                    <a:pt x="121" y="0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7" name="Freeform 6"/>
            <p:cNvSpPr>
              <a:spLocks/>
            </p:cNvSpPr>
            <p:nvPr/>
          </p:nvSpPr>
          <p:spPr bwMode="auto">
            <a:xfrm>
              <a:off x="6956137" y="3256746"/>
              <a:ext cx="936625" cy="962025"/>
            </a:xfrm>
            <a:custGeom>
              <a:avLst/>
              <a:gdLst>
                <a:gd name="T0" fmla="*/ 129 w 247"/>
                <a:gd name="T1" fmla="*/ 1 h 254"/>
                <a:gd name="T2" fmla="*/ 162 w 247"/>
                <a:gd name="T3" fmla="*/ 63 h 254"/>
                <a:gd name="T4" fmla="*/ 237 w 247"/>
                <a:gd name="T5" fmla="*/ 71 h 254"/>
                <a:gd name="T6" fmla="*/ 198 w 247"/>
                <a:gd name="T7" fmla="*/ 131 h 254"/>
                <a:gd name="T8" fmla="*/ 229 w 247"/>
                <a:gd name="T9" fmla="*/ 196 h 254"/>
                <a:gd name="T10" fmla="*/ 156 w 247"/>
                <a:gd name="T11" fmla="*/ 193 h 254"/>
                <a:gd name="T12" fmla="*/ 116 w 247"/>
                <a:gd name="T13" fmla="*/ 252 h 254"/>
                <a:gd name="T14" fmla="*/ 84 w 247"/>
                <a:gd name="T15" fmla="*/ 189 h 254"/>
                <a:gd name="T16" fmla="*/ 11 w 247"/>
                <a:gd name="T17" fmla="*/ 182 h 254"/>
                <a:gd name="T18" fmla="*/ 49 w 247"/>
                <a:gd name="T19" fmla="*/ 121 h 254"/>
                <a:gd name="T20" fmla="*/ 18 w 247"/>
                <a:gd name="T21" fmla="*/ 59 h 254"/>
                <a:gd name="T22" fmla="*/ 91 w 247"/>
                <a:gd name="T23" fmla="*/ 60 h 254"/>
                <a:gd name="T24" fmla="*/ 129 w 247"/>
                <a:gd name="T25" fmla="*/ 1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4">
                  <a:moveTo>
                    <a:pt x="129" y="1"/>
                  </a:moveTo>
                  <a:cubicBezTo>
                    <a:pt x="150" y="2"/>
                    <a:pt x="151" y="57"/>
                    <a:pt x="162" y="63"/>
                  </a:cubicBezTo>
                  <a:cubicBezTo>
                    <a:pt x="174" y="70"/>
                    <a:pt x="226" y="49"/>
                    <a:pt x="237" y="71"/>
                  </a:cubicBezTo>
                  <a:cubicBezTo>
                    <a:pt x="247" y="91"/>
                    <a:pt x="199" y="118"/>
                    <a:pt x="198" y="131"/>
                  </a:cubicBezTo>
                  <a:cubicBezTo>
                    <a:pt x="197" y="144"/>
                    <a:pt x="241" y="177"/>
                    <a:pt x="229" y="196"/>
                  </a:cubicBezTo>
                  <a:cubicBezTo>
                    <a:pt x="217" y="214"/>
                    <a:pt x="169" y="187"/>
                    <a:pt x="156" y="193"/>
                  </a:cubicBezTo>
                  <a:cubicBezTo>
                    <a:pt x="144" y="199"/>
                    <a:pt x="137" y="254"/>
                    <a:pt x="116" y="252"/>
                  </a:cubicBezTo>
                  <a:cubicBezTo>
                    <a:pt x="95" y="251"/>
                    <a:pt x="95" y="196"/>
                    <a:pt x="84" y="189"/>
                  </a:cubicBezTo>
                  <a:cubicBezTo>
                    <a:pt x="73" y="182"/>
                    <a:pt x="21" y="204"/>
                    <a:pt x="11" y="182"/>
                  </a:cubicBezTo>
                  <a:cubicBezTo>
                    <a:pt x="0" y="161"/>
                    <a:pt x="48" y="134"/>
                    <a:pt x="49" y="121"/>
                  </a:cubicBezTo>
                  <a:cubicBezTo>
                    <a:pt x="50" y="108"/>
                    <a:pt x="7" y="76"/>
                    <a:pt x="18" y="59"/>
                  </a:cubicBezTo>
                  <a:cubicBezTo>
                    <a:pt x="30" y="40"/>
                    <a:pt x="78" y="66"/>
                    <a:pt x="91" y="60"/>
                  </a:cubicBezTo>
                  <a:cubicBezTo>
                    <a:pt x="103" y="54"/>
                    <a:pt x="109" y="0"/>
                    <a:pt x="129" y="1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8" name="Freeform 7"/>
            <p:cNvSpPr>
              <a:spLocks/>
            </p:cNvSpPr>
            <p:nvPr/>
          </p:nvSpPr>
          <p:spPr bwMode="auto">
            <a:xfrm>
              <a:off x="6956137" y="3259921"/>
              <a:ext cx="936625" cy="955675"/>
            </a:xfrm>
            <a:custGeom>
              <a:avLst/>
              <a:gdLst>
                <a:gd name="T0" fmla="*/ 137 w 247"/>
                <a:gd name="T1" fmla="*/ 2 h 252"/>
                <a:gd name="T2" fmla="*/ 165 w 247"/>
                <a:gd name="T3" fmla="*/ 65 h 252"/>
                <a:gd name="T4" fmla="*/ 239 w 247"/>
                <a:gd name="T5" fmla="*/ 77 h 252"/>
                <a:gd name="T6" fmla="*/ 197 w 247"/>
                <a:gd name="T7" fmla="*/ 134 h 252"/>
                <a:gd name="T8" fmla="*/ 224 w 247"/>
                <a:gd name="T9" fmla="*/ 200 h 252"/>
                <a:gd name="T10" fmla="*/ 152 w 247"/>
                <a:gd name="T11" fmla="*/ 193 h 252"/>
                <a:gd name="T12" fmla="*/ 109 w 247"/>
                <a:gd name="T13" fmla="*/ 250 h 252"/>
                <a:gd name="T14" fmla="*/ 81 w 247"/>
                <a:gd name="T15" fmla="*/ 185 h 252"/>
                <a:gd name="T16" fmla="*/ 9 w 247"/>
                <a:gd name="T17" fmla="*/ 174 h 252"/>
                <a:gd name="T18" fmla="*/ 50 w 247"/>
                <a:gd name="T19" fmla="*/ 116 h 252"/>
                <a:gd name="T20" fmla="*/ 23 w 247"/>
                <a:gd name="T21" fmla="*/ 52 h 252"/>
                <a:gd name="T22" fmla="*/ 95 w 247"/>
                <a:gd name="T23" fmla="*/ 58 h 252"/>
                <a:gd name="T24" fmla="*/ 137 w 247"/>
                <a:gd name="T25" fmla="*/ 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2">
                  <a:moveTo>
                    <a:pt x="137" y="2"/>
                  </a:moveTo>
                  <a:cubicBezTo>
                    <a:pt x="157" y="4"/>
                    <a:pt x="155" y="58"/>
                    <a:pt x="165" y="65"/>
                  </a:cubicBezTo>
                  <a:cubicBezTo>
                    <a:pt x="177" y="73"/>
                    <a:pt x="229" y="55"/>
                    <a:pt x="239" y="77"/>
                  </a:cubicBezTo>
                  <a:cubicBezTo>
                    <a:pt x="247" y="98"/>
                    <a:pt x="198" y="121"/>
                    <a:pt x="197" y="134"/>
                  </a:cubicBezTo>
                  <a:cubicBezTo>
                    <a:pt x="196" y="147"/>
                    <a:pt x="237" y="182"/>
                    <a:pt x="224" y="200"/>
                  </a:cubicBezTo>
                  <a:cubicBezTo>
                    <a:pt x="210" y="217"/>
                    <a:pt x="164" y="188"/>
                    <a:pt x="152" y="193"/>
                  </a:cubicBezTo>
                  <a:cubicBezTo>
                    <a:pt x="140" y="198"/>
                    <a:pt x="130" y="252"/>
                    <a:pt x="109" y="250"/>
                  </a:cubicBezTo>
                  <a:cubicBezTo>
                    <a:pt x="88" y="247"/>
                    <a:pt x="91" y="192"/>
                    <a:pt x="81" y="185"/>
                  </a:cubicBezTo>
                  <a:cubicBezTo>
                    <a:pt x="70" y="177"/>
                    <a:pt x="18" y="196"/>
                    <a:pt x="9" y="174"/>
                  </a:cubicBezTo>
                  <a:cubicBezTo>
                    <a:pt x="0" y="153"/>
                    <a:pt x="49" y="129"/>
                    <a:pt x="50" y="116"/>
                  </a:cubicBezTo>
                  <a:cubicBezTo>
                    <a:pt x="52" y="104"/>
                    <a:pt x="11" y="69"/>
                    <a:pt x="23" y="52"/>
                  </a:cubicBezTo>
                  <a:cubicBezTo>
                    <a:pt x="37" y="35"/>
                    <a:pt x="83" y="63"/>
                    <a:pt x="95" y="58"/>
                  </a:cubicBezTo>
                  <a:cubicBezTo>
                    <a:pt x="107" y="53"/>
                    <a:pt x="116" y="0"/>
                    <a:pt x="137" y="2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9" name="Freeform 8"/>
            <p:cNvSpPr>
              <a:spLocks/>
            </p:cNvSpPr>
            <p:nvPr/>
          </p:nvSpPr>
          <p:spPr bwMode="auto">
            <a:xfrm>
              <a:off x="6951375" y="3259921"/>
              <a:ext cx="944563" cy="950913"/>
            </a:xfrm>
            <a:custGeom>
              <a:avLst/>
              <a:gdLst>
                <a:gd name="T0" fmla="*/ 145 w 249"/>
                <a:gd name="T1" fmla="*/ 4 h 251"/>
                <a:gd name="T2" fmla="*/ 170 w 249"/>
                <a:gd name="T3" fmla="*/ 69 h 251"/>
                <a:gd name="T4" fmla="*/ 242 w 249"/>
                <a:gd name="T5" fmla="*/ 84 h 251"/>
                <a:gd name="T6" fmla="*/ 197 w 249"/>
                <a:gd name="T7" fmla="*/ 138 h 251"/>
                <a:gd name="T8" fmla="*/ 219 w 249"/>
                <a:gd name="T9" fmla="*/ 205 h 251"/>
                <a:gd name="T10" fmla="*/ 148 w 249"/>
                <a:gd name="T11" fmla="*/ 194 h 251"/>
                <a:gd name="T12" fmla="*/ 103 w 249"/>
                <a:gd name="T13" fmla="*/ 248 h 251"/>
                <a:gd name="T14" fmla="*/ 79 w 249"/>
                <a:gd name="T15" fmla="*/ 182 h 251"/>
                <a:gd name="T16" fmla="*/ 8 w 249"/>
                <a:gd name="T17" fmla="*/ 168 h 251"/>
                <a:gd name="T18" fmla="*/ 52 w 249"/>
                <a:gd name="T19" fmla="*/ 112 h 251"/>
                <a:gd name="T20" fmla="*/ 30 w 249"/>
                <a:gd name="T21" fmla="*/ 47 h 251"/>
                <a:gd name="T22" fmla="*/ 100 w 249"/>
                <a:gd name="T23" fmla="*/ 56 h 251"/>
                <a:gd name="T24" fmla="*/ 145 w 249"/>
                <a:gd name="T25" fmla="*/ 4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9" h="251">
                  <a:moveTo>
                    <a:pt x="145" y="4"/>
                  </a:moveTo>
                  <a:cubicBezTo>
                    <a:pt x="165" y="7"/>
                    <a:pt x="160" y="61"/>
                    <a:pt x="170" y="69"/>
                  </a:cubicBezTo>
                  <a:cubicBezTo>
                    <a:pt x="180" y="77"/>
                    <a:pt x="233" y="62"/>
                    <a:pt x="242" y="84"/>
                  </a:cubicBezTo>
                  <a:cubicBezTo>
                    <a:pt x="249" y="105"/>
                    <a:pt x="199" y="126"/>
                    <a:pt x="197" y="138"/>
                  </a:cubicBezTo>
                  <a:cubicBezTo>
                    <a:pt x="195" y="150"/>
                    <a:pt x="234" y="188"/>
                    <a:pt x="219" y="205"/>
                  </a:cubicBezTo>
                  <a:cubicBezTo>
                    <a:pt x="205" y="222"/>
                    <a:pt x="161" y="190"/>
                    <a:pt x="148" y="194"/>
                  </a:cubicBezTo>
                  <a:cubicBezTo>
                    <a:pt x="137" y="199"/>
                    <a:pt x="124" y="251"/>
                    <a:pt x="103" y="248"/>
                  </a:cubicBezTo>
                  <a:cubicBezTo>
                    <a:pt x="83" y="244"/>
                    <a:pt x="88" y="190"/>
                    <a:pt x="79" y="182"/>
                  </a:cubicBezTo>
                  <a:cubicBezTo>
                    <a:pt x="69" y="173"/>
                    <a:pt x="16" y="189"/>
                    <a:pt x="8" y="168"/>
                  </a:cubicBezTo>
                  <a:cubicBezTo>
                    <a:pt x="0" y="147"/>
                    <a:pt x="50" y="125"/>
                    <a:pt x="52" y="112"/>
                  </a:cubicBezTo>
                  <a:cubicBezTo>
                    <a:pt x="55" y="100"/>
                    <a:pt x="16" y="63"/>
                    <a:pt x="30" y="47"/>
                  </a:cubicBezTo>
                  <a:cubicBezTo>
                    <a:pt x="44" y="30"/>
                    <a:pt x="88" y="61"/>
                    <a:pt x="100" y="56"/>
                  </a:cubicBezTo>
                  <a:cubicBezTo>
                    <a:pt x="112" y="52"/>
                    <a:pt x="125" y="0"/>
                    <a:pt x="145" y="4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0" name="Freeform 9"/>
            <p:cNvSpPr>
              <a:spLocks/>
            </p:cNvSpPr>
            <p:nvPr/>
          </p:nvSpPr>
          <p:spPr bwMode="auto">
            <a:xfrm>
              <a:off x="6948200" y="3263096"/>
              <a:ext cx="950913" cy="947738"/>
            </a:xfrm>
            <a:custGeom>
              <a:avLst/>
              <a:gdLst>
                <a:gd name="T0" fmla="*/ 153 w 251"/>
                <a:gd name="T1" fmla="*/ 5 h 250"/>
                <a:gd name="T2" fmla="*/ 174 w 251"/>
                <a:gd name="T3" fmla="*/ 71 h 250"/>
                <a:gd name="T4" fmla="*/ 244 w 251"/>
                <a:gd name="T5" fmla="*/ 90 h 250"/>
                <a:gd name="T6" fmla="*/ 197 w 251"/>
                <a:gd name="T7" fmla="*/ 141 h 250"/>
                <a:gd name="T8" fmla="*/ 215 w 251"/>
                <a:gd name="T9" fmla="*/ 209 h 250"/>
                <a:gd name="T10" fmla="*/ 145 w 251"/>
                <a:gd name="T11" fmla="*/ 194 h 250"/>
                <a:gd name="T12" fmla="*/ 97 w 251"/>
                <a:gd name="T13" fmla="*/ 245 h 250"/>
                <a:gd name="T14" fmla="*/ 76 w 251"/>
                <a:gd name="T15" fmla="*/ 177 h 250"/>
                <a:gd name="T16" fmla="*/ 7 w 251"/>
                <a:gd name="T17" fmla="*/ 160 h 250"/>
                <a:gd name="T18" fmla="*/ 54 w 251"/>
                <a:gd name="T19" fmla="*/ 108 h 250"/>
                <a:gd name="T20" fmla="*/ 36 w 251"/>
                <a:gd name="T21" fmla="*/ 40 h 250"/>
                <a:gd name="T22" fmla="*/ 105 w 251"/>
                <a:gd name="T23" fmla="*/ 54 h 250"/>
                <a:gd name="T24" fmla="*/ 153 w 251"/>
                <a:gd name="T25" fmla="*/ 5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50">
                  <a:moveTo>
                    <a:pt x="153" y="5"/>
                  </a:moveTo>
                  <a:cubicBezTo>
                    <a:pt x="173" y="9"/>
                    <a:pt x="165" y="62"/>
                    <a:pt x="174" y="71"/>
                  </a:cubicBezTo>
                  <a:cubicBezTo>
                    <a:pt x="184" y="80"/>
                    <a:pt x="238" y="68"/>
                    <a:pt x="244" y="90"/>
                  </a:cubicBezTo>
                  <a:cubicBezTo>
                    <a:pt x="251" y="111"/>
                    <a:pt x="200" y="129"/>
                    <a:pt x="197" y="141"/>
                  </a:cubicBezTo>
                  <a:cubicBezTo>
                    <a:pt x="194" y="153"/>
                    <a:pt x="231" y="193"/>
                    <a:pt x="215" y="209"/>
                  </a:cubicBezTo>
                  <a:cubicBezTo>
                    <a:pt x="199" y="225"/>
                    <a:pt x="158" y="191"/>
                    <a:pt x="145" y="194"/>
                  </a:cubicBezTo>
                  <a:cubicBezTo>
                    <a:pt x="133" y="198"/>
                    <a:pt x="117" y="250"/>
                    <a:pt x="97" y="245"/>
                  </a:cubicBezTo>
                  <a:cubicBezTo>
                    <a:pt x="77" y="240"/>
                    <a:pt x="86" y="186"/>
                    <a:pt x="76" y="177"/>
                  </a:cubicBezTo>
                  <a:cubicBezTo>
                    <a:pt x="67" y="169"/>
                    <a:pt x="14" y="181"/>
                    <a:pt x="7" y="160"/>
                  </a:cubicBezTo>
                  <a:cubicBezTo>
                    <a:pt x="0" y="139"/>
                    <a:pt x="51" y="120"/>
                    <a:pt x="54" y="108"/>
                  </a:cubicBezTo>
                  <a:cubicBezTo>
                    <a:pt x="57" y="95"/>
                    <a:pt x="21" y="56"/>
                    <a:pt x="36" y="40"/>
                  </a:cubicBezTo>
                  <a:cubicBezTo>
                    <a:pt x="51" y="25"/>
                    <a:pt x="93" y="58"/>
                    <a:pt x="105" y="54"/>
                  </a:cubicBezTo>
                  <a:cubicBezTo>
                    <a:pt x="117" y="51"/>
                    <a:pt x="133" y="0"/>
                    <a:pt x="153" y="5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Freeform 10"/>
            <p:cNvSpPr>
              <a:spLocks/>
            </p:cNvSpPr>
            <p:nvPr/>
          </p:nvSpPr>
          <p:spPr bwMode="auto">
            <a:xfrm>
              <a:off x="6948200" y="3263096"/>
              <a:ext cx="950913" cy="944563"/>
            </a:xfrm>
            <a:custGeom>
              <a:avLst/>
              <a:gdLst>
                <a:gd name="T0" fmla="*/ 160 w 251"/>
                <a:gd name="T1" fmla="*/ 6 h 249"/>
                <a:gd name="T2" fmla="*/ 178 w 251"/>
                <a:gd name="T3" fmla="*/ 74 h 249"/>
                <a:gd name="T4" fmla="*/ 246 w 251"/>
                <a:gd name="T5" fmla="*/ 97 h 249"/>
                <a:gd name="T6" fmla="*/ 196 w 251"/>
                <a:gd name="T7" fmla="*/ 145 h 249"/>
                <a:gd name="T8" fmla="*/ 209 w 251"/>
                <a:gd name="T9" fmla="*/ 215 h 249"/>
                <a:gd name="T10" fmla="*/ 141 w 251"/>
                <a:gd name="T11" fmla="*/ 195 h 249"/>
                <a:gd name="T12" fmla="*/ 91 w 251"/>
                <a:gd name="T13" fmla="*/ 243 h 249"/>
                <a:gd name="T14" fmla="*/ 73 w 251"/>
                <a:gd name="T15" fmla="*/ 174 h 249"/>
                <a:gd name="T16" fmla="*/ 5 w 251"/>
                <a:gd name="T17" fmla="*/ 153 h 249"/>
                <a:gd name="T18" fmla="*/ 55 w 251"/>
                <a:gd name="T19" fmla="*/ 104 h 249"/>
                <a:gd name="T20" fmla="*/ 42 w 251"/>
                <a:gd name="T21" fmla="*/ 35 h 249"/>
                <a:gd name="T22" fmla="*/ 109 w 251"/>
                <a:gd name="T23" fmla="*/ 53 h 249"/>
                <a:gd name="T24" fmla="*/ 160 w 251"/>
                <a:gd name="T25" fmla="*/ 6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49">
                  <a:moveTo>
                    <a:pt x="160" y="6"/>
                  </a:moveTo>
                  <a:cubicBezTo>
                    <a:pt x="181" y="12"/>
                    <a:pt x="169" y="65"/>
                    <a:pt x="178" y="74"/>
                  </a:cubicBezTo>
                  <a:cubicBezTo>
                    <a:pt x="187" y="84"/>
                    <a:pt x="241" y="76"/>
                    <a:pt x="246" y="97"/>
                  </a:cubicBezTo>
                  <a:cubicBezTo>
                    <a:pt x="251" y="118"/>
                    <a:pt x="199" y="133"/>
                    <a:pt x="196" y="145"/>
                  </a:cubicBezTo>
                  <a:cubicBezTo>
                    <a:pt x="192" y="157"/>
                    <a:pt x="226" y="199"/>
                    <a:pt x="209" y="215"/>
                  </a:cubicBezTo>
                  <a:cubicBezTo>
                    <a:pt x="193" y="230"/>
                    <a:pt x="154" y="193"/>
                    <a:pt x="141" y="195"/>
                  </a:cubicBezTo>
                  <a:cubicBezTo>
                    <a:pt x="129" y="198"/>
                    <a:pt x="110" y="249"/>
                    <a:pt x="91" y="243"/>
                  </a:cubicBezTo>
                  <a:cubicBezTo>
                    <a:pt x="70" y="237"/>
                    <a:pt x="82" y="184"/>
                    <a:pt x="73" y="174"/>
                  </a:cubicBezTo>
                  <a:cubicBezTo>
                    <a:pt x="64" y="165"/>
                    <a:pt x="11" y="174"/>
                    <a:pt x="5" y="153"/>
                  </a:cubicBezTo>
                  <a:cubicBezTo>
                    <a:pt x="0" y="132"/>
                    <a:pt x="52" y="116"/>
                    <a:pt x="55" y="104"/>
                  </a:cubicBezTo>
                  <a:cubicBezTo>
                    <a:pt x="59" y="92"/>
                    <a:pt x="25" y="50"/>
                    <a:pt x="42" y="35"/>
                  </a:cubicBezTo>
                  <a:cubicBezTo>
                    <a:pt x="58" y="20"/>
                    <a:pt x="97" y="56"/>
                    <a:pt x="109" y="53"/>
                  </a:cubicBezTo>
                  <a:cubicBezTo>
                    <a:pt x="122" y="50"/>
                    <a:pt x="141" y="0"/>
                    <a:pt x="160" y="6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Freeform 11"/>
            <p:cNvSpPr>
              <a:spLocks/>
            </p:cNvSpPr>
            <p:nvPr/>
          </p:nvSpPr>
          <p:spPr bwMode="auto">
            <a:xfrm>
              <a:off x="6945025" y="3267858"/>
              <a:ext cx="958850" cy="936625"/>
            </a:xfrm>
            <a:custGeom>
              <a:avLst/>
              <a:gdLst>
                <a:gd name="T0" fmla="*/ 169 w 253"/>
                <a:gd name="T1" fmla="*/ 7 h 247"/>
                <a:gd name="T2" fmla="*/ 182 w 253"/>
                <a:gd name="T3" fmla="*/ 77 h 247"/>
                <a:gd name="T4" fmla="*/ 249 w 253"/>
                <a:gd name="T5" fmla="*/ 104 h 247"/>
                <a:gd name="T6" fmla="*/ 196 w 253"/>
                <a:gd name="T7" fmla="*/ 148 h 247"/>
                <a:gd name="T8" fmla="*/ 205 w 253"/>
                <a:gd name="T9" fmla="*/ 219 h 247"/>
                <a:gd name="T10" fmla="*/ 137 w 253"/>
                <a:gd name="T11" fmla="*/ 196 h 247"/>
                <a:gd name="T12" fmla="*/ 85 w 253"/>
                <a:gd name="T13" fmla="*/ 240 h 247"/>
                <a:gd name="T14" fmla="*/ 71 w 253"/>
                <a:gd name="T15" fmla="*/ 170 h 247"/>
                <a:gd name="T16" fmla="*/ 5 w 253"/>
                <a:gd name="T17" fmla="*/ 145 h 247"/>
                <a:gd name="T18" fmla="*/ 57 w 253"/>
                <a:gd name="T19" fmla="*/ 100 h 247"/>
                <a:gd name="T20" fmla="*/ 48 w 253"/>
                <a:gd name="T21" fmla="*/ 29 h 247"/>
                <a:gd name="T22" fmla="*/ 115 w 253"/>
                <a:gd name="T23" fmla="*/ 51 h 247"/>
                <a:gd name="T24" fmla="*/ 169 w 253"/>
                <a:gd name="T25" fmla="*/ 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7">
                  <a:moveTo>
                    <a:pt x="169" y="7"/>
                  </a:moveTo>
                  <a:cubicBezTo>
                    <a:pt x="189" y="15"/>
                    <a:pt x="174" y="67"/>
                    <a:pt x="182" y="77"/>
                  </a:cubicBezTo>
                  <a:cubicBezTo>
                    <a:pt x="191" y="87"/>
                    <a:pt x="245" y="82"/>
                    <a:pt x="249" y="104"/>
                  </a:cubicBezTo>
                  <a:cubicBezTo>
                    <a:pt x="253" y="124"/>
                    <a:pt x="200" y="136"/>
                    <a:pt x="196" y="148"/>
                  </a:cubicBezTo>
                  <a:cubicBezTo>
                    <a:pt x="191" y="160"/>
                    <a:pt x="223" y="204"/>
                    <a:pt x="205" y="219"/>
                  </a:cubicBezTo>
                  <a:cubicBezTo>
                    <a:pt x="187" y="233"/>
                    <a:pt x="150" y="193"/>
                    <a:pt x="137" y="196"/>
                  </a:cubicBezTo>
                  <a:cubicBezTo>
                    <a:pt x="125" y="198"/>
                    <a:pt x="104" y="247"/>
                    <a:pt x="85" y="240"/>
                  </a:cubicBezTo>
                  <a:cubicBezTo>
                    <a:pt x="65" y="233"/>
                    <a:pt x="79" y="180"/>
                    <a:pt x="71" y="170"/>
                  </a:cubicBezTo>
                  <a:cubicBezTo>
                    <a:pt x="63" y="160"/>
                    <a:pt x="9" y="166"/>
                    <a:pt x="5" y="145"/>
                  </a:cubicBezTo>
                  <a:cubicBezTo>
                    <a:pt x="0" y="124"/>
                    <a:pt x="53" y="111"/>
                    <a:pt x="57" y="100"/>
                  </a:cubicBezTo>
                  <a:cubicBezTo>
                    <a:pt x="61" y="87"/>
                    <a:pt x="30" y="43"/>
                    <a:pt x="48" y="29"/>
                  </a:cubicBezTo>
                  <a:cubicBezTo>
                    <a:pt x="65" y="15"/>
                    <a:pt x="102" y="54"/>
                    <a:pt x="115" y="51"/>
                  </a:cubicBezTo>
                  <a:cubicBezTo>
                    <a:pt x="127" y="49"/>
                    <a:pt x="149" y="0"/>
                    <a:pt x="169" y="7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Freeform 12"/>
            <p:cNvSpPr>
              <a:spLocks/>
            </p:cNvSpPr>
            <p:nvPr/>
          </p:nvSpPr>
          <p:spPr bwMode="auto">
            <a:xfrm>
              <a:off x="6945025" y="3271033"/>
              <a:ext cx="958850" cy="928688"/>
            </a:xfrm>
            <a:custGeom>
              <a:avLst/>
              <a:gdLst>
                <a:gd name="T0" fmla="*/ 176 w 253"/>
                <a:gd name="T1" fmla="*/ 8 h 245"/>
                <a:gd name="T2" fmla="*/ 185 w 253"/>
                <a:gd name="T3" fmla="*/ 79 h 245"/>
                <a:gd name="T4" fmla="*/ 251 w 253"/>
                <a:gd name="T5" fmla="*/ 110 h 245"/>
                <a:gd name="T6" fmla="*/ 195 w 253"/>
                <a:gd name="T7" fmla="*/ 151 h 245"/>
                <a:gd name="T8" fmla="*/ 200 w 253"/>
                <a:gd name="T9" fmla="*/ 223 h 245"/>
                <a:gd name="T10" fmla="*/ 133 w 253"/>
                <a:gd name="T11" fmla="*/ 196 h 245"/>
                <a:gd name="T12" fmla="*/ 78 w 253"/>
                <a:gd name="T13" fmla="*/ 238 h 245"/>
                <a:gd name="T14" fmla="*/ 67 w 253"/>
                <a:gd name="T15" fmla="*/ 166 h 245"/>
                <a:gd name="T16" fmla="*/ 3 w 253"/>
                <a:gd name="T17" fmla="*/ 138 h 245"/>
                <a:gd name="T18" fmla="*/ 58 w 253"/>
                <a:gd name="T19" fmla="*/ 95 h 245"/>
                <a:gd name="T20" fmla="*/ 54 w 253"/>
                <a:gd name="T21" fmla="*/ 22 h 245"/>
                <a:gd name="T22" fmla="*/ 119 w 253"/>
                <a:gd name="T23" fmla="*/ 49 h 245"/>
                <a:gd name="T24" fmla="*/ 176 w 253"/>
                <a:gd name="T25" fmla="*/ 8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5">
                  <a:moveTo>
                    <a:pt x="176" y="8"/>
                  </a:moveTo>
                  <a:cubicBezTo>
                    <a:pt x="196" y="17"/>
                    <a:pt x="178" y="68"/>
                    <a:pt x="185" y="79"/>
                  </a:cubicBezTo>
                  <a:cubicBezTo>
                    <a:pt x="193" y="90"/>
                    <a:pt x="248" y="88"/>
                    <a:pt x="251" y="110"/>
                  </a:cubicBezTo>
                  <a:cubicBezTo>
                    <a:pt x="253" y="130"/>
                    <a:pt x="199" y="139"/>
                    <a:pt x="195" y="151"/>
                  </a:cubicBezTo>
                  <a:cubicBezTo>
                    <a:pt x="190" y="163"/>
                    <a:pt x="219" y="210"/>
                    <a:pt x="200" y="223"/>
                  </a:cubicBezTo>
                  <a:cubicBezTo>
                    <a:pt x="181" y="237"/>
                    <a:pt x="146" y="194"/>
                    <a:pt x="133" y="196"/>
                  </a:cubicBezTo>
                  <a:cubicBezTo>
                    <a:pt x="121" y="197"/>
                    <a:pt x="97" y="245"/>
                    <a:pt x="78" y="238"/>
                  </a:cubicBezTo>
                  <a:cubicBezTo>
                    <a:pt x="58" y="229"/>
                    <a:pt x="75" y="177"/>
                    <a:pt x="67" y="166"/>
                  </a:cubicBezTo>
                  <a:cubicBezTo>
                    <a:pt x="60" y="155"/>
                    <a:pt x="6" y="159"/>
                    <a:pt x="3" y="138"/>
                  </a:cubicBezTo>
                  <a:cubicBezTo>
                    <a:pt x="0" y="117"/>
                    <a:pt x="53" y="106"/>
                    <a:pt x="58" y="95"/>
                  </a:cubicBezTo>
                  <a:cubicBezTo>
                    <a:pt x="63" y="82"/>
                    <a:pt x="34" y="36"/>
                    <a:pt x="54" y="22"/>
                  </a:cubicBezTo>
                  <a:cubicBezTo>
                    <a:pt x="72" y="9"/>
                    <a:pt x="106" y="51"/>
                    <a:pt x="119" y="49"/>
                  </a:cubicBezTo>
                  <a:cubicBezTo>
                    <a:pt x="131" y="48"/>
                    <a:pt x="156" y="0"/>
                    <a:pt x="176" y="8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Freeform 13"/>
            <p:cNvSpPr>
              <a:spLocks/>
            </p:cNvSpPr>
            <p:nvPr/>
          </p:nvSpPr>
          <p:spPr bwMode="auto">
            <a:xfrm>
              <a:off x="6940262" y="3271033"/>
              <a:ext cx="966788" cy="928688"/>
            </a:xfrm>
            <a:custGeom>
              <a:avLst/>
              <a:gdLst>
                <a:gd name="T0" fmla="*/ 184 w 255"/>
                <a:gd name="T1" fmla="*/ 10 h 245"/>
                <a:gd name="T2" fmla="*/ 190 w 255"/>
                <a:gd name="T3" fmla="*/ 82 h 245"/>
                <a:gd name="T4" fmla="*/ 254 w 255"/>
                <a:gd name="T5" fmla="*/ 117 h 245"/>
                <a:gd name="T6" fmla="*/ 195 w 255"/>
                <a:gd name="T7" fmla="*/ 155 h 245"/>
                <a:gd name="T8" fmla="*/ 195 w 255"/>
                <a:gd name="T9" fmla="*/ 229 h 245"/>
                <a:gd name="T10" fmla="*/ 130 w 255"/>
                <a:gd name="T11" fmla="*/ 197 h 245"/>
                <a:gd name="T12" fmla="*/ 72 w 255"/>
                <a:gd name="T13" fmla="*/ 236 h 245"/>
                <a:gd name="T14" fmla="*/ 65 w 255"/>
                <a:gd name="T15" fmla="*/ 162 h 245"/>
                <a:gd name="T16" fmla="*/ 2 w 255"/>
                <a:gd name="T17" fmla="*/ 131 h 245"/>
                <a:gd name="T18" fmla="*/ 60 w 255"/>
                <a:gd name="T19" fmla="*/ 91 h 245"/>
                <a:gd name="T20" fmla="*/ 60 w 255"/>
                <a:gd name="T21" fmla="*/ 17 h 245"/>
                <a:gd name="T22" fmla="*/ 124 w 255"/>
                <a:gd name="T23" fmla="*/ 48 h 245"/>
                <a:gd name="T24" fmla="*/ 184 w 255"/>
                <a:gd name="T25" fmla="*/ 1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5" h="245">
                  <a:moveTo>
                    <a:pt x="184" y="10"/>
                  </a:moveTo>
                  <a:cubicBezTo>
                    <a:pt x="204" y="20"/>
                    <a:pt x="182" y="71"/>
                    <a:pt x="190" y="82"/>
                  </a:cubicBezTo>
                  <a:cubicBezTo>
                    <a:pt x="197" y="94"/>
                    <a:pt x="252" y="95"/>
                    <a:pt x="254" y="117"/>
                  </a:cubicBezTo>
                  <a:cubicBezTo>
                    <a:pt x="255" y="137"/>
                    <a:pt x="200" y="144"/>
                    <a:pt x="195" y="155"/>
                  </a:cubicBezTo>
                  <a:cubicBezTo>
                    <a:pt x="189" y="167"/>
                    <a:pt x="216" y="216"/>
                    <a:pt x="195" y="229"/>
                  </a:cubicBezTo>
                  <a:cubicBezTo>
                    <a:pt x="176" y="241"/>
                    <a:pt x="143" y="196"/>
                    <a:pt x="130" y="197"/>
                  </a:cubicBezTo>
                  <a:cubicBezTo>
                    <a:pt x="118" y="197"/>
                    <a:pt x="91" y="245"/>
                    <a:pt x="72" y="236"/>
                  </a:cubicBezTo>
                  <a:cubicBezTo>
                    <a:pt x="52" y="226"/>
                    <a:pt x="73" y="174"/>
                    <a:pt x="65" y="162"/>
                  </a:cubicBezTo>
                  <a:cubicBezTo>
                    <a:pt x="58" y="152"/>
                    <a:pt x="3" y="152"/>
                    <a:pt x="2" y="131"/>
                  </a:cubicBezTo>
                  <a:cubicBezTo>
                    <a:pt x="0" y="110"/>
                    <a:pt x="55" y="103"/>
                    <a:pt x="60" y="91"/>
                  </a:cubicBezTo>
                  <a:cubicBezTo>
                    <a:pt x="66" y="79"/>
                    <a:pt x="39" y="30"/>
                    <a:pt x="60" y="17"/>
                  </a:cubicBezTo>
                  <a:cubicBezTo>
                    <a:pt x="79" y="5"/>
                    <a:pt x="111" y="49"/>
                    <a:pt x="124" y="48"/>
                  </a:cubicBezTo>
                  <a:cubicBezTo>
                    <a:pt x="137" y="48"/>
                    <a:pt x="165" y="0"/>
                    <a:pt x="184" y="10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Freeform 14"/>
            <p:cNvSpPr>
              <a:spLocks/>
            </p:cNvSpPr>
            <p:nvPr/>
          </p:nvSpPr>
          <p:spPr bwMode="auto">
            <a:xfrm>
              <a:off x="6940262" y="3271033"/>
              <a:ext cx="971550" cy="933450"/>
            </a:xfrm>
            <a:custGeom>
              <a:avLst/>
              <a:gdLst>
                <a:gd name="T0" fmla="*/ 0 w 256"/>
                <a:gd name="T1" fmla="*/ 124 h 246"/>
                <a:gd name="T2" fmla="*/ 61 w 256"/>
                <a:gd name="T3" fmla="*/ 88 h 246"/>
                <a:gd name="T4" fmla="*/ 65 w 256"/>
                <a:gd name="T5" fmla="*/ 11 h 246"/>
                <a:gd name="T6" fmla="*/ 128 w 256"/>
                <a:gd name="T7" fmla="*/ 47 h 246"/>
                <a:gd name="T8" fmla="*/ 191 w 256"/>
                <a:gd name="T9" fmla="*/ 12 h 246"/>
                <a:gd name="T10" fmla="*/ 193 w 256"/>
                <a:gd name="T11" fmla="*/ 86 h 246"/>
                <a:gd name="T12" fmla="*/ 255 w 256"/>
                <a:gd name="T13" fmla="*/ 124 h 246"/>
                <a:gd name="T14" fmla="*/ 194 w 256"/>
                <a:gd name="T15" fmla="*/ 159 h 246"/>
                <a:gd name="T16" fmla="*/ 190 w 256"/>
                <a:gd name="T17" fmla="*/ 234 h 246"/>
                <a:gd name="T18" fmla="*/ 125 w 256"/>
                <a:gd name="T19" fmla="*/ 198 h 246"/>
                <a:gd name="T20" fmla="*/ 65 w 256"/>
                <a:gd name="T21" fmla="*/ 234 h 246"/>
                <a:gd name="T22" fmla="*/ 62 w 256"/>
                <a:gd name="T23" fmla="*/ 159 h 246"/>
                <a:gd name="T24" fmla="*/ 0 w 256"/>
                <a:gd name="T25" fmla="*/ 124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6" h="246">
                  <a:moveTo>
                    <a:pt x="0" y="124"/>
                  </a:moveTo>
                  <a:cubicBezTo>
                    <a:pt x="0" y="103"/>
                    <a:pt x="55" y="99"/>
                    <a:pt x="61" y="88"/>
                  </a:cubicBezTo>
                  <a:cubicBezTo>
                    <a:pt x="67" y="75"/>
                    <a:pt x="43" y="24"/>
                    <a:pt x="65" y="11"/>
                  </a:cubicBezTo>
                  <a:cubicBezTo>
                    <a:pt x="85" y="0"/>
                    <a:pt x="115" y="47"/>
                    <a:pt x="128" y="47"/>
                  </a:cubicBezTo>
                  <a:cubicBezTo>
                    <a:pt x="141" y="47"/>
                    <a:pt x="172" y="1"/>
                    <a:pt x="191" y="12"/>
                  </a:cubicBezTo>
                  <a:cubicBezTo>
                    <a:pt x="211" y="23"/>
                    <a:pt x="186" y="73"/>
                    <a:pt x="193" y="86"/>
                  </a:cubicBezTo>
                  <a:cubicBezTo>
                    <a:pt x="200" y="98"/>
                    <a:pt x="256" y="102"/>
                    <a:pt x="255" y="124"/>
                  </a:cubicBezTo>
                  <a:cubicBezTo>
                    <a:pt x="255" y="145"/>
                    <a:pt x="200" y="148"/>
                    <a:pt x="194" y="159"/>
                  </a:cubicBezTo>
                  <a:cubicBezTo>
                    <a:pt x="187" y="171"/>
                    <a:pt x="212" y="222"/>
                    <a:pt x="190" y="234"/>
                  </a:cubicBezTo>
                  <a:cubicBezTo>
                    <a:pt x="169" y="246"/>
                    <a:pt x="139" y="198"/>
                    <a:pt x="125" y="198"/>
                  </a:cubicBezTo>
                  <a:cubicBezTo>
                    <a:pt x="113" y="197"/>
                    <a:pt x="83" y="244"/>
                    <a:pt x="65" y="234"/>
                  </a:cubicBezTo>
                  <a:cubicBezTo>
                    <a:pt x="46" y="223"/>
                    <a:pt x="69" y="172"/>
                    <a:pt x="62" y="159"/>
                  </a:cubicBezTo>
                  <a:cubicBezTo>
                    <a:pt x="55" y="148"/>
                    <a:pt x="0" y="145"/>
                    <a:pt x="0" y="124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032375" y="797710"/>
            <a:ext cx="1079250" cy="1240604"/>
            <a:chOff x="5900667" y="-231575"/>
            <a:chExt cx="2044290" cy="2349920"/>
          </a:xfrm>
        </p:grpSpPr>
        <p:grpSp>
          <p:nvGrpSpPr>
            <p:cNvPr id="37" name="Group 4"/>
            <p:cNvGrpSpPr>
              <a:grpSpLocks noChangeAspect="1"/>
            </p:cNvGrpSpPr>
            <p:nvPr/>
          </p:nvGrpSpPr>
          <p:grpSpPr bwMode="auto">
            <a:xfrm>
              <a:off x="6322090" y="72485"/>
              <a:ext cx="1168465" cy="2045860"/>
              <a:chOff x="2724" y="205"/>
              <a:chExt cx="2232" cy="3908"/>
            </a:xfrm>
            <a:noFill/>
          </p:grpSpPr>
          <p:sp>
            <p:nvSpPr>
              <p:cNvPr id="49" name="Freeform 5"/>
              <p:cNvSpPr>
                <a:spLocks/>
              </p:cNvSpPr>
              <p:nvPr/>
            </p:nvSpPr>
            <p:spPr bwMode="auto">
              <a:xfrm>
                <a:off x="3373" y="3255"/>
                <a:ext cx="960" cy="858"/>
              </a:xfrm>
              <a:custGeom>
                <a:avLst/>
                <a:gdLst>
                  <a:gd name="T0" fmla="*/ 224 w 447"/>
                  <a:gd name="T1" fmla="*/ 5 h 400"/>
                  <a:gd name="T2" fmla="*/ 39 w 447"/>
                  <a:gd name="T3" fmla="*/ 0 h 400"/>
                  <a:gd name="T4" fmla="*/ 3 w 447"/>
                  <a:gd name="T5" fmla="*/ 0 h 400"/>
                  <a:gd name="T6" fmla="*/ 3 w 447"/>
                  <a:gd name="T7" fmla="*/ 43 h 400"/>
                  <a:gd name="T8" fmla="*/ 17 w 447"/>
                  <a:gd name="T9" fmla="*/ 61 h 400"/>
                  <a:gd name="T10" fmla="*/ 3 w 447"/>
                  <a:gd name="T11" fmla="*/ 88 h 400"/>
                  <a:gd name="T12" fmla="*/ 3 w 447"/>
                  <a:gd name="T13" fmla="*/ 105 h 400"/>
                  <a:gd name="T14" fmla="*/ 17 w 447"/>
                  <a:gd name="T15" fmla="*/ 122 h 400"/>
                  <a:gd name="T16" fmla="*/ 0 w 447"/>
                  <a:gd name="T17" fmla="*/ 150 h 400"/>
                  <a:gd name="T18" fmla="*/ 0 w 447"/>
                  <a:gd name="T19" fmla="*/ 166 h 400"/>
                  <a:gd name="T20" fmla="*/ 17 w 447"/>
                  <a:gd name="T21" fmla="*/ 180 h 400"/>
                  <a:gd name="T22" fmla="*/ 3 w 447"/>
                  <a:gd name="T23" fmla="*/ 214 h 400"/>
                  <a:gd name="T24" fmla="*/ 3 w 447"/>
                  <a:gd name="T25" fmla="*/ 225 h 400"/>
                  <a:gd name="T26" fmla="*/ 17 w 447"/>
                  <a:gd name="T27" fmla="*/ 258 h 400"/>
                  <a:gd name="T28" fmla="*/ 28 w 447"/>
                  <a:gd name="T29" fmla="*/ 275 h 400"/>
                  <a:gd name="T30" fmla="*/ 41 w 447"/>
                  <a:gd name="T31" fmla="*/ 293 h 400"/>
                  <a:gd name="T32" fmla="*/ 80 w 447"/>
                  <a:gd name="T33" fmla="*/ 330 h 400"/>
                  <a:gd name="T34" fmla="*/ 92 w 447"/>
                  <a:gd name="T35" fmla="*/ 330 h 400"/>
                  <a:gd name="T36" fmla="*/ 142 w 447"/>
                  <a:gd name="T37" fmla="*/ 387 h 400"/>
                  <a:gd name="T38" fmla="*/ 197 w 447"/>
                  <a:gd name="T39" fmla="*/ 399 h 400"/>
                  <a:gd name="T40" fmla="*/ 223 w 447"/>
                  <a:gd name="T41" fmla="*/ 394 h 400"/>
                  <a:gd name="T42" fmla="*/ 250 w 447"/>
                  <a:gd name="T43" fmla="*/ 399 h 400"/>
                  <a:gd name="T44" fmla="*/ 304 w 447"/>
                  <a:gd name="T45" fmla="*/ 387 h 400"/>
                  <a:gd name="T46" fmla="*/ 355 w 447"/>
                  <a:gd name="T47" fmla="*/ 330 h 400"/>
                  <a:gd name="T48" fmla="*/ 366 w 447"/>
                  <a:gd name="T49" fmla="*/ 330 h 400"/>
                  <a:gd name="T50" fmla="*/ 405 w 447"/>
                  <a:gd name="T51" fmla="*/ 293 h 400"/>
                  <a:gd name="T52" fmla="*/ 418 w 447"/>
                  <a:gd name="T53" fmla="*/ 275 h 400"/>
                  <a:gd name="T54" fmla="*/ 430 w 447"/>
                  <a:gd name="T55" fmla="*/ 258 h 400"/>
                  <a:gd name="T56" fmla="*/ 444 w 447"/>
                  <a:gd name="T57" fmla="*/ 225 h 400"/>
                  <a:gd name="T58" fmla="*/ 444 w 447"/>
                  <a:gd name="T59" fmla="*/ 214 h 400"/>
                  <a:gd name="T60" fmla="*/ 430 w 447"/>
                  <a:gd name="T61" fmla="*/ 180 h 400"/>
                  <a:gd name="T62" fmla="*/ 447 w 447"/>
                  <a:gd name="T63" fmla="*/ 166 h 400"/>
                  <a:gd name="T64" fmla="*/ 447 w 447"/>
                  <a:gd name="T65" fmla="*/ 150 h 400"/>
                  <a:gd name="T66" fmla="*/ 430 w 447"/>
                  <a:gd name="T67" fmla="*/ 122 h 400"/>
                  <a:gd name="T68" fmla="*/ 444 w 447"/>
                  <a:gd name="T69" fmla="*/ 105 h 400"/>
                  <a:gd name="T70" fmla="*/ 444 w 447"/>
                  <a:gd name="T71" fmla="*/ 88 h 400"/>
                  <a:gd name="T72" fmla="*/ 430 w 447"/>
                  <a:gd name="T73" fmla="*/ 61 h 400"/>
                  <a:gd name="T74" fmla="*/ 444 w 447"/>
                  <a:gd name="T75" fmla="*/ 43 h 400"/>
                  <a:gd name="T76" fmla="*/ 444 w 447"/>
                  <a:gd name="T77" fmla="*/ 0 h 400"/>
                  <a:gd name="T78" fmla="*/ 224 w 447"/>
                  <a:gd name="T79" fmla="*/ 5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447" h="400">
                    <a:moveTo>
                      <a:pt x="224" y="5"/>
                    </a:moveTo>
                    <a:cubicBezTo>
                      <a:pt x="224" y="5"/>
                      <a:pt x="112" y="3"/>
                      <a:pt x="39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3" y="43"/>
                      <a:pt x="5" y="56"/>
                      <a:pt x="17" y="61"/>
                    </a:cubicBezTo>
                    <a:cubicBezTo>
                      <a:pt x="17" y="61"/>
                      <a:pt x="19" y="79"/>
                      <a:pt x="3" y="88"/>
                    </a:cubicBezTo>
                    <a:cubicBezTo>
                      <a:pt x="3" y="105"/>
                      <a:pt x="3" y="105"/>
                      <a:pt x="3" y="105"/>
                    </a:cubicBezTo>
                    <a:cubicBezTo>
                      <a:pt x="3" y="105"/>
                      <a:pt x="14" y="114"/>
                      <a:pt x="17" y="122"/>
                    </a:cubicBezTo>
                    <a:cubicBezTo>
                      <a:pt x="19" y="130"/>
                      <a:pt x="5" y="148"/>
                      <a:pt x="0" y="150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166"/>
                      <a:pt x="13" y="168"/>
                      <a:pt x="17" y="180"/>
                    </a:cubicBezTo>
                    <a:cubicBezTo>
                      <a:pt x="21" y="192"/>
                      <a:pt x="10" y="210"/>
                      <a:pt x="3" y="214"/>
                    </a:cubicBezTo>
                    <a:cubicBezTo>
                      <a:pt x="3" y="225"/>
                      <a:pt x="3" y="225"/>
                      <a:pt x="3" y="225"/>
                    </a:cubicBezTo>
                    <a:cubicBezTo>
                      <a:pt x="3" y="225"/>
                      <a:pt x="25" y="238"/>
                      <a:pt x="17" y="258"/>
                    </a:cubicBezTo>
                    <a:cubicBezTo>
                      <a:pt x="17" y="258"/>
                      <a:pt x="10" y="268"/>
                      <a:pt x="28" y="275"/>
                    </a:cubicBezTo>
                    <a:cubicBezTo>
                      <a:pt x="28" y="275"/>
                      <a:pt x="38" y="285"/>
                      <a:pt x="41" y="293"/>
                    </a:cubicBezTo>
                    <a:cubicBezTo>
                      <a:pt x="45" y="301"/>
                      <a:pt x="72" y="329"/>
                      <a:pt x="80" y="330"/>
                    </a:cubicBezTo>
                    <a:cubicBezTo>
                      <a:pt x="92" y="330"/>
                      <a:pt x="92" y="330"/>
                      <a:pt x="92" y="330"/>
                    </a:cubicBezTo>
                    <a:cubicBezTo>
                      <a:pt x="92" y="330"/>
                      <a:pt x="129" y="369"/>
                      <a:pt x="142" y="387"/>
                    </a:cubicBezTo>
                    <a:cubicBezTo>
                      <a:pt x="142" y="387"/>
                      <a:pt x="172" y="400"/>
                      <a:pt x="197" y="399"/>
                    </a:cubicBezTo>
                    <a:cubicBezTo>
                      <a:pt x="197" y="399"/>
                      <a:pt x="213" y="394"/>
                      <a:pt x="223" y="394"/>
                    </a:cubicBezTo>
                    <a:cubicBezTo>
                      <a:pt x="234" y="394"/>
                      <a:pt x="250" y="399"/>
                      <a:pt x="250" y="399"/>
                    </a:cubicBezTo>
                    <a:cubicBezTo>
                      <a:pt x="275" y="400"/>
                      <a:pt x="304" y="387"/>
                      <a:pt x="304" y="387"/>
                    </a:cubicBezTo>
                    <a:cubicBezTo>
                      <a:pt x="317" y="369"/>
                      <a:pt x="355" y="330"/>
                      <a:pt x="355" y="330"/>
                    </a:cubicBezTo>
                    <a:cubicBezTo>
                      <a:pt x="366" y="330"/>
                      <a:pt x="366" y="330"/>
                      <a:pt x="366" y="330"/>
                    </a:cubicBezTo>
                    <a:cubicBezTo>
                      <a:pt x="374" y="329"/>
                      <a:pt x="401" y="301"/>
                      <a:pt x="405" y="293"/>
                    </a:cubicBezTo>
                    <a:cubicBezTo>
                      <a:pt x="409" y="285"/>
                      <a:pt x="418" y="275"/>
                      <a:pt x="418" y="275"/>
                    </a:cubicBezTo>
                    <a:cubicBezTo>
                      <a:pt x="436" y="268"/>
                      <a:pt x="430" y="258"/>
                      <a:pt x="430" y="258"/>
                    </a:cubicBezTo>
                    <a:cubicBezTo>
                      <a:pt x="422" y="238"/>
                      <a:pt x="444" y="225"/>
                      <a:pt x="444" y="225"/>
                    </a:cubicBezTo>
                    <a:cubicBezTo>
                      <a:pt x="444" y="214"/>
                      <a:pt x="444" y="214"/>
                      <a:pt x="444" y="214"/>
                    </a:cubicBezTo>
                    <a:cubicBezTo>
                      <a:pt x="436" y="210"/>
                      <a:pt x="426" y="192"/>
                      <a:pt x="430" y="180"/>
                    </a:cubicBezTo>
                    <a:cubicBezTo>
                      <a:pt x="434" y="168"/>
                      <a:pt x="447" y="166"/>
                      <a:pt x="447" y="166"/>
                    </a:cubicBezTo>
                    <a:cubicBezTo>
                      <a:pt x="447" y="150"/>
                      <a:pt x="447" y="150"/>
                      <a:pt x="447" y="150"/>
                    </a:cubicBezTo>
                    <a:cubicBezTo>
                      <a:pt x="442" y="148"/>
                      <a:pt x="427" y="130"/>
                      <a:pt x="430" y="122"/>
                    </a:cubicBezTo>
                    <a:cubicBezTo>
                      <a:pt x="433" y="114"/>
                      <a:pt x="444" y="105"/>
                      <a:pt x="444" y="105"/>
                    </a:cubicBezTo>
                    <a:cubicBezTo>
                      <a:pt x="444" y="88"/>
                      <a:pt x="444" y="88"/>
                      <a:pt x="444" y="88"/>
                    </a:cubicBezTo>
                    <a:cubicBezTo>
                      <a:pt x="427" y="79"/>
                      <a:pt x="430" y="61"/>
                      <a:pt x="430" y="61"/>
                    </a:cubicBezTo>
                    <a:cubicBezTo>
                      <a:pt x="442" y="56"/>
                      <a:pt x="444" y="43"/>
                      <a:pt x="444" y="43"/>
                    </a:cubicBezTo>
                    <a:cubicBezTo>
                      <a:pt x="444" y="0"/>
                      <a:pt x="444" y="0"/>
                      <a:pt x="444" y="0"/>
                    </a:cubicBezTo>
                    <a:cubicBezTo>
                      <a:pt x="383" y="3"/>
                      <a:pt x="224" y="5"/>
                      <a:pt x="224" y="5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0" name="Freeform 6"/>
              <p:cNvSpPr>
                <a:spLocks/>
              </p:cNvSpPr>
              <p:nvPr/>
            </p:nvSpPr>
            <p:spPr bwMode="auto">
              <a:xfrm>
                <a:off x="3596" y="3285"/>
                <a:ext cx="728" cy="75"/>
              </a:xfrm>
              <a:custGeom>
                <a:avLst/>
                <a:gdLst>
                  <a:gd name="T0" fmla="*/ 0 w 339"/>
                  <a:gd name="T1" fmla="*/ 2 h 35"/>
                  <a:gd name="T2" fmla="*/ 321 w 339"/>
                  <a:gd name="T3" fmla="*/ 0 h 35"/>
                  <a:gd name="T4" fmla="*/ 314 w 339"/>
                  <a:gd name="T5" fmla="*/ 35 h 35"/>
                  <a:gd name="T6" fmla="*/ 7 w 339"/>
                  <a:gd name="T7" fmla="*/ 31 h 35"/>
                  <a:gd name="T8" fmla="*/ 278 w 339"/>
                  <a:gd name="T9" fmla="*/ 17 h 35"/>
                  <a:gd name="T10" fmla="*/ 0 w 339"/>
                  <a:gd name="T11" fmla="*/ 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9" h="35">
                    <a:moveTo>
                      <a:pt x="0" y="2"/>
                    </a:moveTo>
                    <a:cubicBezTo>
                      <a:pt x="0" y="2"/>
                      <a:pt x="238" y="11"/>
                      <a:pt x="321" y="0"/>
                    </a:cubicBezTo>
                    <a:cubicBezTo>
                      <a:pt x="321" y="0"/>
                      <a:pt x="339" y="21"/>
                      <a:pt x="314" y="35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7" y="31"/>
                      <a:pt x="264" y="26"/>
                      <a:pt x="278" y="17"/>
                    </a:cubicBezTo>
                    <a:cubicBezTo>
                      <a:pt x="278" y="17"/>
                      <a:pt x="69" y="4"/>
                      <a:pt x="0" y="2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1" name="Freeform 7"/>
              <p:cNvSpPr>
                <a:spLocks/>
              </p:cNvSpPr>
              <p:nvPr/>
            </p:nvSpPr>
            <p:spPr bwMode="auto">
              <a:xfrm>
                <a:off x="3446" y="3399"/>
                <a:ext cx="792" cy="70"/>
              </a:xfrm>
              <a:custGeom>
                <a:avLst/>
                <a:gdLst>
                  <a:gd name="T0" fmla="*/ 0 w 369"/>
                  <a:gd name="T1" fmla="*/ 0 h 33"/>
                  <a:gd name="T2" fmla="*/ 369 w 369"/>
                  <a:gd name="T3" fmla="*/ 0 h 33"/>
                  <a:gd name="T4" fmla="*/ 0 w 369"/>
                  <a:gd name="T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3">
                    <a:moveTo>
                      <a:pt x="0" y="0"/>
                    </a:moveTo>
                    <a:cubicBezTo>
                      <a:pt x="0" y="0"/>
                      <a:pt x="203" y="20"/>
                      <a:pt x="369" y="0"/>
                    </a:cubicBezTo>
                    <a:cubicBezTo>
                      <a:pt x="369" y="0"/>
                      <a:pt x="143" y="33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2" name="Freeform 8"/>
              <p:cNvSpPr>
                <a:spLocks/>
              </p:cNvSpPr>
              <p:nvPr/>
            </p:nvSpPr>
            <p:spPr bwMode="auto">
              <a:xfrm>
                <a:off x="3450" y="3502"/>
                <a:ext cx="793" cy="70"/>
              </a:xfrm>
              <a:custGeom>
                <a:avLst/>
                <a:gdLst>
                  <a:gd name="T0" fmla="*/ 0 w 369"/>
                  <a:gd name="T1" fmla="*/ 0 h 33"/>
                  <a:gd name="T2" fmla="*/ 369 w 369"/>
                  <a:gd name="T3" fmla="*/ 0 h 33"/>
                  <a:gd name="T4" fmla="*/ 0 w 369"/>
                  <a:gd name="T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3">
                    <a:moveTo>
                      <a:pt x="0" y="0"/>
                    </a:moveTo>
                    <a:cubicBezTo>
                      <a:pt x="0" y="0"/>
                      <a:pt x="204" y="20"/>
                      <a:pt x="369" y="0"/>
                    </a:cubicBezTo>
                    <a:cubicBezTo>
                      <a:pt x="369" y="0"/>
                      <a:pt x="144" y="33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Freeform 9"/>
              <p:cNvSpPr>
                <a:spLocks/>
              </p:cNvSpPr>
              <p:nvPr/>
            </p:nvSpPr>
            <p:spPr bwMode="auto">
              <a:xfrm>
                <a:off x="3450" y="3622"/>
                <a:ext cx="793" cy="68"/>
              </a:xfrm>
              <a:custGeom>
                <a:avLst/>
                <a:gdLst>
                  <a:gd name="T0" fmla="*/ 0 w 369"/>
                  <a:gd name="T1" fmla="*/ 0 h 32"/>
                  <a:gd name="T2" fmla="*/ 369 w 369"/>
                  <a:gd name="T3" fmla="*/ 0 h 32"/>
                  <a:gd name="T4" fmla="*/ 0 w 369"/>
                  <a:gd name="T5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2">
                    <a:moveTo>
                      <a:pt x="0" y="0"/>
                    </a:moveTo>
                    <a:cubicBezTo>
                      <a:pt x="0" y="0"/>
                      <a:pt x="204" y="19"/>
                      <a:pt x="369" y="0"/>
                    </a:cubicBezTo>
                    <a:cubicBezTo>
                      <a:pt x="369" y="0"/>
                      <a:pt x="144" y="32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4" name="Freeform 10"/>
              <p:cNvSpPr>
                <a:spLocks/>
              </p:cNvSpPr>
              <p:nvPr/>
            </p:nvSpPr>
            <p:spPr bwMode="auto">
              <a:xfrm>
                <a:off x="3459" y="3725"/>
                <a:ext cx="792" cy="68"/>
              </a:xfrm>
              <a:custGeom>
                <a:avLst/>
                <a:gdLst>
                  <a:gd name="T0" fmla="*/ 0 w 369"/>
                  <a:gd name="T1" fmla="*/ 0 h 32"/>
                  <a:gd name="T2" fmla="*/ 369 w 369"/>
                  <a:gd name="T3" fmla="*/ 0 h 32"/>
                  <a:gd name="T4" fmla="*/ 0 w 369"/>
                  <a:gd name="T5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2">
                    <a:moveTo>
                      <a:pt x="0" y="0"/>
                    </a:moveTo>
                    <a:cubicBezTo>
                      <a:pt x="0" y="0"/>
                      <a:pt x="203" y="19"/>
                      <a:pt x="369" y="0"/>
                    </a:cubicBezTo>
                    <a:cubicBezTo>
                      <a:pt x="369" y="0"/>
                      <a:pt x="144" y="32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Freeform 11"/>
              <p:cNvSpPr>
                <a:spLocks/>
              </p:cNvSpPr>
              <p:nvPr/>
            </p:nvSpPr>
            <p:spPr bwMode="auto">
              <a:xfrm>
                <a:off x="3457" y="3826"/>
                <a:ext cx="792" cy="68"/>
              </a:xfrm>
              <a:custGeom>
                <a:avLst/>
                <a:gdLst>
                  <a:gd name="T0" fmla="*/ 0 w 369"/>
                  <a:gd name="T1" fmla="*/ 0 h 32"/>
                  <a:gd name="T2" fmla="*/ 369 w 369"/>
                  <a:gd name="T3" fmla="*/ 0 h 32"/>
                  <a:gd name="T4" fmla="*/ 0 w 369"/>
                  <a:gd name="T5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2">
                    <a:moveTo>
                      <a:pt x="0" y="0"/>
                    </a:moveTo>
                    <a:cubicBezTo>
                      <a:pt x="0" y="0"/>
                      <a:pt x="203" y="19"/>
                      <a:pt x="369" y="0"/>
                    </a:cubicBezTo>
                    <a:cubicBezTo>
                      <a:pt x="369" y="0"/>
                      <a:pt x="144" y="32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6" name="Freeform 12"/>
              <p:cNvSpPr>
                <a:spLocks/>
              </p:cNvSpPr>
              <p:nvPr/>
            </p:nvSpPr>
            <p:spPr bwMode="auto">
              <a:xfrm>
                <a:off x="3841" y="3941"/>
                <a:ext cx="275" cy="140"/>
              </a:xfrm>
              <a:custGeom>
                <a:avLst/>
                <a:gdLst>
                  <a:gd name="T0" fmla="*/ 0 w 128"/>
                  <a:gd name="T1" fmla="*/ 0 h 65"/>
                  <a:gd name="T2" fmla="*/ 128 w 128"/>
                  <a:gd name="T3" fmla="*/ 0 h 65"/>
                  <a:gd name="T4" fmla="*/ 71 w 128"/>
                  <a:gd name="T5" fmla="*/ 65 h 65"/>
                  <a:gd name="T6" fmla="*/ 69 w 128"/>
                  <a:gd name="T7" fmla="*/ 18 h 65"/>
                  <a:gd name="T8" fmla="*/ 0 w 128"/>
                  <a:gd name="T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" h="65">
                    <a:moveTo>
                      <a:pt x="0" y="0"/>
                    </a:moveTo>
                    <a:cubicBezTo>
                      <a:pt x="0" y="0"/>
                      <a:pt x="95" y="6"/>
                      <a:pt x="128" y="0"/>
                    </a:cubicBezTo>
                    <a:cubicBezTo>
                      <a:pt x="71" y="65"/>
                      <a:pt x="71" y="65"/>
                      <a:pt x="71" y="65"/>
                    </a:cubicBezTo>
                    <a:cubicBezTo>
                      <a:pt x="71" y="65"/>
                      <a:pt x="94" y="19"/>
                      <a:pt x="69" y="18"/>
                    </a:cubicBezTo>
                    <a:cubicBezTo>
                      <a:pt x="45" y="17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7" name="Freeform 13"/>
              <p:cNvSpPr>
                <a:spLocks/>
              </p:cNvSpPr>
              <p:nvPr/>
            </p:nvSpPr>
            <p:spPr bwMode="auto">
              <a:xfrm>
                <a:off x="3650" y="3422"/>
                <a:ext cx="281" cy="103"/>
              </a:xfrm>
              <a:custGeom>
                <a:avLst/>
                <a:gdLst>
                  <a:gd name="T0" fmla="*/ 65 w 131"/>
                  <a:gd name="T1" fmla="*/ 1 h 48"/>
                  <a:gd name="T2" fmla="*/ 0 w 131"/>
                  <a:gd name="T3" fmla="*/ 1 h 48"/>
                  <a:gd name="T4" fmla="*/ 91 w 131"/>
                  <a:gd name="T5" fmla="*/ 45 h 48"/>
                  <a:gd name="T6" fmla="*/ 131 w 131"/>
                  <a:gd name="T7" fmla="*/ 48 h 48"/>
                  <a:gd name="T8" fmla="*/ 90 w 131"/>
                  <a:gd name="T9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48">
                    <a:moveTo>
                      <a:pt x="65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23" y="34"/>
                      <a:pt x="91" y="45"/>
                    </a:cubicBezTo>
                    <a:cubicBezTo>
                      <a:pt x="83" y="48"/>
                      <a:pt x="131" y="48"/>
                      <a:pt x="131" y="48"/>
                    </a:cubicBezTo>
                    <a:cubicBezTo>
                      <a:pt x="131" y="48"/>
                      <a:pt x="83" y="10"/>
                      <a:pt x="90" y="0"/>
                    </a:cubicBezTo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8" name="Freeform 14"/>
              <p:cNvSpPr>
                <a:spLocks/>
              </p:cNvSpPr>
              <p:nvPr/>
            </p:nvSpPr>
            <p:spPr bwMode="auto">
              <a:xfrm>
                <a:off x="3656" y="3519"/>
                <a:ext cx="282" cy="129"/>
              </a:xfrm>
              <a:custGeom>
                <a:avLst/>
                <a:gdLst>
                  <a:gd name="T0" fmla="*/ 65 w 131"/>
                  <a:gd name="T1" fmla="*/ 2 h 60"/>
                  <a:gd name="T2" fmla="*/ 0 w 131"/>
                  <a:gd name="T3" fmla="*/ 2 h 60"/>
                  <a:gd name="T4" fmla="*/ 91 w 131"/>
                  <a:gd name="T5" fmla="*/ 56 h 60"/>
                  <a:gd name="T6" fmla="*/ 131 w 131"/>
                  <a:gd name="T7" fmla="*/ 60 h 60"/>
                  <a:gd name="T8" fmla="*/ 89 w 131"/>
                  <a:gd name="T9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60">
                    <a:moveTo>
                      <a:pt x="65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123" y="43"/>
                      <a:pt x="91" y="56"/>
                    </a:cubicBezTo>
                    <a:cubicBezTo>
                      <a:pt x="83" y="60"/>
                      <a:pt x="131" y="60"/>
                      <a:pt x="131" y="60"/>
                    </a:cubicBezTo>
                    <a:cubicBezTo>
                      <a:pt x="131" y="60"/>
                      <a:pt x="83" y="13"/>
                      <a:pt x="89" y="0"/>
                    </a:cubicBezTo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9" name="Freeform 15"/>
              <p:cNvSpPr>
                <a:spLocks/>
              </p:cNvSpPr>
              <p:nvPr/>
            </p:nvSpPr>
            <p:spPr bwMode="auto">
              <a:xfrm>
                <a:off x="3759" y="3641"/>
                <a:ext cx="282" cy="109"/>
              </a:xfrm>
              <a:custGeom>
                <a:avLst/>
                <a:gdLst>
                  <a:gd name="T0" fmla="*/ 65 w 131"/>
                  <a:gd name="T1" fmla="*/ 1 h 51"/>
                  <a:gd name="T2" fmla="*/ 0 w 131"/>
                  <a:gd name="T3" fmla="*/ 1 h 51"/>
                  <a:gd name="T4" fmla="*/ 91 w 131"/>
                  <a:gd name="T5" fmla="*/ 48 h 51"/>
                  <a:gd name="T6" fmla="*/ 131 w 131"/>
                  <a:gd name="T7" fmla="*/ 51 h 51"/>
                  <a:gd name="T8" fmla="*/ 89 w 131"/>
                  <a:gd name="T9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51">
                    <a:moveTo>
                      <a:pt x="65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23" y="37"/>
                      <a:pt x="91" y="48"/>
                    </a:cubicBezTo>
                    <a:cubicBezTo>
                      <a:pt x="83" y="51"/>
                      <a:pt x="131" y="51"/>
                      <a:pt x="131" y="51"/>
                    </a:cubicBezTo>
                    <a:cubicBezTo>
                      <a:pt x="131" y="51"/>
                      <a:pt x="83" y="11"/>
                      <a:pt x="89" y="0"/>
                    </a:cubicBezTo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0" name="Freeform 16"/>
              <p:cNvSpPr>
                <a:spLocks/>
              </p:cNvSpPr>
              <p:nvPr/>
            </p:nvSpPr>
            <p:spPr bwMode="auto">
              <a:xfrm>
                <a:off x="3588" y="3746"/>
                <a:ext cx="279" cy="110"/>
              </a:xfrm>
              <a:custGeom>
                <a:avLst/>
                <a:gdLst>
                  <a:gd name="T0" fmla="*/ 64 w 130"/>
                  <a:gd name="T1" fmla="*/ 1 h 51"/>
                  <a:gd name="T2" fmla="*/ 0 w 130"/>
                  <a:gd name="T3" fmla="*/ 1 h 51"/>
                  <a:gd name="T4" fmla="*/ 90 w 130"/>
                  <a:gd name="T5" fmla="*/ 48 h 51"/>
                  <a:gd name="T6" fmla="*/ 130 w 130"/>
                  <a:gd name="T7" fmla="*/ 51 h 51"/>
                  <a:gd name="T8" fmla="*/ 89 w 130"/>
                  <a:gd name="T9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0" h="51">
                    <a:moveTo>
                      <a:pt x="64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22" y="37"/>
                      <a:pt x="90" y="48"/>
                    </a:cubicBezTo>
                    <a:cubicBezTo>
                      <a:pt x="83" y="51"/>
                      <a:pt x="130" y="51"/>
                      <a:pt x="130" y="51"/>
                    </a:cubicBezTo>
                    <a:cubicBezTo>
                      <a:pt x="130" y="51"/>
                      <a:pt x="83" y="11"/>
                      <a:pt x="89" y="0"/>
                    </a:cubicBezTo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1" name="Freeform 17"/>
              <p:cNvSpPr>
                <a:spLocks/>
              </p:cNvSpPr>
              <p:nvPr/>
            </p:nvSpPr>
            <p:spPr bwMode="auto">
              <a:xfrm>
                <a:off x="2831" y="355"/>
                <a:ext cx="2073" cy="2894"/>
              </a:xfrm>
              <a:custGeom>
                <a:avLst/>
                <a:gdLst>
                  <a:gd name="T0" fmla="*/ 1178 w 2073"/>
                  <a:gd name="T1" fmla="*/ 2465 h 2894"/>
                  <a:gd name="T2" fmla="*/ 1487 w 2073"/>
                  <a:gd name="T3" fmla="*/ 2894 h 2894"/>
                  <a:gd name="T4" fmla="*/ 1803 w 2073"/>
                  <a:gd name="T5" fmla="*/ 2226 h 2894"/>
                  <a:gd name="T6" fmla="*/ 2073 w 2073"/>
                  <a:gd name="T7" fmla="*/ 1446 h 2894"/>
                  <a:gd name="T8" fmla="*/ 0 w 2073"/>
                  <a:gd name="T9" fmla="*/ 581 h 2894"/>
                  <a:gd name="T10" fmla="*/ 653 w 2073"/>
                  <a:gd name="T11" fmla="*/ 0 h 2894"/>
                  <a:gd name="T12" fmla="*/ 1874 w 2073"/>
                  <a:gd name="T13" fmla="*/ 667 h 2894"/>
                  <a:gd name="T14" fmla="*/ 95 w 2073"/>
                  <a:gd name="T15" fmla="*/ 1731 h 2894"/>
                  <a:gd name="T16" fmla="*/ 1420 w 2073"/>
                  <a:gd name="T17" fmla="*/ 1742 h 2894"/>
                  <a:gd name="T18" fmla="*/ 1803 w 2073"/>
                  <a:gd name="T19" fmla="*/ 2226 h 2894"/>
                  <a:gd name="T20" fmla="*/ 535 w 2073"/>
                  <a:gd name="T21" fmla="*/ 2825 h 2894"/>
                  <a:gd name="T22" fmla="*/ 303 w 2073"/>
                  <a:gd name="T23" fmla="*/ 2437 h 2894"/>
                  <a:gd name="T24" fmla="*/ 230 w 2073"/>
                  <a:gd name="T25" fmla="*/ 2100 h 28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73" h="2894">
                    <a:moveTo>
                      <a:pt x="1178" y="2465"/>
                    </a:moveTo>
                    <a:lnTo>
                      <a:pt x="1487" y="2894"/>
                    </a:lnTo>
                    <a:lnTo>
                      <a:pt x="1803" y="2226"/>
                    </a:lnTo>
                    <a:lnTo>
                      <a:pt x="2073" y="1446"/>
                    </a:lnTo>
                    <a:lnTo>
                      <a:pt x="0" y="581"/>
                    </a:lnTo>
                    <a:lnTo>
                      <a:pt x="653" y="0"/>
                    </a:lnTo>
                    <a:lnTo>
                      <a:pt x="1874" y="667"/>
                    </a:lnTo>
                    <a:lnTo>
                      <a:pt x="95" y="1731"/>
                    </a:lnTo>
                    <a:lnTo>
                      <a:pt x="1420" y="1742"/>
                    </a:lnTo>
                    <a:lnTo>
                      <a:pt x="1803" y="2226"/>
                    </a:lnTo>
                    <a:lnTo>
                      <a:pt x="535" y="2825"/>
                    </a:lnTo>
                    <a:lnTo>
                      <a:pt x="303" y="2437"/>
                    </a:lnTo>
                    <a:lnTo>
                      <a:pt x="230" y="2100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Freeform 18"/>
              <p:cNvSpPr>
                <a:spLocks/>
              </p:cNvSpPr>
              <p:nvPr/>
            </p:nvSpPr>
            <p:spPr bwMode="auto">
              <a:xfrm>
                <a:off x="3822" y="409"/>
                <a:ext cx="1082" cy="1392"/>
              </a:xfrm>
              <a:custGeom>
                <a:avLst/>
                <a:gdLst>
                  <a:gd name="T0" fmla="*/ 328 w 1082"/>
                  <a:gd name="T1" fmla="*/ 311 h 1392"/>
                  <a:gd name="T2" fmla="*/ 541 w 1082"/>
                  <a:gd name="T3" fmla="*/ 0 h 1392"/>
                  <a:gd name="T4" fmla="*/ 883 w 1082"/>
                  <a:gd name="T5" fmla="*/ 613 h 1392"/>
                  <a:gd name="T6" fmla="*/ 1044 w 1082"/>
                  <a:gd name="T7" fmla="*/ 532 h 1392"/>
                  <a:gd name="T8" fmla="*/ 1082 w 1082"/>
                  <a:gd name="T9" fmla="*/ 1392 h 1392"/>
                  <a:gd name="T10" fmla="*/ 883 w 1082"/>
                  <a:gd name="T11" fmla="*/ 613 h 1392"/>
                  <a:gd name="T12" fmla="*/ 0 w 1082"/>
                  <a:gd name="T13" fmla="*/ 392 h 1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82" h="1392">
                    <a:moveTo>
                      <a:pt x="328" y="311"/>
                    </a:moveTo>
                    <a:lnTo>
                      <a:pt x="541" y="0"/>
                    </a:lnTo>
                    <a:lnTo>
                      <a:pt x="883" y="613"/>
                    </a:lnTo>
                    <a:lnTo>
                      <a:pt x="1044" y="532"/>
                    </a:lnTo>
                    <a:lnTo>
                      <a:pt x="1082" y="1392"/>
                    </a:lnTo>
                    <a:lnTo>
                      <a:pt x="883" y="613"/>
                    </a:lnTo>
                    <a:lnTo>
                      <a:pt x="0" y="392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3" name="Freeform 19"/>
              <p:cNvSpPr>
                <a:spLocks/>
              </p:cNvSpPr>
              <p:nvPr/>
            </p:nvSpPr>
            <p:spPr bwMode="auto">
              <a:xfrm>
                <a:off x="2782" y="666"/>
                <a:ext cx="1259" cy="2154"/>
              </a:xfrm>
              <a:custGeom>
                <a:avLst/>
                <a:gdLst>
                  <a:gd name="T0" fmla="*/ 1023 w 1259"/>
                  <a:gd name="T1" fmla="*/ 684 h 2154"/>
                  <a:gd name="T2" fmla="*/ 1040 w 1259"/>
                  <a:gd name="T3" fmla="*/ 135 h 2154"/>
                  <a:gd name="T4" fmla="*/ 352 w 1259"/>
                  <a:gd name="T5" fmla="*/ 0 h 2154"/>
                  <a:gd name="T6" fmla="*/ 629 w 1259"/>
                  <a:gd name="T7" fmla="*/ 517 h 2154"/>
                  <a:gd name="T8" fmla="*/ 0 w 1259"/>
                  <a:gd name="T9" fmla="*/ 849 h 2154"/>
                  <a:gd name="T10" fmla="*/ 144 w 1259"/>
                  <a:gd name="T11" fmla="*/ 1420 h 2154"/>
                  <a:gd name="T12" fmla="*/ 279 w 1259"/>
                  <a:gd name="T13" fmla="*/ 1789 h 2154"/>
                  <a:gd name="T14" fmla="*/ 883 w 1259"/>
                  <a:gd name="T15" fmla="*/ 1426 h 2154"/>
                  <a:gd name="T16" fmla="*/ 352 w 1259"/>
                  <a:gd name="T17" fmla="*/ 2126 h 2154"/>
                  <a:gd name="T18" fmla="*/ 1259 w 1259"/>
                  <a:gd name="T19" fmla="*/ 2154 h 2154"/>
                  <a:gd name="T20" fmla="*/ 960 w 1259"/>
                  <a:gd name="T21" fmla="*/ 931 h 2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59" h="2154">
                    <a:moveTo>
                      <a:pt x="1023" y="684"/>
                    </a:moveTo>
                    <a:lnTo>
                      <a:pt x="1040" y="135"/>
                    </a:lnTo>
                    <a:lnTo>
                      <a:pt x="352" y="0"/>
                    </a:lnTo>
                    <a:lnTo>
                      <a:pt x="629" y="517"/>
                    </a:lnTo>
                    <a:lnTo>
                      <a:pt x="0" y="849"/>
                    </a:lnTo>
                    <a:lnTo>
                      <a:pt x="144" y="1420"/>
                    </a:lnTo>
                    <a:lnTo>
                      <a:pt x="279" y="1789"/>
                    </a:lnTo>
                    <a:lnTo>
                      <a:pt x="883" y="1426"/>
                    </a:lnTo>
                    <a:lnTo>
                      <a:pt x="352" y="2126"/>
                    </a:lnTo>
                    <a:lnTo>
                      <a:pt x="1259" y="2154"/>
                    </a:lnTo>
                    <a:lnTo>
                      <a:pt x="960" y="931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4" name="Line 20"/>
              <p:cNvSpPr>
                <a:spLocks noChangeShapeType="1"/>
              </p:cNvSpPr>
              <p:nvPr/>
            </p:nvSpPr>
            <p:spPr bwMode="auto">
              <a:xfrm flipH="1">
                <a:off x="2782" y="936"/>
                <a:ext cx="49" cy="579"/>
              </a:xfrm>
              <a:prstGeom prst="line">
                <a:avLst/>
              </a:pr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5" name="Freeform 21"/>
              <p:cNvSpPr>
                <a:spLocks/>
              </p:cNvSpPr>
              <p:nvPr/>
            </p:nvSpPr>
            <p:spPr bwMode="auto">
              <a:xfrm>
                <a:off x="3484" y="276"/>
                <a:ext cx="1382" cy="665"/>
              </a:xfrm>
              <a:custGeom>
                <a:avLst/>
                <a:gdLst>
                  <a:gd name="T0" fmla="*/ 1382 w 1382"/>
                  <a:gd name="T1" fmla="*/ 665 h 665"/>
                  <a:gd name="T2" fmla="*/ 879 w 1382"/>
                  <a:gd name="T3" fmla="*/ 133 h 665"/>
                  <a:gd name="T4" fmla="*/ 430 w 1382"/>
                  <a:gd name="T5" fmla="*/ 0 h 665"/>
                  <a:gd name="T6" fmla="*/ 0 w 1382"/>
                  <a:gd name="T7" fmla="*/ 79 h 6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82" h="665">
                    <a:moveTo>
                      <a:pt x="1382" y="665"/>
                    </a:moveTo>
                    <a:lnTo>
                      <a:pt x="879" y="133"/>
                    </a:lnTo>
                    <a:lnTo>
                      <a:pt x="430" y="0"/>
                    </a:lnTo>
                    <a:lnTo>
                      <a:pt x="0" y="79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6" name="Line 22"/>
              <p:cNvSpPr>
                <a:spLocks noChangeShapeType="1"/>
              </p:cNvSpPr>
              <p:nvPr/>
            </p:nvSpPr>
            <p:spPr bwMode="auto">
              <a:xfrm flipV="1">
                <a:off x="3326" y="1183"/>
                <a:ext cx="85" cy="665"/>
              </a:xfrm>
              <a:prstGeom prst="line">
                <a:avLst/>
              </a:pr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7" name="Freeform 23"/>
              <p:cNvSpPr>
                <a:spLocks/>
              </p:cNvSpPr>
              <p:nvPr/>
            </p:nvSpPr>
            <p:spPr bwMode="auto">
              <a:xfrm>
                <a:off x="4002" y="1443"/>
                <a:ext cx="797" cy="654"/>
              </a:xfrm>
              <a:custGeom>
                <a:avLst/>
                <a:gdLst>
                  <a:gd name="T0" fmla="*/ 797 w 797"/>
                  <a:gd name="T1" fmla="*/ 366 h 654"/>
                  <a:gd name="T2" fmla="*/ 249 w 797"/>
                  <a:gd name="T3" fmla="*/ 654 h 654"/>
                  <a:gd name="T4" fmla="*/ 0 w 797"/>
                  <a:gd name="T5" fmla="*/ 0 h 6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97" h="654">
                    <a:moveTo>
                      <a:pt x="797" y="366"/>
                    </a:moveTo>
                    <a:lnTo>
                      <a:pt x="249" y="654"/>
                    </a:lnTo>
                    <a:lnTo>
                      <a:pt x="0" y="0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8" name="Line 24"/>
              <p:cNvSpPr>
                <a:spLocks noChangeShapeType="1"/>
              </p:cNvSpPr>
              <p:nvPr/>
            </p:nvSpPr>
            <p:spPr bwMode="auto">
              <a:xfrm>
                <a:off x="3457" y="2378"/>
                <a:ext cx="584" cy="442"/>
              </a:xfrm>
              <a:prstGeom prst="line">
                <a:avLst/>
              </a:pr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9" name="Line 25"/>
              <p:cNvSpPr>
                <a:spLocks noChangeShapeType="1"/>
              </p:cNvSpPr>
              <p:nvPr/>
            </p:nvSpPr>
            <p:spPr bwMode="auto">
              <a:xfrm flipH="1">
                <a:off x="4049" y="2311"/>
                <a:ext cx="355" cy="498"/>
              </a:xfrm>
              <a:prstGeom prst="line">
                <a:avLst/>
              </a:pr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0" name="Oval 26"/>
              <p:cNvSpPr>
                <a:spLocks noChangeArrowheads="1"/>
              </p:cNvSpPr>
              <p:nvPr/>
            </p:nvSpPr>
            <p:spPr bwMode="auto">
              <a:xfrm>
                <a:off x="3068" y="2708"/>
                <a:ext cx="159" cy="161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1" name="Oval 27"/>
              <p:cNvSpPr>
                <a:spLocks noChangeArrowheads="1"/>
              </p:cNvSpPr>
              <p:nvPr/>
            </p:nvSpPr>
            <p:spPr bwMode="auto">
              <a:xfrm>
                <a:off x="3946" y="2708"/>
                <a:ext cx="204" cy="202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2" name="Oval 28"/>
              <p:cNvSpPr>
                <a:spLocks noChangeArrowheads="1"/>
              </p:cNvSpPr>
              <p:nvPr/>
            </p:nvSpPr>
            <p:spPr bwMode="auto">
              <a:xfrm>
                <a:off x="4554" y="2513"/>
                <a:ext cx="131" cy="131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3" name="Oval 29"/>
              <p:cNvSpPr>
                <a:spLocks noChangeArrowheads="1"/>
              </p:cNvSpPr>
              <p:nvPr/>
            </p:nvSpPr>
            <p:spPr bwMode="auto">
              <a:xfrm>
                <a:off x="4189" y="2024"/>
                <a:ext cx="127" cy="12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4" name="Oval 30"/>
              <p:cNvSpPr>
                <a:spLocks noChangeArrowheads="1"/>
              </p:cNvSpPr>
              <p:nvPr/>
            </p:nvSpPr>
            <p:spPr bwMode="auto">
              <a:xfrm>
                <a:off x="3822" y="2043"/>
                <a:ext cx="124" cy="127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5" name="Oval 31"/>
              <p:cNvSpPr>
                <a:spLocks noChangeArrowheads="1"/>
              </p:cNvSpPr>
              <p:nvPr/>
            </p:nvSpPr>
            <p:spPr bwMode="auto">
              <a:xfrm>
                <a:off x="3936" y="1352"/>
                <a:ext cx="219" cy="21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6" name="Oval 32"/>
              <p:cNvSpPr>
                <a:spLocks noChangeArrowheads="1"/>
              </p:cNvSpPr>
              <p:nvPr/>
            </p:nvSpPr>
            <p:spPr bwMode="auto">
              <a:xfrm>
                <a:off x="4778" y="1713"/>
                <a:ext cx="178" cy="178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7" name="Oval 33"/>
              <p:cNvSpPr>
                <a:spLocks noChangeArrowheads="1"/>
              </p:cNvSpPr>
              <p:nvPr/>
            </p:nvSpPr>
            <p:spPr bwMode="auto">
              <a:xfrm>
                <a:off x="4601" y="960"/>
                <a:ext cx="140" cy="137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8" name="Oval 34"/>
              <p:cNvSpPr>
                <a:spLocks noChangeArrowheads="1"/>
              </p:cNvSpPr>
              <p:nvPr/>
            </p:nvSpPr>
            <p:spPr bwMode="auto">
              <a:xfrm>
                <a:off x="4299" y="355"/>
                <a:ext cx="105" cy="10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9" name="Oval 35"/>
              <p:cNvSpPr>
                <a:spLocks noChangeArrowheads="1"/>
              </p:cNvSpPr>
              <p:nvPr/>
            </p:nvSpPr>
            <p:spPr bwMode="auto">
              <a:xfrm>
                <a:off x="4103" y="666"/>
                <a:ext cx="112" cy="10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0" name="Oval 36"/>
              <p:cNvSpPr>
                <a:spLocks noChangeArrowheads="1"/>
              </p:cNvSpPr>
              <p:nvPr/>
            </p:nvSpPr>
            <p:spPr bwMode="auto">
              <a:xfrm>
                <a:off x="3431" y="310"/>
                <a:ext cx="139" cy="13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1" name="Oval 37"/>
              <p:cNvSpPr>
                <a:spLocks noChangeArrowheads="1"/>
              </p:cNvSpPr>
              <p:nvPr/>
            </p:nvSpPr>
            <p:spPr bwMode="auto">
              <a:xfrm>
                <a:off x="3852" y="205"/>
                <a:ext cx="150" cy="15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2" name="Oval 38"/>
              <p:cNvSpPr>
                <a:spLocks noChangeArrowheads="1"/>
              </p:cNvSpPr>
              <p:nvPr/>
            </p:nvSpPr>
            <p:spPr bwMode="auto">
              <a:xfrm>
                <a:off x="3742" y="722"/>
                <a:ext cx="142" cy="141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3" name="Oval 39"/>
              <p:cNvSpPr>
                <a:spLocks noChangeArrowheads="1"/>
              </p:cNvSpPr>
              <p:nvPr/>
            </p:nvSpPr>
            <p:spPr bwMode="auto">
              <a:xfrm>
                <a:off x="3326" y="1121"/>
                <a:ext cx="150" cy="15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4" name="Oval 40"/>
              <p:cNvSpPr>
                <a:spLocks noChangeArrowheads="1"/>
              </p:cNvSpPr>
              <p:nvPr/>
            </p:nvSpPr>
            <p:spPr bwMode="auto">
              <a:xfrm>
                <a:off x="3742" y="1299"/>
                <a:ext cx="103" cy="10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5" name="Oval 41"/>
              <p:cNvSpPr>
                <a:spLocks noChangeArrowheads="1"/>
              </p:cNvSpPr>
              <p:nvPr/>
            </p:nvSpPr>
            <p:spPr bwMode="auto">
              <a:xfrm>
                <a:off x="3697" y="1556"/>
                <a:ext cx="97" cy="9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6" name="Oval 42"/>
              <p:cNvSpPr>
                <a:spLocks noChangeArrowheads="1"/>
              </p:cNvSpPr>
              <p:nvPr/>
            </p:nvSpPr>
            <p:spPr bwMode="auto">
              <a:xfrm>
                <a:off x="3596" y="2026"/>
                <a:ext cx="146" cy="148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7" name="Oval 43"/>
              <p:cNvSpPr>
                <a:spLocks noChangeArrowheads="1"/>
              </p:cNvSpPr>
              <p:nvPr/>
            </p:nvSpPr>
            <p:spPr bwMode="auto">
              <a:xfrm>
                <a:off x="2993" y="2408"/>
                <a:ext cx="113" cy="11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8" name="Oval 44"/>
              <p:cNvSpPr>
                <a:spLocks noChangeArrowheads="1"/>
              </p:cNvSpPr>
              <p:nvPr/>
            </p:nvSpPr>
            <p:spPr bwMode="auto">
              <a:xfrm>
                <a:off x="2881" y="2043"/>
                <a:ext cx="112" cy="112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9" name="Oval 45"/>
              <p:cNvSpPr>
                <a:spLocks noChangeArrowheads="1"/>
              </p:cNvSpPr>
              <p:nvPr/>
            </p:nvSpPr>
            <p:spPr bwMode="auto">
              <a:xfrm>
                <a:off x="3291" y="1779"/>
                <a:ext cx="110" cy="11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0" name="Oval 46"/>
              <p:cNvSpPr>
                <a:spLocks noChangeArrowheads="1"/>
              </p:cNvSpPr>
              <p:nvPr/>
            </p:nvSpPr>
            <p:spPr bwMode="auto">
              <a:xfrm>
                <a:off x="2724" y="1432"/>
                <a:ext cx="170" cy="16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1" name="Oval 47"/>
              <p:cNvSpPr>
                <a:spLocks noChangeArrowheads="1"/>
              </p:cNvSpPr>
              <p:nvPr/>
            </p:nvSpPr>
            <p:spPr bwMode="auto">
              <a:xfrm>
                <a:off x="2780" y="878"/>
                <a:ext cx="122" cy="12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2" name="Oval 48"/>
              <p:cNvSpPr>
                <a:spLocks noChangeArrowheads="1"/>
              </p:cNvSpPr>
              <p:nvPr/>
            </p:nvSpPr>
            <p:spPr bwMode="auto">
              <a:xfrm>
                <a:off x="3089" y="617"/>
                <a:ext cx="105" cy="1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3" name="Oval 49"/>
              <p:cNvSpPr>
                <a:spLocks noChangeArrowheads="1"/>
              </p:cNvSpPr>
              <p:nvPr/>
            </p:nvSpPr>
            <p:spPr bwMode="auto">
              <a:xfrm>
                <a:off x="4810" y="881"/>
                <a:ext cx="94" cy="94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4" name="Oval 50"/>
              <p:cNvSpPr>
                <a:spLocks noChangeArrowheads="1"/>
              </p:cNvSpPr>
              <p:nvPr/>
            </p:nvSpPr>
            <p:spPr bwMode="auto">
              <a:xfrm>
                <a:off x="3326" y="3126"/>
                <a:ext cx="85" cy="8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5" name="Oval 51"/>
              <p:cNvSpPr>
                <a:spLocks noChangeArrowheads="1"/>
              </p:cNvSpPr>
              <p:nvPr/>
            </p:nvSpPr>
            <p:spPr bwMode="auto">
              <a:xfrm>
                <a:off x="4266" y="3178"/>
                <a:ext cx="95" cy="94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cxnSp>
          <p:nvCxnSpPr>
            <p:cNvPr id="38" name="直接连接符 37"/>
            <p:cNvCxnSpPr/>
            <p:nvPr/>
          </p:nvCxnSpPr>
          <p:spPr>
            <a:xfrm flipH="1">
              <a:off x="5966629" y="1288052"/>
              <a:ext cx="299176" cy="61263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5900667" y="1011655"/>
              <a:ext cx="319741" cy="5234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 flipV="1">
              <a:off x="5900667" y="699121"/>
              <a:ext cx="285441" cy="5654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H="1" flipV="1">
              <a:off x="6016363" y="301520"/>
              <a:ext cx="245611" cy="136373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 flipV="1">
              <a:off x="6321043" y="-74620"/>
              <a:ext cx="130337" cy="202553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H="1" flipV="1">
              <a:off x="6867211" y="-231575"/>
              <a:ext cx="1" cy="185652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7280432" y="-39202"/>
              <a:ext cx="170861" cy="184338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7538294" y="263188"/>
              <a:ext cx="240414" cy="158327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7640278" y="672160"/>
              <a:ext cx="304679" cy="83501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7612855" y="1014272"/>
              <a:ext cx="332102" cy="1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H="1" flipV="1">
              <a:off x="7506513" y="1267650"/>
              <a:ext cx="219368" cy="80768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文本框 11"/>
          <p:cNvSpPr txBox="1"/>
          <p:nvPr/>
        </p:nvSpPr>
        <p:spPr>
          <a:xfrm>
            <a:off x="2332234" y="2098394"/>
            <a:ext cx="5137078" cy="56169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altLang="zh-CN" sz="3200" dirty="0"/>
              <a:t>The challenges at Tier </a:t>
            </a:r>
            <a:r>
              <a:rPr lang="en-US" altLang="zh-CN" sz="3200" dirty="0" smtClean="0"/>
              <a:t>I</a:t>
            </a:r>
            <a:r>
              <a:rPr lang="en-US" altLang="zh-CN" sz="3200" dirty="0"/>
              <a:t>II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97" name="组合 96"/>
          <p:cNvGrpSpPr/>
          <p:nvPr/>
        </p:nvGrpSpPr>
        <p:grpSpPr>
          <a:xfrm>
            <a:off x="3843502" y="2700763"/>
            <a:ext cx="1456997" cy="84874"/>
            <a:chOff x="3843502" y="2700763"/>
            <a:chExt cx="1456997" cy="84874"/>
          </a:xfrm>
        </p:grpSpPr>
        <p:cxnSp>
          <p:nvCxnSpPr>
            <p:cNvPr id="98" name="直接连接符 97"/>
            <p:cNvCxnSpPr/>
            <p:nvPr/>
          </p:nvCxnSpPr>
          <p:spPr>
            <a:xfrm>
              <a:off x="3843502" y="2743200"/>
              <a:ext cx="1456997" cy="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椭圆 98"/>
            <p:cNvSpPr/>
            <p:nvPr/>
          </p:nvSpPr>
          <p:spPr>
            <a:xfrm>
              <a:off x="4529563" y="2700763"/>
              <a:ext cx="84874" cy="84874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76937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14:prism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 tmFilter="0,0; .5, 1; 1, 1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800"/>
                            </p:stCondLst>
                            <p:childTnLst>
                              <p:par>
                                <p:cTn id="4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9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Placeholder 8"/>
          <p:cNvSpPr txBox="1"/>
          <p:nvPr/>
        </p:nvSpPr>
        <p:spPr>
          <a:xfrm>
            <a:off x="1867718" y="1255066"/>
            <a:ext cx="2446010" cy="1329108"/>
          </a:xfrm>
          <a:prstGeom prst="rect">
            <a:avLst/>
          </a:prstGeom>
        </p:spPr>
        <p:txBody>
          <a:bodyPr vert="horz" lIns="68580" tIns="34290" rIns="68580" bIns="34290"/>
          <a:lstStyle>
            <a:defPPr>
              <a:defRPr lang="zh-CN"/>
            </a:defPPr>
            <a:lvl1pPr indent="0" defTabSz="457200">
              <a:spcBef>
                <a:spcPct val="20000"/>
              </a:spcBef>
              <a:buFont typeface="Arial"/>
              <a:buNone/>
              <a:defRPr sz="1400" baseline="0">
                <a:gradFill>
                  <a:gsLst>
                    <a:gs pos="0">
                      <a:schemeClr val="bg1">
                        <a:shade val="30000"/>
                        <a:satMod val="115000"/>
                      </a:schemeClr>
                    </a:gs>
                    <a:gs pos="50000">
                      <a:schemeClr val="bg1">
                        <a:shade val="67500"/>
                        <a:satMod val="115000"/>
                      </a:schemeClr>
                    </a:gs>
                    <a:gs pos="100000">
                      <a:schemeClr val="bg1">
                        <a:shade val="100000"/>
                        <a:satMod val="115000"/>
                      </a:schemeClr>
                    </a:gs>
                  </a:gsLst>
                  <a:lin ang="16200000" scaled="1"/>
                </a:gradFill>
                <a:latin typeface="微软雅黑" pitchFamily="34" charset="-122"/>
                <a:ea typeface="微软雅黑" pitchFamily="34" charset="-122"/>
                <a:cs typeface="Roboto condensed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>
              <a:lnSpc>
                <a:spcPts val="1500"/>
              </a:lnSpc>
            </a:pPr>
            <a:endParaRPr lang="zh-CN" altLang="en-US" sz="1800" b="1" dirty="0">
              <a:latin typeface="Kaiti SC" charset="-122"/>
              <a:ea typeface="Kaiti SC" charset="-122"/>
              <a:cs typeface="Kaiti SC" charset="-122"/>
              <a:sym typeface="+mn-lt"/>
            </a:endParaRPr>
          </a:p>
        </p:txBody>
      </p:sp>
      <p:sp>
        <p:nvSpPr>
          <p:cNvPr id="37" name="文本框 15"/>
          <p:cNvSpPr txBox="1"/>
          <p:nvPr/>
        </p:nvSpPr>
        <p:spPr>
          <a:xfrm>
            <a:off x="709386" y="309785"/>
            <a:ext cx="3334294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altLang="zh-CN" sz="1800"/>
              <a:t>The challenges at Tier III</a:t>
            </a:r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249193" y="1314056"/>
            <a:ext cx="602227" cy="602227"/>
            <a:chOff x="1201568" y="1323581"/>
            <a:chExt cx="602227" cy="602227"/>
          </a:xfrm>
        </p:grpSpPr>
        <p:grpSp>
          <p:nvGrpSpPr>
            <p:cNvPr id="9" name="组合 8"/>
            <p:cNvGrpSpPr/>
            <p:nvPr/>
          </p:nvGrpSpPr>
          <p:grpSpPr>
            <a:xfrm>
              <a:off x="1370273" y="1442634"/>
              <a:ext cx="264816" cy="364121"/>
              <a:chOff x="6766243" y="2767965"/>
              <a:chExt cx="139700" cy="192088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31762" name="Rectangle 27"/>
              <p:cNvSpPr/>
              <p:nvPr/>
            </p:nvSpPr>
            <p:spPr>
              <a:xfrm>
                <a:off x="6766243" y="2807653"/>
                <a:ext cx="22225" cy="152400"/>
              </a:xfrm>
              <a:prstGeom prst="rect">
                <a:avLst/>
              </a:prstGeom>
              <a:grpFill/>
              <a:ln w="9525">
                <a:noFill/>
                <a:miter/>
              </a:ln>
            </p:spPr>
            <p:txBody>
              <a:bodyPr/>
              <a:lstStyle/>
              <a:p>
                <a:pPr lvl="0" eaLnBrk="1" hangingPunct="1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31763" name="Rectangle 28"/>
              <p:cNvSpPr/>
              <p:nvPr/>
            </p:nvSpPr>
            <p:spPr>
              <a:xfrm>
                <a:off x="6807518" y="2783840"/>
                <a:ext cx="20637" cy="176213"/>
              </a:xfrm>
              <a:prstGeom prst="rect">
                <a:avLst/>
              </a:prstGeom>
              <a:grpFill/>
              <a:ln w="9525">
                <a:noFill/>
                <a:miter/>
              </a:ln>
            </p:spPr>
            <p:txBody>
              <a:bodyPr/>
              <a:lstStyle/>
              <a:p>
                <a:pPr lvl="0" eaLnBrk="1" hangingPunct="1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31764" name="Rectangle 29"/>
              <p:cNvSpPr/>
              <p:nvPr/>
            </p:nvSpPr>
            <p:spPr>
              <a:xfrm>
                <a:off x="6844030" y="2767965"/>
                <a:ext cx="22225" cy="192088"/>
              </a:xfrm>
              <a:prstGeom prst="rect">
                <a:avLst/>
              </a:prstGeom>
              <a:grpFill/>
              <a:ln w="9525">
                <a:noFill/>
                <a:miter/>
              </a:ln>
            </p:spPr>
            <p:txBody>
              <a:bodyPr/>
              <a:lstStyle/>
              <a:p>
                <a:pPr lvl="0" eaLnBrk="1" hangingPunct="1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31765" name="Rectangle 30"/>
              <p:cNvSpPr/>
              <p:nvPr/>
            </p:nvSpPr>
            <p:spPr>
              <a:xfrm>
                <a:off x="6882130" y="2866390"/>
                <a:ext cx="23813" cy="93663"/>
              </a:xfrm>
              <a:prstGeom prst="rect">
                <a:avLst/>
              </a:prstGeom>
              <a:grpFill/>
              <a:ln w="9525">
                <a:noFill/>
                <a:miter/>
              </a:ln>
            </p:spPr>
            <p:txBody>
              <a:bodyPr/>
              <a:lstStyle/>
              <a:p>
                <a:pPr lvl="0" eaLnBrk="1" hangingPunct="1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sp>
          <p:nvSpPr>
            <p:cNvPr id="15" name="泪滴形 14"/>
            <p:cNvSpPr/>
            <p:nvPr/>
          </p:nvSpPr>
          <p:spPr>
            <a:xfrm>
              <a:off x="1201568" y="1323581"/>
              <a:ext cx="602227" cy="602227"/>
            </a:xfrm>
            <a:prstGeom prst="teardrop">
              <a:avLst/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1249193" y="2969162"/>
            <a:ext cx="602227" cy="602227"/>
            <a:chOff x="1201568" y="2978687"/>
            <a:chExt cx="602227" cy="602227"/>
          </a:xfrm>
        </p:grpSpPr>
        <p:sp>
          <p:nvSpPr>
            <p:cNvPr id="31761" name="Freeform 36"/>
            <p:cNvSpPr/>
            <p:nvPr/>
          </p:nvSpPr>
          <p:spPr>
            <a:xfrm>
              <a:off x="1311282" y="3111644"/>
              <a:ext cx="382799" cy="336313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134" h="117">
                  <a:moveTo>
                    <a:pt x="134" y="20"/>
                  </a:moveTo>
                  <a:cubicBezTo>
                    <a:pt x="134" y="9"/>
                    <a:pt x="125" y="0"/>
                    <a:pt x="114" y="0"/>
                  </a:cubicBezTo>
                  <a:cubicBezTo>
                    <a:pt x="103" y="0"/>
                    <a:pt x="94" y="9"/>
                    <a:pt x="94" y="20"/>
                  </a:cubicBezTo>
                  <a:cubicBezTo>
                    <a:pt x="94" y="26"/>
                    <a:pt x="96" y="31"/>
                    <a:pt x="100" y="34"/>
                  </a:cubicBezTo>
                  <a:cubicBezTo>
                    <a:pt x="77" y="89"/>
                    <a:pt x="77" y="89"/>
                    <a:pt x="77" y="89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27" y="63"/>
                    <a:pt x="27" y="63"/>
                    <a:pt x="27" y="63"/>
                  </a:cubicBezTo>
                  <a:cubicBezTo>
                    <a:pt x="25" y="62"/>
                    <a:pt x="23" y="62"/>
                    <a:pt x="21" y="62"/>
                  </a:cubicBezTo>
                  <a:cubicBezTo>
                    <a:pt x="9" y="62"/>
                    <a:pt x="0" y="71"/>
                    <a:pt x="0" y="82"/>
                  </a:cubicBezTo>
                  <a:cubicBezTo>
                    <a:pt x="0" y="93"/>
                    <a:pt x="9" y="102"/>
                    <a:pt x="21" y="102"/>
                  </a:cubicBezTo>
                  <a:cubicBezTo>
                    <a:pt x="32" y="102"/>
                    <a:pt x="41" y="93"/>
                    <a:pt x="41" y="82"/>
                  </a:cubicBezTo>
                  <a:cubicBezTo>
                    <a:pt x="41" y="81"/>
                    <a:pt x="41" y="79"/>
                    <a:pt x="40" y="78"/>
                  </a:cubicBezTo>
                  <a:cubicBezTo>
                    <a:pt x="47" y="70"/>
                    <a:pt x="47" y="70"/>
                    <a:pt x="47" y="70"/>
                  </a:cubicBezTo>
                  <a:cubicBezTo>
                    <a:pt x="69" y="117"/>
                    <a:pt x="69" y="117"/>
                    <a:pt x="69" y="117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28" y="37"/>
                    <a:pt x="134" y="29"/>
                    <a:pt x="134" y="2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0" name="泪滴形 39"/>
            <p:cNvSpPr/>
            <p:nvPr/>
          </p:nvSpPr>
          <p:spPr>
            <a:xfrm>
              <a:off x="1201568" y="2978687"/>
              <a:ext cx="602227" cy="602227"/>
            </a:xfrm>
            <a:prstGeom prst="teardrop">
              <a:avLst/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9" name="Text Placeholder 8"/>
          <p:cNvSpPr txBox="1"/>
          <p:nvPr/>
        </p:nvSpPr>
        <p:spPr>
          <a:xfrm>
            <a:off x="5450215" y="1520058"/>
            <a:ext cx="2446010" cy="906780"/>
          </a:xfrm>
          <a:prstGeom prst="rect">
            <a:avLst/>
          </a:prstGeom>
        </p:spPr>
        <p:txBody>
          <a:bodyPr vert="horz" lIns="68580" tIns="34290" rIns="68580" bIns="34290"/>
          <a:lstStyle>
            <a:defPPr>
              <a:defRPr lang="zh-CN"/>
            </a:defPPr>
            <a:lvl1pPr indent="0" defTabSz="457200">
              <a:spcBef>
                <a:spcPct val="20000"/>
              </a:spcBef>
              <a:buFont typeface="Arial"/>
              <a:buNone/>
              <a:defRPr sz="1400" baseline="0">
                <a:gradFill>
                  <a:gsLst>
                    <a:gs pos="0">
                      <a:schemeClr val="bg1">
                        <a:shade val="30000"/>
                        <a:satMod val="115000"/>
                      </a:schemeClr>
                    </a:gs>
                    <a:gs pos="50000">
                      <a:schemeClr val="bg1">
                        <a:shade val="67500"/>
                        <a:satMod val="115000"/>
                      </a:schemeClr>
                    </a:gs>
                    <a:gs pos="100000">
                      <a:schemeClr val="bg1">
                        <a:shade val="100000"/>
                        <a:satMod val="115000"/>
                      </a:schemeClr>
                    </a:gs>
                  </a:gsLst>
                  <a:lin ang="16200000" scaled="1"/>
                </a:gradFill>
                <a:latin typeface="微软雅黑" pitchFamily="34" charset="-122"/>
                <a:ea typeface="微软雅黑" pitchFamily="34" charset="-122"/>
                <a:cs typeface="Roboto condensed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>
              <a:lnSpc>
                <a:spcPts val="1500"/>
              </a:lnSpc>
            </a:pPr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4792493" y="1286758"/>
            <a:ext cx="602227" cy="602227"/>
            <a:chOff x="4440068" y="1361681"/>
            <a:chExt cx="602227" cy="602227"/>
          </a:xfrm>
        </p:grpSpPr>
        <p:grpSp>
          <p:nvGrpSpPr>
            <p:cNvPr id="4" name="组合 3"/>
            <p:cNvGrpSpPr/>
            <p:nvPr/>
          </p:nvGrpSpPr>
          <p:grpSpPr>
            <a:xfrm>
              <a:off x="4565190" y="1486803"/>
              <a:ext cx="351983" cy="351983"/>
              <a:chOff x="4953318" y="2640965"/>
              <a:chExt cx="227012" cy="227013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31748" name="Freeform 21"/>
              <p:cNvSpPr/>
              <p:nvPr/>
            </p:nvSpPr>
            <p:spPr>
              <a:xfrm>
                <a:off x="4953318" y="2658428"/>
                <a:ext cx="211137" cy="209550"/>
              </a:xfrm>
              <a:custGeom>
                <a:avLst/>
                <a:gdLst/>
                <a:ahLst/>
                <a:cxnLst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0"/>
                  </a:cxn>
                </a:cxnLst>
                <a:rect l="0" t="0" r="0" b="0"/>
                <a:pathLst>
                  <a:path w="129" h="128">
                    <a:moveTo>
                      <a:pt x="62" y="0"/>
                    </a:moveTo>
                    <a:cubicBezTo>
                      <a:pt x="48" y="1"/>
                      <a:pt x="35" y="7"/>
                      <a:pt x="24" y="18"/>
                    </a:cubicBezTo>
                    <a:cubicBezTo>
                      <a:pt x="0" y="42"/>
                      <a:pt x="0" y="80"/>
                      <a:pt x="24" y="104"/>
                    </a:cubicBezTo>
                    <a:cubicBezTo>
                      <a:pt x="48" y="128"/>
                      <a:pt x="87" y="128"/>
                      <a:pt x="111" y="104"/>
                    </a:cubicBezTo>
                    <a:cubicBezTo>
                      <a:pt x="122" y="94"/>
                      <a:pt x="127" y="80"/>
                      <a:pt x="129" y="66"/>
                    </a:cubicBezTo>
                    <a:cubicBezTo>
                      <a:pt x="62" y="66"/>
                      <a:pt x="62" y="66"/>
                      <a:pt x="62" y="66"/>
                    </a:cubicBezTo>
                    <a:lnTo>
                      <a:pt x="62" y="0"/>
                    </a:lnTo>
                    <a:close/>
                  </a:path>
                </a:pathLst>
              </a:custGeom>
              <a:grpFill/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1749" name="Freeform 22"/>
              <p:cNvSpPr/>
              <p:nvPr/>
            </p:nvSpPr>
            <p:spPr>
              <a:xfrm>
                <a:off x="5070793" y="2640965"/>
                <a:ext cx="109537" cy="109538"/>
              </a:xfrm>
              <a:custGeom>
                <a:avLst/>
                <a:gdLst/>
                <a:ahLst/>
                <a:cxnLst>
                  <a:cxn ang="0">
                    <a:pos x="2147483647" y="2147483647"/>
                  </a:cxn>
                  <a:cxn ang="0">
                    <a:pos x="0" y="2147483647"/>
                  </a:cxn>
                  <a:cxn ang="0">
                    <a:pos x="0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0" t="0" r="0" b="0"/>
                <a:pathLst>
                  <a:path w="68" h="68">
                    <a:moveTo>
                      <a:pt x="49" y="20"/>
                    </a:moveTo>
                    <a:cubicBezTo>
                      <a:pt x="35" y="6"/>
                      <a:pt x="18" y="0"/>
                      <a:pt x="0" y="2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66" y="68"/>
                      <a:pt x="66" y="68"/>
                      <a:pt x="66" y="68"/>
                    </a:cubicBezTo>
                    <a:cubicBezTo>
                      <a:pt x="68" y="51"/>
                      <a:pt x="62" y="33"/>
                      <a:pt x="49" y="20"/>
                    </a:cubicBezTo>
                    <a:close/>
                  </a:path>
                </a:pathLst>
              </a:custGeom>
              <a:grpFill/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52" name="泪滴形 51"/>
            <p:cNvSpPr/>
            <p:nvPr/>
          </p:nvSpPr>
          <p:spPr>
            <a:xfrm>
              <a:off x="4440068" y="1361681"/>
              <a:ext cx="602227" cy="602227"/>
            </a:xfrm>
            <a:prstGeom prst="teardrop">
              <a:avLst/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4792493" y="2969162"/>
            <a:ext cx="602227" cy="602227"/>
            <a:chOff x="4440068" y="3016787"/>
            <a:chExt cx="602227" cy="602227"/>
          </a:xfrm>
        </p:grpSpPr>
        <p:grpSp>
          <p:nvGrpSpPr>
            <p:cNvPr id="10" name="组合 9"/>
            <p:cNvGrpSpPr/>
            <p:nvPr/>
          </p:nvGrpSpPr>
          <p:grpSpPr>
            <a:xfrm>
              <a:off x="4571197" y="3149450"/>
              <a:ext cx="339968" cy="336901"/>
              <a:chOff x="4735830" y="4453890"/>
              <a:chExt cx="176213" cy="174625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31757" name="Oval 42"/>
              <p:cNvSpPr/>
              <p:nvPr/>
            </p:nvSpPr>
            <p:spPr>
              <a:xfrm>
                <a:off x="4735830" y="4472940"/>
                <a:ext cx="73025" cy="69850"/>
              </a:xfrm>
              <a:prstGeom prst="ellipse">
                <a:avLst/>
              </a:prstGeom>
              <a:grpFill/>
              <a:ln w="9525">
                <a:noFill/>
              </a:ln>
            </p:spPr>
            <p:txBody>
              <a:bodyPr/>
              <a:lstStyle/>
              <a:p>
                <a:pPr lvl="0" eaLnBrk="1" hangingPunct="1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31758" name="Oval 43"/>
              <p:cNvSpPr/>
              <p:nvPr/>
            </p:nvSpPr>
            <p:spPr>
              <a:xfrm>
                <a:off x="4823143" y="4453890"/>
                <a:ext cx="88900" cy="88900"/>
              </a:xfrm>
              <a:prstGeom prst="ellipse">
                <a:avLst/>
              </a:prstGeom>
              <a:grpFill/>
              <a:ln w="9525">
                <a:noFill/>
              </a:ln>
            </p:spPr>
            <p:txBody>
              <a:bodyPr/>
              <a:lstStyle/>
              <a:p>
                <a:pPr lvl="0" eaLnBrk="1" hangingPunct="1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31759" name="Oval 44"/>
              <p:cNvSpPr/>
              <p:nvPr/>
            </p:nvSpPr>
            <p:spPr>
              <a:xfrm>
                <a:off x="4735830" y="4557078"/>
                <a:ext cx="73025" cy="71437"/>
              </a:xfrm>
              <a:prstGeom prst="ellipse">
                <a:avLst/>
              </a:prstGeom>
              <a:grpFill/>
              <a:ln w="9525">
                <a:noFill/>
              </a:ln>
            </p:spPr>
            <p:txBody>
              <a:bodyPr/>
              <a:lstStyle/>
              <a:p>
                <a:pPr lvl="0" eaLnBrk="1" hangingPunct="1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31760" name="Oval 45"/>
              <p:cNvSpPr/>
              <p:nvPr/>
            </p:nvSpPr>
            <p:spPr>
              <a:xfrm>
                <a:off x="4823143" y="4557078"/>
                <a:ext cx="71437" cy="71437"/>
              </a:xfrm>
              <a:prstGeom prst="ellipse">
                <a:avLst/>
              </a:prstGeom>
              <a:grpFill/>
              <a:ln w="9525">
                <a:noFill/>
              </a:ln>
            </p:spPr>
            <p:txBody>
              <a:bodyPr/>
              <a:lstStyle/>
              <a:p>
                <a:pPr lvl="0" eaLnBrk="1" hangingPunct="1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sp>
          <p:nvSpPr>
            <p:cNvPr id="53" name="泪滴形 52"/>
            <p:cNvSpPr/>
            <p:nvPr/>
          </p:nvSpPr>
          <p:spPr>
            <a:xfrm>
              <a:off x="4440068" y="3016787"/>
              <a:ext cx="602227" cy="602227"/>
            </a:xfrm>
            <a:prstGeom prst="teardrop">
              <a:avLst/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矩形 4"/>
          <p:cNvSpPr/>
          <p:nvPr/>
        </p:nvSpPr>
        <p:spPr>
          <a:xfrm>
            <a:off x="1851417" y="1304464"/>
            <a:ext cx="2192263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4F4F4F"/>
                </a:solidFill>
                <a:latin typeface="-apple-system" charset="0"/>
              </a:rPr>
              <a:t>数据挖掘挑战集中在算法设计上，以解决大数据量，分布式数据分布以及复杂和动态数据特征带来的困难。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5477767" y="1304464"/>
            <a:ext cx="194038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首先，数据融合技术对稀疏，异构，不确定，不完整和多源数据进行预处理。</a:t>
            </a:r>
          </a:p>
        </p:txBody>
      </p:sp>
      <p:sp>
        <p:nvSpPr>
          <p:cNvPr id="7" name="矩形 6"/>
          <p:cNvSpPr/>
          <p:nvPr/>
        </p:nvSpPr>
        <p:spPr>
          <a:xfrm>
            <a:off x="1851417" y="2969162"/>
            <a:ext cx="207454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其次，复杂和动态的数据在预处理之后被挖掘。 第三，测试通过局部学习和模型融合获得的全局知识，并将相关信息反馈到预处理阶段。</a:t>
            </a:r>
          </a:p>
        </p:txBody>
      </p:sp>
      <p:sp>
        <p:nvSpPr>
          <p:cNvPr id="8" name="矩形 7"/>
          <p:cNvSpPr/>
          <p:nvPr/>
        </p:nvSpPr>
        <p:spPr>
          <a:xfrm>
            <a:off x="5450215" y="2969162"/>
            <a:ext cx="175824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 然后根据反馈调整模型和参数。在整个过程中，信息共享不仅是保障每个阶段顺利开展，也是大数据处理的目的。 </a:t>
            </a:r>
          </a:p>
        </p:txBody>
      </p:sp>
    </p:spTree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50"/>
                            </p:stCondLst>
                            <p:childTnLst>
                              <p:par>
                                <p:cTn id="13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50"/>
                            </p:stCondLst>
                            <p:childTnLst>
                              <p:par>
                                <p:cTn id="25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50"/>
                            </p:stCondLst>
                            <p:childTnLst>
                              <p:par>
                                <p:cTn id="33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50"/>
                            </p:stCondLst>
                            <p:childTnLst>
                              <p:par>
                                <p:cTn id="45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37" grpId="0"/>
      <p:bldP spid="4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1888435" y="2910411"/>
            <a:ext cx="6175198" cy="50013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altLang="zh-CN" sz="2800" dirty="0"/>
              <a:t>Big Data Mining Platform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36"/>
          <p:cNvSpPr txBox="1"/>
          <p:nvPr/>
        </p:nvSpPr>
        <p:spPr>
          <a:xfrm>
            <a:off x="2751027" y="3385281"/>
            <a:ext cx="3860006" cy="4847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dirty="0"/>
              <a:t>大数据挖掘平台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-2776945" y="365769"/>
            <a:ext cx="4342716" cy="4321430"/>
            <a:chOff x="6940262" y="3251983"/>
            <a:chExt cx="971550" cy="966788"/>
          </a:xfrm>
        </p:grpSpPr>
        <p:sp>
          <p:nvSpPr>
            <p:cNvPr id="17" name="Freeform 5"/>
            <p:cNvSpPr>
              <a:spLocks/>
            </p:cNvSpPr>
            <p:nvPr/>
          </p:nvSpPr>
          <p:spPr bwMode="auto">
            <a:xfrm>
              <a:off x="6959312" y="3251983"/>
              <a:ext cx="928688" cy="966788"/>
            </a:xfrm>
            <a:custGeom>
              <a:avLst/>
              <a:gdLst>
                <a:gd name="T0" fmla="*/ 121 w 245"/>
                <a:gd name="T1" fmla="*/ 0 h 255"/>
                <a:gd name="T2" fmla="*/ 158 w 245"/>
                <a:gd name="T3" fmla="*/ 61 h 255"/>
                <a:gd name="T4" fmla="*/ 234 w 245"/>
                <a:gd name="T5" fmla="*/ 65 h 255"/>
                <a:gd name="T6" fmla="*/ 198 w 245"/>
                <a:gd name="T7" fmla="*/ 128 h 255"/>
                <a:gd name="T8" fmla="*/ 233 w 245"/>
                <a:gd name="T9" fmla="*/ 191 h 255"/>
                <a:gd name="T10" fmla="*/ 160 w 245"/>
                <a:gd name="T11" fmla="*/ 193 h 255"/>
                <a:gd name="T12" fmla="*/ 122 w 245"/>
                <a:gd name="T13" fmla="*/ 255 h 255"/>
                <a:gd name="T14" fmla="*/ 87 w 245"/>
                <a:gd name="T15" fmla="*/ 193 h 255"/>
                <a:gd name="T16" fmla="*/ 11 w 245"/>
                <a:gd name="T17" fmla="*/ 190 h 255"/>
                <a:gd name="T18" fmla="*/ 47 w 245"/>
                <a:gd name="T19" fmla="*/ 125 h 255"/>
                <a:gd name="T20" fmla="*/ 11 w 245"/>
                <a:gd name="T21" fmla="*/ 65 h 255"/>
                <a:gd name="T22" fmla="*/ 86 w 245"/>
                <a:gd name="T23" fmla="*/ 62 h 255"/>
                <a:gd name="T24" fmla="*/ 121 w 245"/>
                <a:gd name="T25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5" h="255">
                  <a:moveTo>
                    <a:pt x="121" y="0"/>
                  </a:moveTo>
                  <a:cubicBezTo>
                    <a:pt x="142" y="0"/>
                    <a:pt x="147" y="55"/>
                    <a:pt x="158" y="61"/>
                  </a:cubicBezTo>
                  <a:cubicBezTo>
                    <a:pt x="170" y="67"/>
                    <a:pt x="222" y="43"/>
                    <a:pt x="234" y="65"/>
                  </a:cubicBezTo>
                  <a:cubicBezTo>
                    <a:pt x="245" y="85"/>
                    <a:pt x="198" y="115"/>
                    <a:pt x="198" y="128"/>
                  </a:cubicBezTo>
                  <a:cubicBezTo>
                    <a:pt x="198" y="141"/>
                    <a:pt x="244" y="172"/>
                    <a:pt x="233" y="191"/>
                  </a:cubicBezTo>
                  <a:cubicBezTo>
                    <a:pt x="222" y="211"/>
                    <a:pt x="172" y="186"/>
                    <a:pt x="160" y="193"/>
                  </a:cubicBezTo>
                  <a:cubicBezTo>
                    <a:pt x="148" y="200"/>
                    <a:pt x="143" y="255"/>
                    <a:pt x="122" y="255"/>
                  </a:cubicBezTo>
                  <a:cubicBezTo>
                    <a:pt x="101" y="255"/>
                    <a:pt x="98" y="199"/>
                    <a:pt x="87" y="193"/>
                  </a:cubicBezTo>
                  <a:cubicBezTo>
                    <a:pt x="75" y="187"/>
                    <a:pt x="24" y="212"/>
                    <a:pt x="11" y="190"/>
                  </a:cubicBezTo>
                  <a:cubicBezTo>
                    <a:pt x="0" y="169"/>
                    <a:pt x="47" y="138"/>
                    <a:pt x="47" y="125"/>
                  </a:cubicBezTo>
                  <a:cubicBezTo>
                    <a:pt x="48" y="113"/>
                    <a:pt x="1" y="83"/>
                    <a:pt x="11" y="65"/>
                  </a:cubicBezTo>
                  <a:cubicBezTo>
                    <a:pt x="23" y="45"/>
                    <a:pt x="73" y="69"/>
                    <a:pt x="86" y="62"/>
                  </a:cubicBezTo>
                  <a:cubicBezTo>
                    <a:pt x="97" y="55"/>
                    <a:pt x="100" y="0"/>
                    <a:pt x="121" y="0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" name="Freeform 6"/>
            <p:cNvSpPr>
              <a:spLocks/>
            </p:cNvSpPr>
            <p:nvPr/>
          </p:nvSpPr>
          <p:spPr bwMode="auto">
            <a:xfrm>
              <a:off x="6956137" y="3256746"/>
              <a:ext cx="936625" cy="962025"/>
            </a:xfrm>
            <a:custGeom>
              <a:avLst/>
              <a:gdLst>
                <a:gd name="T0" fmla="*/ 129 w 247"/>
                <a:gd name="T1" fmla="*/ 1 h 254"/>
                <a:gd name="T2" fmla="*/ 162 w 247"/>
                <a:gd name="T3" fmla="*/ 63 h 254"/>
                <a:gd name="T4" fmla="*/ 237 w 247"/>
                <a:gd name="T5" fmla="*/ 71 h 254"/>
                <a:gd name="T6" fmla="*/ 198 w 247"/>
                <a:gd name="T7" fmla="*/ 131 h 254"/>
                <a:gd name="T8" fmla="*/ 229 w 247"/>
                <a:gd name="T9" fmla="*/ 196 h 254"/>
                <a:gd name="T10" fmla="*/ 156 w 247"/>
                <a:gd name="T11" fmla="*/ 193 h 254"/>
                <a:gd name="T12" fmla="*/ 116 w 247"/>
                <a:gd name="T13" fmla="*/ 252 h 254"/>
                <a:gd name="T14" fmla="*/ 84 w 247"/>
                <a:gd name="T15" fmla="*/ 189 h 254"/>
                <a:gd name="T16" fmla="*/ 11 w 247"/>
                <a:gd name="T17" fmla="*/ 182 h 254"/>
                <a:gd name="T18" fmla="*/ 49 w 247"/>
                <a:gd name="T19" fmla="*/ 121 h 254"/>
                <a:gd name="T20" fmla="*/ 18 w 247"/>
                <a:gd name="T21" fmla="*/ 59 h 254"/>
                <a:gd name="T22" fmla="*/ 91 w 247"/>
                <a:gd name="T23" fmla="*/ 60 h 254"/>
                <a:gd name="T24" fmla="*/ 129 w 247"/>
                <a:gd name="T25" fmla="*/ 1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4">
                  <a:moveTo>
                    <a:pt x="129" y="1"/>
                  </a:moveTo>
                  <a:cubicBezTo>
                    <a:pt x="150" y="2"/>
                    <a:pt x="151" y="57"/>
                    <a:pt x="162" y="63"/>
                  </a:cubicBezTo>
                  <a:cubicBezTo>
                    <a:pt x="174" y="70"/>
                    <a:pt x="226" y="49"/>
                    <a:pt x="237" y="71"/>
                  </a:cubicBezTo>
                  <a:cubicBezTo>
                    <a:pt x="247" y="91"/>
                    <a:pt x="199" y="118"/>
                    <a:pt x="198" y="131"/>
                  </a:cubicBezTo>
                  <a:cubicBezTo>
                    <a:pt x="197" y="144"/>
                    <a:pt x="241" y="177"/>
                    <a:pt x="229" y="196"/>
                  </a:cubicBezTo>
                  <a:cubicBezTo>
                    <a:pt x="217" y="214"/>
                    <a:pt x="169" y="187"/>
                    <a:pt x="156" y="193"/>
                  </a:cubicBezTo>
                  <a:cubicBezTo>
                    <a:pt x="144" y="199"/>
                    <a:pt x="137" y="254"/>
                    <a:pt x="116" y="252"/>
                  </a:cubicBezTo>
                  <a:cubicBezTo>
                    <a:pt x="95" y="251"/>
                    <a:pt x="95" y="196"/>
                    <a:pt x="84" y="189"/>
                  </a:cubicBezTo>
                  <a:cubicBezTo>
                    <a:pt x="73" y="182"/>
                    <a:pt x="21" y="204"/>
                    <a:pt x="11" y="182"/>
                  </a:cubicBezTo>
                  <a:cubicBezTo>
                    <a:pt x="0" y="161"/>
                    <a:pt x="48" y="134"/>
                    <a:pt x="49" y="121"/>
                  </a:cubicBezTo>
                  <a:cubicBezTo>
                    <a:pt x="50" y="108"/>
                    <a:pt x="7" y="76"/>
                    <a:pt x="18" y="59"/>
                  </a:cubicBezTo>
                  <a:cubicBezTo>
                    <a:pt x="30" y="40"/>
                    <a:pt x="78" y="66"/>
                    <a:pt x="91" y="60"/>
                  </a:cubicBezTo>
                  <a:cubicBezTo>
                    <a:pt x="103" y="54"/>
                    <a:pt x="109" y="0"/>
                    <a:pt x="129" y="1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Freeform 7"/>
            <p:cNvSpPr>
              <a:spLocks/>
            </p:cNvSpPr>
            <p:nvPr/>
          </p:nvSpPr>
          <p:spPr bwMode="auto">
            <a:xfrm>
              <a:off x="6956137" y="3259921"/>
              <a:ext cx="936625" cy="955675"/>
            </a:xfrm>
            <a:custGeom>
              <a:avLst/>
              <a:gdLst>
                <a:gd name="T0" fmla="*/ 137 w 247"/>
                <a:gd name="T1" fmla="*/ 2 h 252"/>
                <a:gd name="T2" fmla="*/ 165 w 247"/>
                <a:gd name="T3" fmla="*/ 65 h 252"/>
                <a:gd name="T4" fmla="*/ 239 w 247"/>
                <a:gd name="T5" fmla="*/ 77 h 252"/>
                <a:gd name="T6" fmla="*/ 197 w 247"/>
                <a:gd name="T7" fmla="*/ 134 h 252"/>
                <a:gd name="T8" fmla="*/ 224 w 247"/>
                <a:gd name="T9" fmla="*/ 200 h 252"/>
                <a:gd name="T10" fmla="*/ 152 w 247"/>
                <a:gd name="T11" fmla="*/ 193 h 252"/>
                <a:gd name="T12" fmla="*/ 109 w 247"/>
                <a:gd name="T13" fmla="*/ 250 h 252"/>
                <a:gd name="T14" fmla="*/ 81 w 247"/>
                <a:gd name="T15" fmla="*/ 185 h 252"/>
                <a:gd name="T16" fmla="*/ 9 w 247"/>
                <a:gd name="T17" fmla="*/ 174 h 252"/>
                <a:gd name="T18" fmla="*/ 50 w 247"/>
                <a:gd name="T19" fmla="*/ 116 h 252"/>
                <a:gd name="T20" fmla="*/ 23 w 247"/>
                <a:gd name="T21" fmla="*/ 52 h 252"/>
                <a:gd name="T22" fmla="*/ 95 w 247"/>
                <a:gd name="T23" fmla="*/ 58 h 252"/>
                <a:gd name="T24" fmla="*/ 137 w 247"/>
                <a:gd name="T25" fmla="*/ 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2">
                  <a:moveTo>
                    <a:pt x="137" y="2"/>
                  </a:moveTo>
                  <a:cubicBezTo>
                    <a:pt x="157" y="4"/>
                    <a:pt x="155" y="58"/>
                    <a:pt x="165" y="65"/>
                  </a:cubicBezTo>
                  <a:cubicBezTo>
                    <a:pt x="177" y="73"/>
                    <a:pt x="229" y="55"/>
                    <a:pt x="239" y="77"/>
                  </a:cubicBezTo>
                  <a:cubicBezTo>
                    <a:pt x="247" y="98"/>
                    <a:pt x="198" y="121"/>
                    <a:pt x="197" y="134"/>
                  </a:cubicBezTo>
                  <a:cubicBezTo>
                    <a:pt x="196" y="147"/>
                    <a:pt x="237" y="182"/>
                    <a:pt x="224" y="200"/>
                  </a:cubicBezTo>
                  <a:cubicBezTo>
                    <a:pt x="210" y="217"/>
                    <a:pt x="164" y="188"/>
                    <a:pt x="152" y="193"/>
                  </a:cubicBezTo>
                  <a:cubicBezTo>
                    <a:pt x="140" y="198"/>
                    <a:pt x="130" y="252"/>
                    <a:pt x="109" y="250"/>
                  </a:cubicBezTo>
                  <a:cubicBezTo>
                    <a:pt x="88" y="247"/>
                    <a:pt x="91" y="192"/>
                    <a:pt x="81" y="185"/>
                  </a:cubicBezTo>
                  <a:cubicBezTo>
                    <a:pt x="70" y="177"/>
                    <a:pt x="18" y="196"/>
                    <a:pt x="9" y="174"/>
                  </a:cubicBezTo>
                  <a:cubicBezTo>
                    <a:pt x="0" y="153"/>
                    <a:pt x="49" y="129"/>
                    <a:pt x="50" y="116"/>
                  </a:cubicBezTo>
                  <a:cubicBezTo>
                    <a:pt x="52" y="104"/>
                    <a:pt x="11" y="69"/>
                    <a:pt x="23" y="52"/>
                  </a:cubicBezTo>
                  <a:cubicBezTo>
                    <a:pt x="37" y="35"/>
                    <a:pt x="83" y="63"/>
                    <a:pt x="95" y="58"/>
                  </a:cubicBezTo>
                  <a:cubicBezTo>
                    <a:pt x="107" y="53"/>
                    <a:pt x="116" y="0"/>
                    <a:pt x="137" y="2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Freeform 8"/>
            <p:cNvSpPr>
              <a:spLocks/>
            </p:cNvSpPr>
            <p:nvPr/>
          </p:nvSpPr>
          <p:spPr bwMode="auto">
            <a:xfrm>
              <a:off x="6951375" y="3259921"/>
              <a:ext cx="944563" cy="950913"/>
            </a:xfrm>
            <a:custGeom>
              <a:avLst/>
              <a:gdLst>
                <a:gd name="T0" fmla="*/ 145 w 249"/>
                <a:gd name="T1" fmla="*/ 4 h 251"/>
                <a:gd name="T2" fmla="*/ 170 w 249"/>
                <a:gd name="T3" fmla="*/ 69 h 251"/>
                <a:gd name="T4" fmla="*/ 242 w 249"/>
                <a:gd name="T5" fmla="*/ 84 h 251"/>
                <a:gd name="T6" fmla="*/ 197 w 249"/>
                <a:gd name="T7" fmla="*/ 138 h 251"/>
                <a:gd name="T8" fmla="*/ 219 w 249"/>
                <a:gd name="T9" fmla="*/ 205 h 251"/>
                <a:gd name="T10" fmla="*/ 148 w 249"/>
                <a:gd name="T11" fmla="*/ 194 h 251"/>
                <a:gd name="T12" fmla="*/ 103 w 249"/>
                <a:gd name="T13" fmla="*/ 248 h 251"/>
                <a:gd name="T14" fmla="*/ 79 w 249"/>
                <a:gd name="T15" fmla="*/ 182 h 251"/>
                <a:gd name="T16" fmla="*/ 8 w 249"/>
                <a:gd name="T17" fmla="*/ 168 h 251"/>
                <a:gd name="T18" fmla="*/ 52 w 249"/>
                <a:gd name="T19" fmla="*/ 112 h 251"/>
                <a:gd name="T20" fmla="*/ 30 w 249"/>
                <a:gd name="T21" fmla="*/ 47 h 251"/>
                <a:gd name="T22" fmla="*/ 100 w 249"/>
                <a:gd name="T23" fmla="*/ 56 h 251"/>
                <a:gd name="T24" fmla="*/ 145 w 249"/>
                <a:gd name="T25" fmla="*/ 4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9" h="251">
                  <a:moveTo>
                    <a:pt x="145" y="4"/>
                  </a:moveTo>
                  <a:cubicBezTo>
                    <a:pt x="165" y="7"/>
                    <a:pt x="160" y="61"/>
                    <a:pt x="170" y="69"/>
                  </a:cubicBezTo>
                  <a:cubicBezTo>
                    <a:pt x="180" y="77"/>
                    <a:pt x="233" y="62"/>
                    <a:pt x="242" y="84"/>
                  </a:cubicBezTo>
                  <a:cubicBezTo>
                    <a:pt x="249" y="105"/>
                    <a:pt x="199" y="126"/>
                    <a:pt x="197" y="138"/>
                  </a:cubicBezTo>
                  <a:cubicBezTo>
                    <a:pt x="195" y="150"/>
                    <a:pt x="234" y="188"/>
                    <a:pt x="219" y="205"/>
                  </a:cubicBezTo>
                  <a:cubicBezTo>
                    <a:pt x="205" y="222"/>
                    <a:pt x="161" y="190"/>
                    <a:pt x="148" y="194"/>
                  </a:cubicBezTo>
                  <a:cubicBezTo>
                    <a:pt x="137" y="199"/>
                    <a:pt x="124" y="251"/>
                    <a:pt x="103" y="248"/>
                  </a:cubicBezTo>
                  <a:cubicBezTo>
                    <a:pt x="83" y="244"/>
                    <a:pt x="88" y="190"/>
                    <a:pt x="79" y="182"/>
                  </a:cubicBezTo>
                  <a:cubicBezTo>
                    <a:pt x="69" y="173"/>
                    <a:pt x="16" y="189"/>
                    <a:pt x="8" y="168"/>
                  </a:cubicBezTo>
                  <a:cubicBezTo>
                    <a:pt x="0" y="147"/>
                    <a:pt x="50" y="125"/>
                    <a:pt x="52" y="112"/>
                  </a:cubicBezTo>
                  <a:cubicBezTo>
                    <a:pt x="55" y="100"/>
                    <a:pt x="16" y="63"/>
                    <a:pt x="30" y="47"/>
                  </a:cubicBezTo>
                  <a:cubicBezTo>
                    <a:pt x="44" y="30"/>
                    <a:pt x="88" y="61"/>
                    <a:pt x="100" y="56"/>
                  </a:cubicBezTo>
                  <a:cubicBezTo>
                    <a:pt x="112" y="52"/>
                    <a:pt x="125" y="0"/>
                    <a:pt x="145" y="4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" name="Freeform 9"/>
            <p:cNvSpPr>
              <a:spLocks/>
            </p:cNvSpPr>
            <p:nvPr/>
          </p:nvSpPr>
          <p:spPr bwMode="auto">
            <a:xfrm>
              <a:off x="6948200" y="3263096"/>
              <a:ext cx="950913" cy="947738"/>
            </a:xfrm>
            <a:custGeom>
              <a:avLst/>
              <a:gdLst>
                <a:gd name="T0" fmla="*/ 153 w 251"/>
                <a:gd name="T1" fmla="*/ 5 h 250"/>
                <a:gd name="T2" fmla="*/ 174 w 251"/>
                <a:gd name="T3" fmla="*/ 71 h 250"/>
                <a:gd name="T4" fmla="*/ 244 w 251"/>
                <a:gd name="T5" fmla="*/ 90 h 250"/>
                <a:gd name="T6" fmla="*/ 197 w 251"/>
                <a:gd name="T7" fmla="*/ 141 h 250"/>
                <a:gd name="T8" fmla="*/ 215 w 251"/>
                <a:gd name="T9" fmla="*/ 209 h 250"/>
                <a:gd name="T10" fmla="*/ 145 w 251"/>
                <a:gd name="T11" fmla="*/ 194 h 250"/>
                <a:gd name="T12" fmla="*/ 97 w 251"/>
                <a:gd name="T13" fmla="*/ 245 h 250"/>
                <a:gd name="T14" fmla="*/ 76 w 251"/>
                <a:gd name="T15" fmla="*/ 177 h 250"/>
                <a:gd name="T16" fmla="*/ 7 w 251"/>
                <a:gd name="T17" fmla="*/ 160 h 250"/>
                <a:gd name="T18" fmla="*/ 54 w 251"/>
                <a:gd name="T19" fmla="*/ 108 h 250"/>
                <a:gd name="T20" fmla="*/ 36 w 251"/>
                <a:gd name="T21" fmla="*/ 40 h 250"/>
                <a:gd name="T22" fmla="*/ 105 w 251"/>
                <a:gd name="T23" fmla="*/ 54 h 250"/>
                <a:gd name="T24" fmla="*/ 153 w 251"/>
                <a:gd name="T25" fmla="*/ 5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50">
                  <a:moveTo>
                    <a:pt x="153" y="5"/>
                  </a:moveTo>
                  <a:cubicBezTo>
                    <a:pt x="173" y="9"/>
                    <a:pt x="165" y="62"/>
                    <a:pt x="174" y="71"/>
                  </a:cubicBezTo>
                  <a:cubicBezTo>
                    <a:pt x="184" y="80"/>
                    <a:pt x="238" y="68"/>
                    <a:pt x="244" y="90"/>
                  </a:cubicBezTo>
                  <a:cubicBezTo>
                    <a:pt x="251" y="111"/>
                    <a:pt x="200" y="129"/>
                    <a:pt x="197" y="141"/>
                  </a:cubicBezTo>
                  <a:cubicBezTo>
                    <a:pt x="194" y="153"/>
                    <a:pt x="231" y="193"/>
                    <a:pt x="215" y="209"/>
                  </a:cubicBezTo>
                  <a:cubicBezTo>
                    <a:pt x="199" y="225"/>
                    <a:pt x="158" y="191"/>
                    <a:pt x="145" y="194"/>
                  </a:cubicBezTo>
                  <a:cubicBezTo>
                    <a:pt x="133" y="198"/>
                    <a:pt x="117" y="250"/>
                    <a:pt x="97" y="245"/>
                  </a:cubicBezTo>
                  <a:cubicBezTo>
                    <a:pt x="77" y="240"/>
                    <a:pt x="86" y="186"/>
                    <a:pt x="76" y="177"/>
                  </a:cubicBezTo>
                  <a:cubicBezTo>
                    <a:pt x="67" y="169"/>
                    <a:pt x="14" y="181"/>
                    <a:pt x="7" y="160"/>
                  </a:cubicBezTo>
                  <a:cubicBezTo>
                    <a:pt x="0" y="139"/>
                    <a:pt x="51" y="120"/>
                    <a:pt x="54" y="108"/>
                  </a:cubicBezTo>
                  <a:cubicBezTo>
                    <a:pt x="57" y="95"/>
                    <a:pt x="21" y="56"/>
                    <a:pt x="36" y="40"/>
                  </a:cubicBezTo>
                  <a:cubicBezTo>
                    <a:pt x="51" y="25"/>
                    <a:pt x="93" y="58"/>
                    <a:pt x="105" y="54"/>
                  </a:cubicBezTo>
                  <a:cubicBezTo>
                    <a:pt x="117" y="51"/>
                    <a:pt x="133" y="0"/>
                    <a:pt x="153" y="5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" name="Freeform 10"/>
            <p:cNvSpPr>
              <a:spLocks/>
            </p:cNvSpPr>
            <p:nvPr/>
          </p:nvSpPr>
          <p:spPr bwMode="auto">
            <a:xfrm>
              <a:off x="6948200" y="3263096"/>
              <a:ext cx="950913" cy="944563"/>
            </a:xfrm>
            <a:custGeom>
              <a:avLst/>
              <a:gdLst>
                <a:gd name="T0" fmla="*/ 160 w 251"/>
                <a:gd name="T1" fmla="*/ 6 h 249"/>
                <a:gd name="T2" fmla="*/ 178 w 251"/>
                <a:gd name="T3" fmla="*/ 74 h 249"/>
                <a:gd name="T4" fmla="*/ 246 w 251"/>
                <a:gd name="T5" fmla="*/ 97 h 249"/>
                <a:gd name="T6" fmla="*/ 196 w 251"/>
                <a:gd name="T7" fmla="*/ 145 h 249"/>
                <a:gd name="T8" fmla="*/ 209 w 251"/>
                <a:gd name="T9" fmla="*/ 215 h 249"/>
                <a:gd name="T10" fmla="*/ 141 w 251"/>
                <a:gd name="T11" fmla="*/ 195 h 249"/>
                <a:gd name="T12" fmla="*/ 91 w 251"/>
                <a:gd name="T13" fmla="*/ 243 h 249"/>
                <a:gd name="T14" fmla="*/ 73 w 251"/>
                <a:gd name="T15" fmla="*/ 174 h 249"/>
                <a:gd name="T16" fmla="*/ 5 w 251"/>
                <a:gd name="T17" fmla="*/ 153 h 249"/>
                <a:gd name="T18" fmla="*/ 55 w 251"/>
                <a:gd name="T19" fmla="*/ 104 h 249"/>
                <a:gd name="T20" fmla="*/ 42 w 251"/>
                <a:gd name="T21" fmla="*/ 35 h 249"/>
                <a:gd name="T22" fmla="*/ 109 w 251"/>
                <a:gd name="T23" fmla="*/ 53 h 249"/>
                <a:gd name="T24" fmla="*/ 160 w 251"/>
                <a:gd name="T25" fmla="*/ 6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49">
                  <a:moveTo>
                    <a:pt x="160" y="6"/>
                  </a:moveTo>
                  <a:cubicBezTo>
                    <a:pt x="181" y="12"/>
                    <a:pt x="169" y="65"/>
                    <a:pt x="178" y="74"/>
                  </a:cubicBezTo>
                  <a:cubicBezTo>
                    <a:pt x="187" y="84"/>
                    <a:pt x="241" y="76"/>
                    <a:pt x="246" y="97"/>
                  </a:cubicBezTo>
                  <a:cubicBezTo>
                    <a:pt x="251" y="118"/>
                    <a:pt x="199" y="133"/>
                    <a:pt x="196" y="145"/>
                  </a:cubicBezTo>
                  <a:cubicBezTo>
                    <a:pt x="192" y="157"/>
                    <a:pt x="226" y="199"/>
                    <a:pt x="209" y="215"/>
                  </a:cubicBezTo>
                  <a:cubicBezTo>
                    <a:pt x="193" y="230"/>
                    <a:pt x="154" y="193"/>
                    <a:pt x="141" y="195"/>
                  </a:cubicBezTo>
                  <a:cubicBezTo>
                    <a:pt x="129" y="198"/>
                    <a:pt x="110" y="249"/>
                    <a:pt x="91" y="243"/>
                  </a:cubicBezTo>
                  <a:cubicBezTo>
                    <a:pt x="70" y="237"/>
                    <a:pt x="82" y="184"/>
                    <a:pt x="73" y="174"/>
                  </a:cubicBezTo>
                  <a:cubicBezTo>
                    <a:pt x="64" y="165"/>
                    <a:pt x="11" y="174"/>
                    <a:pt x="5" y="153"/>
                  </a:cubicBezTo>
                  <a:cubicBezTo>
                    <a:pt x="0" y="132"/>
                    <a:pt x="52" y="116"/>
                    <a:pt x="55" y="104"/>
                  </a:cubicBezTo>
                  <a:cubicBezTo>
                    <a:pt x="59" y="92"/>
                    <a:pt x="25" y="50"/>
                    <a:pt x="42" y="35"/>
                  </a:cubicBezTo>
                  <a:cubicBezTo>
                    <a:pt x="58" y="20"/>
                    <a:pt x="97" y="56"/>
                    <a:pt x="109" y="53"/>
                  </a:cubicBezTo>
                  <a:cubicBezTo>
                    <a:pt x="122" y="50"/>
                    <a:pt x="141" y="0"/>
                    <a:pt x="160" y="6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" name="Freeform 11"/>
            <p:cNvSpPr>
              <a:spLocks/>
            </p:cNvSpPr>
            <p:nvPr/>
          </p:nvSpPr>
          <p:spPr bwMode="auto">
            <a:xfrm>
              <a:off x="6945025" y="3267858"/>
              <a:ext cx="958850" cy="936625"/>
            </a:xfrm>
            <a:custGeom>
              <a:avLst/>
              <a:gdLst>
                <a:gd name="T0" fmla="*/ 169 w 253"/>
                <a:gd name="T1" fmla="*/ 7 h 247"/>
                <a:gd name="T2" fmla="*/ 182 w 253"/>
                <a:gd name="T3" fmla="*/ 77 h 247"/>
                <a:gd name="T4" fmla="*/ 249 w 253"/>
                <a:gd name="T5" fmla="*/ 104 h 247"/>
                <a:gd name="T6" fmla="*/ 196 w 253"/>
                <a:gd name="T7" fmla="*/ 148 h 247"/>
                <a:gd name="T8" fmla="*/ 205 w 253"/>
                <a:gd name="T9" fmla="*/ 219 h 247"/>
                <a:gd name="T10" fmla="*/ 137 w 253"/>
                <a:gd name="T11" fmla="*/ 196 h 247"/>
                <a:gd name="T12" fmla="*/ 85 w 253"/>
                <a:gd name="T13" fmla="*/ 240 h 247"/>
                <a:gd name="T14" fmla="*/ 71 w 253"/>
                <a:gd name="T15" fmla="*/ 170 h 247"/>
                <a:gd name="T16" fmla="*/ 5 w 253"/>
                <a:gd name="T17" fmla="*/ 145 h 247"/>
                <a:gd name="T18" fmla="*/ 57 w 253"/>
                <a:gd name="T19" fmla="*/ 100 h 247"/>
                <a:gd name="T20" fmla="*/ 48 w 253"/>
                <a:gd name="T21" fmla="*/ 29 h 247"/>
                <a:gd name="T22" fmla="*/ 115 w 253"/>
                <a:gd name="T23" fmla="*/ 51 h 247"/>
                <a:gd name="T24" fmla="*/ 169 w 253"/>
                <a:gd name="T25" fmla="*/ 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7">
                  <a:moveTo>
                    <a:pt x="169" y="7"/>
                  </a:moveTo>
                  <a:cubicBezTo>
                    <a:pt x="189" y="15"/>
                    <a:pt x="174" y="67"/>
                    <a:pt x="182" y="77"/>
                  </a:cubicBezTo>
                  <a:cubicBezTo>
                    <a:pt x="191" y="87"/>
                    <a:pt x="245" y="82"/>
                    <a:pt x="249" y="104"/>
                  </a:cubicBezTo>
                  <a:cubicBezTo>
                    <a:pt x="253" y="124"/>
                    <a:pt x="200" y="136"/>
                    <a:pt x="196" y="148"/>
                  </a:cubicBezTo>
                  <a:cubicBezTo>
                    <a:pt x="191" y="160"/>
                    <a:pt x="223" y="204"/>
                    <a:pt x="205" y="219"/>
                  </a:cubicBezTo>
                  <a:cubicBezTo>
                    <a:pt x="187" y="233"/>
                    <a:pt x="150" y="193"/>
                    <a:pt x="137" y="196"/>
                  </a:cubicBezTo>
                  <a:cubicBezTo>
                    <a:pt x="125" y="198"/>
                    <a:pt x="104" y="247"/>
                    <a:pt x="85" y="240"/>
                  </a:cubicBezTo>
                  <a:cubicBezTo>
                    <a:pt x="65" y="233"/>
                    <a:pt x="79" y="180"/>
                    <a:pt x="71" y="170"/>
                  </a:cubicBezTo>
                  <a:cubicBezTo>
                    <a:pt x="63" y="160"/>
                    <a:pt x="9" y="166"/>
                    <a:pt x="5" y="145"/>
                  </a:cubicBezTo>
                  <a:cubicBezTo>
                    <a:pt x="0" y="124"/>
                    <a:pt x="53" y="111"/>
                    <a:pt x="57" y="100"/>
                  </a:cubicBezTo>
                  <a:cubicBezTo>
                    <a:pt x="61" y="87"/>
                    <a:pt x="30" y="43"/>
                    <a:pt x="48" y="29"/>
                  </a:cubicBezTo>
                  <a:cubicBezTo>
                    <a:pt x="65" y="15"/>
                    <a:pt x="102" y="54"/>
                    <a:pt x="115" y="51"/>
                  </a:cubicBezTo>
                  <a:cubicBezTo>
                    <a:pt x="127" y="49"/>
                    <a:pt x="149" y="0"/>
                    <a:pt x="169" y="7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" name="Freeform 12"/>
            <p:cNvSpPr>
              <a:spLocks/>
            </p:cNvSpPr>
            <p:nvPr/>
          </p:nvSpPr>
          <p:spPr bwMode="auto">
            <a:xfrm>
              <a:off x="6945025" y="3271033"/>
              <a:ext cx="958850" cy="928688"/>
            </a:xfrm>
            <a:custGeom>
              <a:avLst/>
              <a:gdLst>
                <a:gd name="T0" fmla="*/ 176 w 253"/>
                <a:gd name="T1" fmla="*/ 8 h 245"/>
                <a:gd name="T2" fmla="*/ 185 w 253"/>
                <a:gd name="T3" fmla="*/ 79 h 245"/>
                <a:gd name="T4" fmla="*/ 251 w 253"/>
                <a:gd name="T5" fmla="*/ 110 h 245"/>
                <a:gd name="T6" fmla="*/ 195 w 253"/>
                <a:gd name="T7" fmla="*/ 151 h 245"/>
                <a:gd name="T8" fmla="*/ 200 w 253"/>
                <a:gd name="T9" fmla="*/ 223 h 245"/>
                <a:gd name="T10" fmla="*/ 133 w 253"/>
                <a:gd name="T11" fmla="*/ 196 h 245"/>
                <a:gd name="T12" fmla="*/ 78 w 253"/>
                <a:gd name="T13" fmla="*/ 238 h 245"/>
                <a:gd name="T14" fmla="*/ 67 w 253"/>
                <a:gd name="T15" fmla="*/ 166 h 245"/>
                <a:gd name="T16" fmla="*/ 3 w 253"/>
                <a:gd name="T17" fmla="*/ 138 h 245"/>
                <a:gd name="T18" fmla="*/ 58 w 253"/>
                <a:gd name="T19" fmla="*/ 95 h 245"/>
                <a:gd name="T20" fmla="*/ 54 w 253"/>
                <a:gd name="T21" fmla="*/ 22 h 245"/>
                <a:gd name="T22" fmla="*/ 119 w 253"/>
                <a:gd name="T23" fmla="*/ 49 h 245"/>
                <a:gd name="T24" fmla="*/ 176 w 253"/>
                <a:gd name="T25" fmla="*/ 8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5">
                  <a:moveTo>
                    <a:pt x="176" y="8"/>
                  </a:moveTo>
                  <a:cubicBezTo>
                    <a:pt x="196" y="17"/>
                    <a:pt x="178" y="68"/>
                    <a:pt x="185" y="79"/>
                  </a:cubicBezTo>
                  <a:cubicBezTo>
                    <a:pt x="193" y="90"/>
                    <a:pt x="248" y="88"/>
                    <a:pt x="251" y="110"/>
                  </a:cubicBezTo>
                  <a:cubicBezTo>
                    <a:pt x="253" y="130"/>
                    <a:pt x="199" y="139"/>
                    <a:pt x="195" y="151"/>
                  </a:cubicBezTo>
                  <a:cubicBezTo>
                    <a:pt x="190" y="163"/>
                    <a:pt x="219" y="210"/>
                    <a:pt x="200" y="223"/>
                  </a:cubicBezTo>
                  <a:cubicBezTo>
                    <a:pt x="181" y="237"/>
                    <a:pt x="146" y="194"/>
                    <a:pt x="133" y="196"/>
                  </a:cubicBezTo>
                  <a:cubicBezTo>
                    <a:pt x="121" y="197"/>
                    <a:pt x="97" y="245"/>
                    <a:pt x="78" y="238"/>
                  </a:cubicBezTo>
                  <a:cubicBezTo>
                    <a:pt x="58" y="229"/>
                    <a:pt x="75" y="177"/>
                    <a:pt x="67" y="166"/>
                  </a:cubicBezTo>
                  <a:cubicBezTo>
                    <a:pt x="60" y="155"/>
                    <a:pt x="6" y="159"/>
                    <a:pt x="3" y="138"/>
                  </a:cubicBezTo>
                  <a:cubicBezTo>
                    <a:pt x="0" y="117"/>
                    <a:pt x="53" y="106"/>
                    <a:pt x="58" y="95"/>
                  </a:cubicBezTo>
                  <a:cubicBezTo>
                    <a:pt x="63" y="82"/>
                    <a:pt x="34" y="36"/>
                    <a:pt x="54" y="22"/>
                  </a:cubicBezTo>
                  <a:cubicBezTo>
                    <a:pt x="72" y="9"/>
                    <a:pt x="106" y="51"/>
                    <a:pt x="119" y="49"/>
                  </a:cubicBezTo>
                  <a:cubicBezTo>
                    <a:pt x="131" y="48"/>
                    <a:pt x="156" y="0"/>
                    <a:pt x="176" y="8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" name="Freeform 13"/>
            <p:cNvSpPr>
              <a:spLocks/>
            </p:cNvSpPr>
            <p:nvPr/>
          </p:nvSpPr>
          <p:spPr bwMode="auto">
            <a:xfrm>
              <a:off x="6940262" y="3271033"/>
              <a:ext cx="966788" cy="928688"/>
            </a:xfrm>
            <a:custGeom>
              <a:avLst/>
              <a:gdLst>
                <a:gd name="T0" fmla="*/ 184 w 255"/>
                <a:gd name="T1" fmla="*/ 10 h 245"/>
                <a:gd name="T2" fmla="*/ 190 w 255"/>
                <a:gd name="T3" fmla="*/ 82 h 245"/>
                <a:gd name="T4" fmla="*/ 254 w 255"/>
                <a:gd name="T5" fmla="*/ 117 h 245"/>
                <a:gd name="T6" fmla="*/ 195 w 255"/>
                <a:gd name="T7" fmla="*/ 155 h 245"/>
                <a:gd name="T8" fmla="*/ 195 w 255"/>
                <a:gd name="T9" fmla="*/ 229 h 245"/>
                <a:gd name="T10" fmla="*/ 130 w 255"/>
                <a:gd name="T11" fmla="*/ 197 h 245"/>
                <a:gd name="T12" fmla="*/ 72 w 255"/>
                <a:gd name="T13" fmla="*/ 236 h 245"/>
                <a:gd name="T14" fmla="*/ 65 w 255"/>
                <a:gd name="T15" fmla="*/ 162 h 245"/>
                <a:gd name="T16" fmla="*/ 2 w 255"/>
                <a:gd name="T17" fmla="*/ 131 h 245"/>
                <a:gd name="T18" fmla="*/ 60 w 255"/>
                <a:gd name="T19" fmla="*/ 91 h 245"/>
                <a:gd name="T20" fmla="*/ 60 w 255"/>
                <a:gd name="T21" fmla="*/ 17 h 245"/>
                <a:gd name="T22" fmla="*/ 124 w 255"/>
                <a:gd name="T23" fmla="*/ 48 h 245"/>
                <a:gd name="T24" fmla="*/ 184 w 255"/>
                <a:gd name="T25" fmla="*/ 1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5" h="245">
                  <a:moveTo>
                    <a:pt x="184" y="10"/>
                  </a:moveTo>
                  <a:cubicBezTo>
                    <a:pt x="204" y="20"/>
                    <a:pt x="182" y="71"/>
                    <a:pt x="190" y="82"/>
                  </a:cubicBezTo>
                  <a:cubicBezTo>
                    <a:pt x="197" y="94"/>
                    <a:pt x="252" y="95"/>
                    <a:pt x="254" y="117"/>
                  </a:cubicBezTo>
                  <a:cubicBezTo>
                    <a:pt x="255" y="137"/>
                    <a:pt x="200" y="144"/>
                    <a:pt x="195" y="155"/>
                  </a:cubicBezTo>
                  <a:cubicBezTo>
                    <a:pt x="189" y="167"/>
                    <a:pt x="216" y="216"/>
                    <a:pt x="195" y="229"/>
                  </a:cubicBezTo>
                  <a:cubicBezTo>
                    <a:pt x="176" y="241"/>
                    <a:pt x="143" y="196"/>
                    <a:pt x="130" y="197"/>
                  </a:cubicBezTo>
                  <a:cubicBezTo>
                    <a:pt x="118" y="197"/>
                    <a:pt x="91" y="245"/>
                    <a:pt x="72" y="236"/>
                  </a:cubicBezTo>
                  <a:cubicBezTo>
                    <a:pt x="52" y="226"/>
                    <a:pt x="73" y="174"/>
                    <a:pt x="65" y="162"/>
                  </a:cubicBezTo>
                  <a:cubicBezTo>
                    <a:pt x="58" y="152"/>
                    <a:pt x="3" y="152"/>
                    <a:pt x="2" y="131"/>
                  </a:cubicBezTo>
                  <a:cubicBezTo>
                    <a:pt x="0" y="110"/>
                    <a:pt x="55" y="103"/>
                    <a:pt x="60" y="91"/>
                  </a:cubicBezTo>
                  <a:cubicBezTo>
                    <a:pt x="66" y="79"/>
                    <a:pt x="39" y="30"/>
                    <a:pt x="60" y="17"/>
                  </a:cubicBezTo>
                  <a:cubicBezTo>
                    <a:pt x="79" y="5"/>
                    <a:pt x="111" y="49"/>
                    <a:pt x="124" y="48"/>
                  </a:cubicBezTo>
                  <a:cubicBezTo>
                    <a:pt x="137" y="48"/>
                    <a:pt x="165" y="0"/>
                    <a:pt x="184" y="10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Freeform 14"/>
            <p:cNvSpPr>
              <a:spLocks/>
            </p:cNvSpPr>
            <p:nvPr/>
          </p:nvSpPr>
          <p:spPr bwMode="auto">
            <a:xfrm>
              <a:off x="6940262" y="3271033"/>
              <a:ext cx="971550" cy="933450"/>
            </a:xfrm>
            <a:custGeom>
              <a:avLst/>
              <a:gdLst>
                <a:gd name="T0" fmla="*/ 0 w 256"/>
                <a:gd name="T1" fmla="*/ 124 h 246"/>
                <a:gd name="T2" fmla="*/ 61 w 256"/>
                <a:gd name="T3" fmla="*/ 88 h 246"/>
                <a:gd name="T4" fmla="*/ 65 w 256"/>
                <a:gd name="T5" fmla="*/ 11 h 246"/>
                <a:gd name="T6" fmla="*/ 128 w 256"/>
                <a:gd name="T7" fmla="*/ 47 h 246"/>
                <a:gd name="T8" fmla="*/ 191 w 256"/>
                <a:gd name="T9" fmla="*/ 12 h 246"/>
                <a:gd name="T10" fmla="*/ 193 w 256"/>
                <a:gd name="T11" fmla="*/ 86 h 246"/>
                <a:gd name="T12" fmla="*/ 255 w 256"/>
                <a:gd name="T13" fmla="*/ 124 h 246"/>
                <a:gd name="T14" fmla="*/ 194 w 256"/>
                <a:gd name="T15" fmla="*/ 159 h 246"/>
                <a:gd name="T16" fmla="*/ 190 w 256"/>
                <a:gd name="T17" fmla="*/ 234 h 246"/>
                <a:gd name="T18" fmla="*/ 125 w 256"/>
                <a:gd name="T19" fmla="*/ 198 h 246"/>
                <a:gd name="T20" fmla="*/ 65 w 256"/>
                <a:gd name="T21" fmla="*/ 234 h 246"/>
                <a:gd name="T22" fmla="*/ 62 w 256"/>
                <a:gd name="T23" fmla="*/ 159 h 246"/>
                <a:gd name="T24" fmla="*/ 0 w 256"/>
                <a:gd name="T25" fmla="*/ 124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6" h="246">
                  <a:moveTo>
                    <a:pt x="0" y="124"/>
                  </a:moveTo>
                  <a:cubicBezTo>
                    <a:pt x="0" y="103"/>
                    <a:pt x="55" y="99"/>
                    <a:pt x="61" y="88"/>
                  </a:cubicBezTo>
                  <a:cubicBezTo>
                    <a:pt x="67" y="75"/>
                    <a:pt x="43" y="24"/>
                    <a:pt x="65" y="11"/>
                  </a:cubicBezTo>
                  <a:cubicBezTo>
                    <a:pt x="85" y="0"/>
                    <a:pt x="115" y="47"/>
                    <a:pt x="128" y="47"/>
                  </a:cubicBezTo>
                  <a:cubicBezTo>
                    <a:pt x="141" y="47"/>
                    <a:pt x="172" y="1"/>
                    <a:pt x="191" y="12"/>
                  </a:cubicBezTo>
                  <a:cubicBezTo>
                    <a:pt x="211" y="23"/>
                    <a:pt x="186" y="73"/>
                    <a:pt x="193" y="86"/>
                  </a:cubicBezTo>
                  <a:cubicBezTo>
                    <a:pt x="200" y="98"/>
                    <a:pt x="256" y="102"/>
                    <a:pt x="255" y="124"/>
                  </a:cubicBezTo>
                  <a:cubicBezTo>
                    <a:pt x="255" y="145"/>
                    <a:pt x="200" y="148"/>
                    <a:pt x="194" y="159"/>
                  </a:cubicBezTo>
                  <a:cubicBezTo>
                    <a:pt x="187" y="171"/>
                    <a:pt x="212" y="222"/>
                    <a:pt x="190" y="234"/>
                  </a:cubicBezTo>
                  <a:cubicBezTo>
                    <a:pt x="169" y="246"/>
                    <a:pt x="139" y="198"/>
                    <a:pt x="125" y="198"/>
                  </a:cubicBezTo>
                  <a:cubicBezTo>
                    <a:pt x="113" y="197"/>
                    <a:pt x="83" y="244"/>
                    <a:pt x="65" y="234"/>
                  </a:cubicBezTo>
                  <a:cubicBezTo>
                    <a:pt x="46" y="223"/>
                    <a:pt x="69" y="172"/>
                    <a:pt x="62" y="159"/>
                  </a:cubicBezTo>
                  <a:cubicBezTo>
                    <a:pt x="55" y="148"/>
                    <a:pt x="0" y="145"/>
                    <a:pt x="0" y="124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7872045" y="365769"/>
            <a:ext cx="4342716" cy="4321430"/>
            <a:chOff x="6940262" y="3251983"/>
            <a:chExt cx="971550" cy="966788"/>
          </a:xfrm>
        </p:grpSpPr>
        <p:sp>
          <p:nvSpPr>
            <p:cNvPr id="28" name="Freeform 5"/>
            <p:cNvSpPr>
              <a:spLocks/>
            </p:cNvSpPr>
            <p:nvPr/>
          </p:nvSpPr>
          <p:spPr bwMode="auto">
            <a:xfrm>
              <a:off x="6959312" y="3251983"/>
              <a:ext cx="928688" cy="966788"/>
            </a:xfrm>
            <a:custGeom>
              <a:avLst/>
              <a:gdLst>
                <a:gd name="T0" fmla="*/ 121 w 245"/>
                <a:gd name="T1" fmla="*/ 0 h 255"/>
                <a:gd name="T2" fmla="*/ 158 w 245"/>
                <a:gd name="T3" fmla="*/ 61 h 255"/>
                <a:gd name="T4" fmla="*/ 234 w 245"/>
                <a:gd name="T5" fmla="*/ 65 h 255"/>
                <a:gd name="T6" fmla="*/ 198 w 245"/>
                <a:gd name="T7" fmla="*/ 128 h 255"/>
                <a:gd name="T8" fmla="*/ 233 w 245"/>
                <a:gd name="T9" fmla="*/ 191 h 255"/>
                <a:gd name="T10" fmla="*/ 160 w 245"/>
                <a:gd name="T11" fmla="*/ 193 h 255"/>
                <a:gd name="T12" fmla="*/ 122 w 245"/>
                <a:gd name="T13" fmla="*/ 255 h 255"/>
                <a:gd name="T14" fmla="*/ 87 w 245"/>
                <a:gd name="T15" fmla="*/ 193 h 255"/>
                <a:gd name="T16" fmla="*/ 11 w 245"/>
                <a:gd name="T17" fmla="*/ 190 h 255"/>
                <a:gd name="T18" fmla="*/ 47 w 245"/>
                <a:gd name="T19" fmla="*/ 125 h 255"/>
                <a:gd name="T20" fmla="*/ 11 w 245"/>
                <a:gd name="T21" fmla="*/ 65 h 255"/>
                <a:gd name="T22" fmla="*/ 86 w 245"/>
                <a:gd name="T23" fmla="*/ 62 h 255"/>
                <a:gd name="T24" fmla="*/ 121 w 245"/>
                <a:gd name="T25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5" h="255">
                  <a:moveTo>
                    <a:pt x="121" y="0"/>
                  </a:moveTo>
                  <a:cubicBezTo>
                    <a:pt x="142" y="0"/>
                    <a:pt x="147" y="55"/>
                    <a:pt x="158" y="61"/>
                  </a:cubicBezTo>
                  <a:cubicBezTo>
                    <a:pt x="170" y="67"/>
                    <a:pt x="222" y="43"/>
                    <a:pt x="234" y="65"/>
                  </a:cubicBezTo>
                  <a:cubicBezTo>
                    <a:pt x="245" y="85"/>
                    <a:pt x="198" y="115"/>
                    <a:pt x="198" y="128"/>
                  </a:cubicBezTo>
                  <a:cubicBezTo>
                    <a:pt x="198" y="141"/>
                    <a:pt x="244" y="172"/>
                    <a:pt x="233" y="191"/>
                  </a:cubicBezTo>
                  <a:cubicBezTo>
                    <a:pt x="222" y="211"/>
                    <a:pt x="172" y="186"/>
                    <a:pt x="160" y="193"/>
                  </a:cubicBezTo>
                  <a:cubicBezTo>
                    <a:pt x="148" y="200"/>
                    <a:pt x="143" y="255"/>
                    <a:pt x="122" y="255"/>
                  </a:cubicBezTo>
                  <a:cubicBezTo>
                    <a:pt x="101" y="255"/>
                    <a:pt x="98" y="199"/>
                    <a:pt x="87" y="193"/>
                  </a:cubicBezTo>
                  <a:cubicBezTo>
                    <a:pt x="75" y="187"/>
                    <a:pt x="24" y="212"/>
                    <a:pt x="11" y="190"/>
                  </a:cubicBezTo>
                  <a:cubicBezTo>
                    <a:pt x="0" y="169"/>
                    <a:pt x="47" y="138"/>
                    <a:pt x="47" y="125"/>
                  </a:cubicBezTo>
                  <a:cubicBezTo>
                    <a:pt x="48" y="113"/>
                    <a:pt x="1" y="83"/>
                    <a:pt x="11" y="65"/>
                  </a:cubicBezTo>
                  <a:cubicBezTo>
                    <a:pt x="23" y="45"/>
                    <a:pt x="73" y="69"/>
                    <a:pt x="86" y="62"/>
                  </a:cubicBezTo>
                  <a:cubicBezTo>
                    <a:pt x="97" y="55"/>
                    <a:pt x="100" y="0"/>
                    <a:pt x="121" y="0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9" name="Freeform 6"/>
            <p:cNvSpPr>
              <a:spLocks/>
            </p:cNvSpPr>
            <p:nvPr/>
          </p:nvSpPr>
          <p:spPr bwMode="auto">
            <a:xfrm>
              <a:off x="6956137" y="3256746"/>
              <a:ext cx="936625" cy="962025"/>
            </a:xfrm>
            <a:custGeom>
              <a:avLst/>
              <a:gdLst>
                <a:gd name="T0" fmla="*/ 129 w 247"/>
                <a:gd name="T1" fmla="*/ 1 h 254"/>
                <a:gd name="T2" fmla="*/ 162 w 247"/>
                <a:gd name="T3" fmla="*/ 63 h 254"/>
                <a:gd name="T4" fmla="*/ 237 w 247"/>
                <a:gd name="T5" fmla="*/ 71 h 254"/>
                <a:gd name="T6" fmla="*/ 198 w 247"/>
                <a:gd name="T7" fmla="*/ 131 h 254"/>
                <a:gd name="T8" fmla="*/ 229 w 247"/>
                <a:gd name="T9" fmla="*/ 196 h 254"/>
                <a:gd name="T10" fmla="*/ 156 w 247"/>
                <a:gd name="T11" fmla="*/ 193 h 254"/>
                <a:gd name="T12" fmla="*/ 116 w 247"/>
                <a:gd name="T13" fmla="*/ 252 h 254"/>
                <a:gd name="T14" fmla="*/ 84 w 247"/>
                <a:gd name="T15" fmla="*/ 189 h 254"/>
                <a:gd name="T16" fmla="*/ 11 w 247"/>
                <a:gd name="T17" fmla="*/ 182 h 254"/>
                <a:gd name="T18" fmla="*/ 49 w 247"/>
                <a:gd name="T19" fmla="*/ 121 h 254"/>
                <a:gd name="T20" fmla="*/ 18 w 247"/>
                <a:gd name="T21" fmla="*/ 59 h 254"/>
                <a:gd name="T22" fmla="*/ 91 w 247"/>
                <a:gd name="T23" fmla="*/ 60 h 254"/>
                <a:gd name="T24" fmla="*/ 129 w 247"/>
                <a:gd name="T25" fmla="*/ 1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4">
                  <a:moveTo>
                    <a:pt x="129" y="1"/>
                  </a:moveTo>
                  <a:cubicBezTo>
                    <a:pt x="150" y="2"/>
                    <a:pt x="151" y="57"/>
                    <a:pt x="162" y="63"/>
                  </a:cubicBezTo>
                  <a:cubicBezTo>
                    <a:pt x="174" y="70"/>
                    <a:pt x="226" y="49"/>
                    <a:pt x="237" y="71"/>
                  </a:cubicBezTo>
                  <a:cubicBezTo>
                    <a:pt x="247" y="91"/>
                    <a:pt x="199" y="118"/>
                    <a:pt x="198" y="131"/>
                  </a:cubicBezTo>
                  <a:cubicBezTo>
                    <a:pt x="197" y="144"/>
                    <a:pt x="241" y="177"/>
                    <a:pt x="229" y="196"/>
                  </a:cubicBezTo>
                  <a:cubicBezTo>
                    <a:pt x="217" y="214"/>
                    <a:pt x="169" y="187"/>
                    <a:pt x="156" y="193"/>
                  </a:cubicBezTo>
                  <a:cubicBezTo>
                    <a:pt x="144" y="199"/>
                    <a:pt x="137" y="254"/>
                    <a:pt x="116" y="252"/>
                  </a:cubicBezTo>
                  <a:cubicBezTo>
                    <a:pt x="95" y="251"/>
                    <a:pt x="95" y="196"/>
                    <a:pt x="84" y="189"/>
                  </a:cubicBezTo>
                  <a:cubicBezTo>
                    <a:pt x="73" y="182"/>
                    <a:pt x="21" y="204"/>
                    <a:pt x="11" y="182"/>
                  </a:cubicBezTo>
                  <a:cubicBezTo>
                    <a:pt x="0" y="161"/>
                    <a:pt x="48" y="134"/>
                    <a:pt x="49" y="121"/>
                  </a:cubicBezTo>
                  <a:cubicBezTo>
                    <a:pt x="50" y="108"/>
                    <a:pt x="7" y="76"/>
                    <a:pt x="18" y="59"/>
                  </a:cubicBezTo>
                  <a:cubicBezTo>
                    <a:pt x="30" y="40"/>
                    <a:pt x="78" y="66"/>
                    <a:pt x="91" y="60"/>
                  </a:cubicBezTo>
                  <a:cubicBezTo>
                    <a:pt x="103" y="54"/>
                    <a:pt x="109" y="0"/>
                    <a:pt x="129" y="1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0" name="Freeform 7"/>
            <p:cNvSpPr>
              <a:spLocks/>
            </p:cNvSpPr>
            <p:nvPr/>
          </p:nvSpPr>
          <p:spPr bwMode="auto">
            <a:xfrm>
              <a:off x="6956137" y="3259921"/>
              <a:ext cx="936625" cy="955675"/>
            </a:xfrm>
            <a:custGeom>
              <a:avLst/>
              <a:gdLst>
                <a:gd name="T0" fmla="*/ 137 w 247"/>
                <a:gd name="T1" fmla="*/ 2 h 252"/>
                <a:gd name="T2" fmla="*/ 165 w 247"/>
                <a:gd name="T3" fmla="*/ 65 h 252"/>
                <a:gd name="T4" fmla="*/ 239 w 247"/>
                <a:gd name="T5" fmla="*/ 77 h 252"/>
                <a:gd name="T6" fmla="*/ 197 w 247"/>
                <a:gd name="T7" fmla="*/ 134 h 252"/>
                <a:gd name="T8" fmla="*/ 224 w 247"/>
                <a:gd name="T9" fmla="*/ 200 h 252"/>
                <a:gd name="T10" fmla="*/ 152 w 247"/>
                <a:gd name="T11" fmla="*/ 193 h 252"/>
                <a:gd name="T12" fmla="*/ 109 w 247"/>
                <a:gd name="T13" fmla="*/ 250 h 252"/>
                <a:gd name="T14" fmla="*/ 81 w 247"/>
                <a:gd name="T15" fmla="*/ 185 h 252"/>
                <a:gd name="T16" fmla="*/ 9 w 247"/>
                <a:gd name="T17" fmla="*/ 174 h 252"/>
                <a:gd name="T18" fmla="*/ 50 w 247"/>
                <a:gd name="T19" fmla="*/ 116 h 252"/>
                <a:gd name="T20" fmla="*/ 23 w 247"/>
                <a:gd name="T21" fmla="*/ 52 h 252"/>
                <a:gd name="T22" fmla="*/ 95 w 247"/>
                <a:gd name="T23" fmla="*/ 58 h 252"/>
                <a:gd name="T24" fmla="*/ 137 w 247"/>
                <a:gd name="T25" fmla="*/ 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2">
                  <a:moveTo>
                    <a:pt x="137" y="2"/>
                  </a:moveTo>
                  <a:cubicBezTo>
                    <a:pt x="157" y="4"/>
                    <a:pt x="155" y="58"/>
                    <a:pt x="165" y="65"/>
                  </a:cubicBezTo>
                  <a:cubicBezTo>
                    <a:pt x="177" y="73"/>
                    <a:pt x="229" y="55"/>
                    <a:pt x="239" y="77"/>
                  </a:cubicBezTo>
                  <a:cubicBezTo>
                    <a:pt x="247" y="98"/>
                    <a:pt x="198" y="121"/>
                    <a:pt x="197" y="134"/>
                  </a:cubicBezTo>
                  <a:cubicBezTo>
                    <a:pt x="196" y="147"/>
                    <a:pt x="237" y="182"/>
                    <a:pt x="224" y="200"/>
                  </a:cubicBezTo>
                  <a:cubicBezTo>
                    <a:pt x="210" y="217"/>
                    <a:pt x="164" y="188"/>
                    <a:pt x="152" y="193"/>
                  </a:cubicBezTo>
                  <a:cubicBezTo>
                    <a:pt x="140" y="198"/>
                    <a:pt x="130" y="252"/>
                    <a:pt x="109" y="250"/>
                  </a:cubicBezTo>
                  <a:cubicBezTo>
                    <a:pt x="88" y="247"/>
                    <a:pt x="91" y="192"/>
                    <a:pt x="81" y="185"/>
                  </a:cubicBezTo>
                  <a:cubicBezTo>
                    <a:pt x="70" y="177"/>
                    <a:pt x="18" y="196"/>
                    <a:pt x="9" y="174"/>
                  </a:cubicBezTo>
                  <a:cubicBezTo>
                    <a:pt x="0" y="153"/>
                    <a:pt x="49" y="129"/>
                    <a:pt x="50" y="116"/>
                  </a:cubicBezTo>
                  <a:cubicBezTo>
                    <a:pt x="52" y="104"/>
                    <a:pt x="11" y="69"/>
                    <a:pt x="23" y="52"/>
                  </a:cubicBezTo>
                  <a:cubicBezTo>
                    <a:pt x="37" y="35"/>
                    <a:pt x="83" y="63"/>
                    <a:pt x="95" y="58"/>
                  </a:cubicBezTo>
                  <a:cubicBezTo>
                    <a:pt x="107" y="53"/>
                    <a:pt x="116" y="0"/>
                    <a:pt x="137" y="2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Freeform 8"/>
            <p:cNvSpPr>
              <a:spLocks/>
            </p:cNvSpPr>
            <p:nvPr/>
          </p:nvSpPr>
          <p:spPr bwMode="auto">
            <a:xfrm>
              <a:off x="6951375" y="3259921"/>
              <a:ext cx="944563" cy="950913"/>
            </a:xfrm>
            <a:custGeom>
              <a:avLst/>
              <a:gdLst>
                <a:gd name="T0" fmla="*/ 145 w 249"/>
                <a:gd name="T1" fmla="*/ 4 h 251"/>
                <a:gd name="T2" fmla="*/ 170 w 249"/>
                <a:gd name="T3" fmla="*/ 69 h 251"/>
                <a:gd name="T4" fmla="*/ 242 w 249"/>
                <a:gd name="T5" fmla="*/ 84 h 251"/>
                <a:gd name="T6" fmla="*/ 197 w 249"/>
                <a:gd name="T7" fmla="*/ 138 h 251"/>
                <a:gd name="T8" fmla="*/ 219 w 249"/>
                <a:gd name="T9" fmla="*/ 205 h 251"/>
                <a:gd name="T10" fmla="*/ 148 w 249"/>
                <a:gd name="T11" fmla="*/ 194 h 251"/>
                <a:gd name="T12" fmla="*/ 103 w 249"/>
                <a:gd name="T13" fmla="*/ 248 h 251"/>
                <a:gd name="T14" fmla="*/ 79 w 249"/>
                <a:gd name="T15" fmla="*/ 182 h 251"/>
                <a:gd name="T16" fmla="*/ 8 w 249"/>
                <a:gd name="T17" fmla="*/ 168 h 251"/>
                <a:gd name="T18" fmla="*/ 52 w 249"/>
                <a:gd name="T19" fmla="*/ 112 h 251"/>
                <a:gd name="T20" fmla="*/ 30 w 249"/>
                <a:gd name="T21" fmla="*/ 47 h 251"/>
                <a:gd name="T22" fmla="*/ 100 w 249"/>
                <a:gd name="T23" fmla="*/ 56 h 251"/>
                <a:gd name="T24" fmla="*/ 145 w 249"/>
                <a:gd name="T25" fmla="*/ 4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9" h="251">
                  <a:moveTo>
                    <a:pt x="145" y="4"/>
                  </a:moveTo>
                  <a:cubicBezTo>
                    <a:pt x="165" y="7"/>
                    <a:pt x="160" y="61"/>
                    <a:pt x="170" y="69"/>
                  </a:cubicBezTo>
                  <a:cubicBezTo>
                    <a:pt x="180" y="77"/>
                    <a:pt x="233" y="62"/>
                    <a:pt x="242" y="84"/>
                  </a:cubicBezTo>
                  <a:cubicBezTo>
                    <a:pt x="249" y="105"/>
                    <a:pt x="199" y="126"/>
                    <a:pt x="197" y="138"/>
                  </a:cubicBezTo>
                  <a:cubicBezTo>
                    <a:pt x="195" y="150"/>
                    <a:pt x="234" y="188"/>
                    <a:pt x="219" y="205"/>
                  </a:cubicBezTo>
                  <a:cubicBezTo>
                    <a:pt x="205" y="222"/>
                    <a:pt x="161" y="190"/>
                    <a:pt x="148" y="194"/>
                  </a:cubicBezTo>
                  <a:cubicBezTo>
                    <a:pt x="137" y="199"/>
                    <a:pt x="124" y="251"/>
                    <a:pt x="103" y="248"/>
                  </a:cubicBezTo>
                  <a:cubicBezTo>
                    <a:pt x="83" y="244"/>
                    <a:pt x="88" y="190"/>
                    <a:pt x="79" y="182"/>
                  </a:cubicBezTo>
                  <a:cubicBezTo>
                    <a:pt x="69" y="173"/>
                    <a:pt x="16" y="189"/>
                    <a:pt x="8" y="168"/>
                  </a:cubicBezTo>
                  <a:cubicBezTo>
                    <a:pt x="0" y="147"/>
                    <a:pt x="50" y="125"/>
                    <a:pt x="52" y="112"/>
                  </a:cubicBezTo>
                  <a:cubicBezTo>
                    <a:pt x="55" y="100"/>
                    <a:pt x="16" y="63"/>
                    <a:pt x="30" y="47"/>
                  </a:cubicBezTo>
                  <a:cubicBezTo>
                    <a:pt x="44" y="30"/>
                    <a:pt x="88" y="61"/>
                    <a:pt x="100" y="56"/>
                  </a:cubicBezTo>
                  <a:cubicBezTo>
                    <a:pt x="112" y="52"/>
                    <a:pt x="125" y="0"/>
                    <a:pt x="145" y="4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Freeform 9"/>
            <p:cNvSpPr>
              <a:spLocks/>
            </p:cNvSpPr>
            <p:nvPr/>
          </p:nvSpPr>
          <p:spPr bwMode="auto">
            <a:xfrm>
              <a:off x="6948200" y="3263096"/>
              <a:ext cx="950913" cy="947738"/>
            </a:xfrm>
            <a:custGeom>
              <a:avLst/>
              <a:gdLst>
                <a:gd name="T0" fmla="*/ 153 w 251"/>
                <a:gd name="T1" fmla="*/ 5 h 250"/>
                <a:gd name="T2" fmla="*/ 174 w 251"/>
                <a:gd name="T3" fmla="*/ 71 h 250"/>
                <a:gd name="T4" fmla="*/ 244 w 251"/>
                <a:gd name="T5" fmla="*/ 90 h 250"/>
                <a:gd name="T6" fmla="*/ 197 w 251"/>
                <a:gd name="T7" fmla="*/ 141 h 250"/>
                <a:gd name="T8" fmla="*/ 215 w 251"/>
                <a:gd name="T9" fmla="*/ 209 h 250"/>
                <a:gd name="T10" fmla="*/ 145 w 251"/>
                <a:gd name="T11" fmla="*/ 194 h 250"/>
                <a:gd name="T12" fmla="*/ 97 w 251"/>
                <a:gd name="T13" fmla="*/ 245 h 250"/>
                <a:gd name="T14" fmla="*/ 76 w 251"/>
                <a:gd name="T15" fmla="*/ 177 h 250"/>
                <a:gd name="T16" fmla="*/ 7 w 251"/>
                <a:gd name="T17" fmla="*/ 160 h 250"/>
                <a:gd name="T18" fmla="*/ 54 w 251"/>
                <a:gd name="T19" fmla="*/ 108 h 250"/>
                <a:gd name="T20" fmla="*/ 36 w 251"/>
                <a:gd name="T21" fmla="*/ 40 h 250"/>
                <a:gd name="T22" fmla="*/ 105 w 251"/>
                <a:gd name="T23" fmla="*/ 54 h 250"/>
                <a:gd name="T24" fmla="*/ 153 w 251"/>
                <a:gd name="T25" fmla="*/ 5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50">
                  <a:moveTo>
                    <a:pt x="153" y="5"/>
                  </a:moveTo>
                  <a:cubicBezTo>
                    <a:pt x="173" y="9"/>
                    <a:pt x="165" y="62"/>
                    <a:pt x="174" y="71"/>
                  </a:cubicBezTo>
                  <a:cubicBezTo>
                    <a:pt x="184" y="80"/>
                    <a:pt x="238" y="68"/>
                    <a:pt x="244" y="90"/>
                  </a:cubicBezTo>
                  <a:cubicBezTo>
                    <a:pt x="251" y="111"/>
                    <a:pt x="200" y="129"/>
                    <a:pt x="197" y="141"/>
                  </a:cubicBezTo>
                  <a:cubicBezTo>
                    <a:pt x="194" y="153"/>
                    <a:pt x="231" y="193"/>
                    <a:pt x="215" y="209"/>
                  </a:cubicBezTo>
                  <a:cubicBezTo>
                    <a:pt x="199" y="225"/>
                    <a:pt x="158" y="191"/>
                    <a:pt x="145" y="194"/>
                  </a:cubicBezTo>
                  <a:cubicBezTo>
                    <a:pt x="133" y="198"/>
                    <a:pt x="117" y="250"/>
                    <a:pt x="97" y="245"/>
                  </a:cubicBezTo>
                  <a:cubicBezTo>
                    <a:pt x="77" y="240"/>
                    <a:pt x="86" y="186"/>
                    <a:pt x="76" y="177"/>
                  </a:cubicBezTo>
                  <a:cubicBezTo>
                    <a:pt x="67" y="169"/>
                    <a:pt x="14" y="181"/>
                    <a:pt x="7" y="160"/>
                  </a:cubicBezTo>
                  <a:cubicBezTo>
                    <a:pt x="0" y="139"/>
                    <a:pt x="51" y="120"/>
                    <a:pt x="54" y="108"/>
                  </a:cubicBezTo>
                  <a:cubicBezTo>
                    <a:pt x="57" y="95"/>
                    <a:pt x="21" y="56"/>
                    <a:pt x="36" y="40"/>
                  </a:cubicBezTo>
                  <a:cubicBezTo>
                    <a:pt x="51" y="25"/>
                    <a:pt x="93" y="58"/>
                    <a:pt x="105" y="54"/>
                  </a:cubicBezTo>
                  <a:cubicBezTo>
                    <a:pt x="117" y="51"/>
                    <a:pt x="133" y="0"/>
                    <a:pt x="153" y="5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Freeform 10"/>
            <p:cNvSpPr>
              <a:spLocks/>
            </p:cNvSpPr>
            <p:nvPr/>
          </p:nvSpPr>
          <p:spPr bwMode="auto">
            <a:xfrm>
              <a:off x="6948200" y="3263096"/>
              <a:ext cx="950913" cy="944563"/>
            </a:xfrm>
            <a:custGeom>
              <a:avLst/>
              <a:gdLst>
                <a:gd name="T0" fmla="*/ 160 w 251"/>
                <a:gd name="T1" fmla="*/ 6 h 249"/>
                <a:gd name="T2" fmla="*/ 178 w 251"/>
                <a:gd name="T3" fmla="*/ 74 h 249"/>
                <a:gd name="T4" fmla="*/ 246 w 251"/>
                <a:gd name="T5" fmla="*/ 97 h 249"/>
                <a:gd name="T6" fmla="*/ 196 w 251"/>
                <a:gd name="T7" fmla="*/ 145 h 249"/>
                <a:gd name="T8" fmla="*/ 209 w 251"/>
                <a:gd name="T9" fmla="*/ 215 h 249"/>
                <a:gd name="T10" fmla="*/ 141 w 251"/>
                <a:gd name="T11" fmla="*/ 195 h 249"/>
                <a:gd name="T12" fmla="*/ 91 w 251"/>
                <a:gd name="T13" fmla="*/ 243 h 249"/>
                <a:gd name="T14" fmla="*/ 73 w 251"/>
                <a:gd name="T15" fmla="*/ 174 h 249"/>
                <a:gd name="T16" fmla="*/ 5 w 251"/>
                <a:gd name="T17" fmla="*/ 153 h 249"/>
                <a:gd name="T18" fmla="*/ 55 w 251"/>
                <a:gd name="T19" fmla="*/ 104 h 249"/>
                <a:gd name="T20" fmla="*/ 42 w 251"/>
                <a:gd name="T21" fmla="*/ 35 h 249"/>
                <a:gd name="T22" fmla="*/ 109 w 251"/>
                <a:gd name="T23" fmla="*/ 53 h 249"/>
                <a:gd name="T24" fmla="*/ 160 w 251"/>
                <a:gd name="T25" fmla="*/ 6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49">
                  <a:moveTo>
                    <a:pt x="160" y="6"/>
                  </a:moveTo>
                  <a:cubicBezTo>
                    <a:pt x="181" y="12"/>
                    <a:pt x="169" y="65"/>
                    <a:pt x="178" y="74"/>
                  </a:cubicBezTo>
                  <a:cubicBezTo>
                    <a:pt x="187" y="84"/>
                    <a:pt x="241" y="76"/>
                    <a:pt x="246" y="97"/>
                  </a:cubicBezTo>
                  <a:cubicBezTo>
                    <a:pt x="251" y="118"/>
                    <a:pt x="199" y="133"/>
                    <a:pt x="196" y="145"/>
                  </a:cubicBezTo>
                  <a:cubicBezTo>
                    <a:pt x="192" y="157"/>
                    <a:pt x="226" y="199"/>
                    <a:pt x="209" y="215"/>
                  </a:cubicBezTo>
                  <a:cubicBezTo>
                    <a:pt x="193" y="230"/>
                    <a:pt x="154" y="193"/>
                    <a:pt x="141" y="195"/>
                  </a:cubicBezTo>
                  <a:cubicBezTo>
                    <a:pt x="129" y="198"/>
                    <a:pt x="110" y="249"/>
                    <a:pt x="91" y="243"/>
                  </a:cubicBezTo>
                  <a:cubicBezTo>
                    <a:pt x="70" y="237"/>
                    <a:pt x="82" y="184"/>
                    <a:pt x="73" y="174"/>
                  </a:cubicBezTo>
                  <a:cubicBezTo>
                    <a:pt x="64" y="165"/>
                    <a:pt x="11" y="174"/>
                    <a:pt x="5" y="153"/>
                  </a:cubicBezTo>
                  <a:cubicBezTo>
                    <a:pt x="0" y="132"/>
                    <a:pt x="52" y="116"/>
                    <a:pt x="55" y="104"/>
                  </a:cubicBezTo>
                  <a:cubicBezTo>
                    <a:pt x="59" y="92"/>
                    <a:pt x="25" y="50"/>
                    <a:pt x="42" y="35"/>
                  </a:cubicBezTo>
                  <a:cubicBezTo>
                    <a:pt x="58" y="20"/>
                    <a:pt x="97" y="56"/>
                    <a:pt x="109" y="53"/>
                  </a:cubicBezTo>
                  <a:cubicBezTo>
                    <a:pt x="122" y="50"/>
                    <a:pt x="141" y="0"/>
                    <a:pt x="160" y="6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Freeform 11"/>
            <p:cNvSpPr>
              <a:spLocks/>
            </p:cNvSpPr>
            <p:nvPr/>
          </p:nvSpPr>
          <p:spPr bwMode="auto">
            <a:xfrm>
              <a:off x="6945025" y="3267858"/>
              <a:ext cx="958850" cy="936625"/>
            </a:xfrm>
            <a:custGeom>
              <a:avLst/>
              <a:gdLst>
                <a:gd name="T0" fmla="*/ 169 w 253"/>
                <a:gd name="T1" fmla="*/ 7 h 247"/>
                <a:gd name="T2" fmla="*/ 182 w 253"/>
                <a:gd name="T3" fmla="*/ 77 h 247"/>
                <a:gd name="T4" fmla="*/ 249 w 253"/>
                <a:gd name="T5" fmla="*/ 104 h 247"/>
                <a:gd name="T6" fmla="*/ 196 w 253"/>
                <a:gd name="T7" fmla="*/ 148 h 247"/>
                <a:gd name="T8" fmla="*/ 205 w 253"/>
                <a:gd name="T9" fmla="*/ 219 h 247"/>
                <a:gd name="T10" fmla="*/ 137 w 253"/>
                <a:gd name="T11" fmla="*/ 196 h 247"/>
                <a:gd name="T12" fmla="*/ 85 w 253"/>
                <a:gd name="T13" fmla="*/ 240 h 247"/>
                <a:gd name="T14" fmla="*/ 71 w 253"/>
                <a:gd name="T15" fmla="*/ 170 h 247"/>
                <a:gd name="T16" fmla="*/ 5 w 253"/>
                <a:gd name="T17" fmla="*/ 145 h 247"/>
                <a:gd name="T18" fmla="*/ 57 w 253"/>
                <a:gd name="T19" fmla="*/ 100 h 247"/>
                <a:gd name="T20" fmla="*/ 48 w 253"/>
                <a:gd name="T21" fmla="*/ 29 h 247"/>
                <a:gd name="T22" fmla="*/ 115 w 253"/>
                <a:gd name="T23" fmla="*/ 51 h 247"/>
                <a:gd name="T24" fmla="*/ 169 w 253"/>
                <a:gd name="T25" fmla="*/ 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7">
                  <a:moveTo>
                    <a:pt x="169" y="7"/>
                  </a:moveTo>
                  <a:cubicBezTo>
                    <a:pt x="189" y="15"/>
                    <a:pt x="174" y="67"/>
                    <a:pt x="182" y="77"/>
                  </a:cubicBezTo>
                  <a:cubicBezTo>
                    <a:pt x="191" y="87"/>
                    <a:pt x="245" y="82"/>
                    <a:pt x="249" y="104"/>
                  </a:cubicBezTo>
                  <a:cubicBezTo>
                    <a:pt x="253" y="124"/>
                    <a:pt x="200" y="136"/>
                    <a:pt x="196" y="148"/>
                  </a:cubicBezTo>
                  <a:cubicBezTo>
                    <a:pt x="191" y="160"/>
                    <a:pt x="223" y="204"/>
                    <a:pt x="205" y="219"/>
                  </a:cubicBezTo>
                  <a:cubicBezTo>
                    <a:pt x="187" y="233"/>
                    <a:pt x="150" y="193"/>
                    <a:pt x="137" y="196"/>
                  </a:cubicBezTo>
                  <a:cubicBezTo>
                    <a:pt x="125" y="198"/>
                    <a:pt x="104" y="247"/>
                    <a:pt x="85" y="240"/>
                  </a:cubicBezTo>
                  <a:cubicBezTo>
                    <a:pt x="65" y="233"/>
                    <a:pt x="79" y="180"/>
                    <a:pt x="71" y="170"/>
                  </a:cubicBezTo>
                  <a:cubicBezTo>
                    <a:pt x="63" y="160"/>
                    <a:pt x="9" y="166"/>
                    <a:pt x="5" y="145"/>
                  </a:cubicBezTo>
                  <a:cubicBezTo>
                    <a:pt x="0" y="124"/>
                    <a:pt x="53" y="111"/>
                    <a:pt x="57" y="100"/>
                  </a:cubicBezTo>
                  <a:cubicBezTo>
                    <a:pt x="61" y="87"/>
                    <a:pt x="30" y="43"/>
                    <a:pt x="48" y="29"/>
                  </a:cubicBezTo>
                  <a:cubicBezTo>
                    <a:pt x="65" y="15"/>
                    <a:pt x="102" y="54"/>
                    <a:pt x="115" y="51"/>
                  </a:cubicBezTo>
                  <a:cubicBezTo>
                    <a:pt x="127" y="49"/>
                    <a:pt x="149" y="0"/>
                    <a:pt x="169" y="7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Freeform 12"/>
            <p:cNvSpPr>
              <a:spLocks/>
            </p:cNvSpPr>
            <p:nvPr/>
          </p:nvSpPr>
          <p:spPr bwMode="auto">
            <a:xfrm>
              <a:off x="6945025" y="3271033"/>
              <a:ext cx="958850" cy="928688"/>
            </a:xfrm>
            <a:custGeom>
              <a:avLst/>
              <a:gdLst>
                <a:gd name="T0" fmla="*/ 176 w 253"/>
                <a:gd name="T1" fmla="*/ 8 h 245"/>
                <a:gd name="T2" fmla="*/ 185 w 253"/>
                <a:gd name="T3" fmla="*/ 79 h 245"/>
                <a:gd name="T4" fmla="*/ 251 w 253"/>
                <a:gd name="T5" fmla="*/ 110 h 245"/>
                <a:gd name="T6" fmla="*/ 195 w 253"/>
                <a:gd name="T7" fmla="*/ 151 h 245"/>
                <a:gd name="T8" fmla="*/ 200 w 253"/>
                <a:gd name="T9" fmla="*/ 223 h 245"/>
                <a:gd name="T10" fmla="*/ 133 w 253"/>
                <a:gd name="T11" fmla="*/ 196 h 245"/>
                <a:gd name="T12" fmla="*/ 78 w 253"/>
                <a:gd name="T13" fmla="*/ 238 h 245"/>
                <a:gd name="T14" fmla="*/ 67 w 253"/>
                <a:gd name="T15" fmla="*/ 166 h 245"/>
                <a:gd name="T16" fmla="*/ 3 w 253"/>
                <a:gd name="T17" fmla="*/ 138 h 245"/>
                <a:gd name="T18" fmla="*/ 58 w 253"/>
                <a:gd name="T19" fmla="*/ 95 h 245"/>
                <a:gd name="T20" fmla="*/ 54 w 253"/>
                <a:gd name="T21" fmla="*/ 22 h 245"/>
                <a:gd name="T22" fmla="*/ 119 w 253"/>
                <a:gd name="T23" fmla="*/ 49 h 245"/>
                <a:gd name="T24" fmla="*/ 176 w 253"/>
                <a:gd name="T25" fmla="*/ 8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5">
                  <a:moveTo>
                    <a:pt x="176" y="8"/>
                  </a:moveTo>
                  <a:cubicBezTo>
                    <a:pt x="196" y="17"/>
                    <a:pt x="178" y="68"/>
                    <a:pt x="185" y="79"/>
                  </a:cubicBezTo>
                  <a:cubicBezTo>
                    <a:pt x="193" y="90"/>
                    <a:pt x="248" y="88"/>
                    <a:pt x="251" y="110"/>
                  </a:cubicBezTo>
                  <a:cubicBezTo>
                    <a:pt x="253" y="130"/>
                    <a:pt x="199" y="139"/>
                    <a:pt x="195" y="151"/>
                  </a:cubicBezTo>
                  <a:cubicBezTo>
                    <a:pt x="190" y="163"/>
                    <a:pt x="219" y="210"/>
                    <a:pt x="200" y="223"/>
                  </a:cubicBezTo>
                  <a:cubicBezTo>
                    <a:pt x="181" y="237"/>
                    <a:pt x="146" y="194"/>
                    <a:pt x="133" y="196"/>
                  </a:cubicBezTo>
                  <a:cubicBezTo>
                    <a:pt x="121" y="197"/>
                    <a:pt x="97" y="245"/>
                    <a:pt x="78" y="238"/>
                  </a:cubicBezTo>
                  <a:cubicBezTo>
                    <a:pt x="58" y="229"/>
                    <a:pt x="75" y="177"/>
                    <a:pt x="67" y="166"/>
                  </a:cubicBezTo>
                  <a:cubicBezTo>
                    <a:pt x="60" y="155"/>
                    <a:pt x="6" y="159"/>
                    <a:pt x="3" y="138"/>
                  </a:cubicBezTo>
                  <a:cubicBezTo>
                    <a:pt x="0" y="117"/>
                    <a:pt x="53" y="106"/>
                    <a:pt x="58" y="95"/>
                  </a:cubicBezTo>
                  <a:cubicBezTo>
                    <a:pt x="63" y="82"/>
                    <a:pt x="34" y="36"/>
                    <a:pt x="54" y="22"/>
                  </a:cubicBezTo>
                  <a:cubicBezTo>
                    <a:pt x="72" y="9"/>
                    <a:pt x="106" y="51"/>
                    <a:pt x="119" y="49"/>
                  </a:cubicBezTo>
                  <a:cubicBezTo>
                    <a:pt x="131" y="48"/>
                    <a:pt x="156" y="0"/>
                    <a:pt x="176" y="8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Freeform 13"/>
            <p:cNvSpPr>
              <a:spLocks/>
            </p:cNvSpPr>
            <p:nvPr/>
          </p:nvSpPr>
          <p:spPr bwMode="auto">
            <a:xfrm>
              <a:off x="6940262" y="3271033"/>
              <a:ext cx="966788" cy="928688"/>
            </a:xfrm>
            <a:custGeom>
              <a:avLst/>
              <a:gdLst>
                <a:gd name="T0" fmla="*/ 184 w 255"/>
                <a:gd name="T1" fmla="*/ 10 h 245"/>
                <a:gd name="T2" fmla="*/ 190 w 255"/>
                <a:gd name="T3" fmla="*/ 82 h 245"/>
                <a:gd name="T4" fmla="*/ 254 w 255"/>
                <a:gd name="T5" fmla="*/ 117 h 245"/>
                <a:gd name="T6" fmla="*/ 195 w 255"/>
                <a:gd name="T7" fmla="*/ 155 h 245"/>
                <a:gd name="T8" fmla="*/ 195 w 255"/>
                <a:gd name="T9" fmla="*/ 229 h 245"/>
                <a:gd name="T10" fmla="*/ 130 w 255"/>
                <a:gd name="T11" fmla="*/ 197 h 245"/>
                <a:gd name="T12" fmla="*/ 72 w 255"/>
                <a:gd name="T13" fmla="*/ 236 h 245"/>
                <a:gd name="T14" fmla="*/ 65 w 255"/>
                <a:gd name="T15" fmla="*/ 162 h 245"/>
                <a:gd name="T16" fmla="*/ 2 w 255"/>
                <a:gd name="T17" fmla="*/ 131 h 245"/>
                <a:gd name="T18" fmla="*/ 60 w 255"/>
                <a:gd name="T19" fmla="*/ 91 h 245"/>
                <a:gd name="T20" fmla="*/ 60 w 255"/>
                <a:gd name="T21" fmla="*/ 17 h 245"/>
                <a:gd name="T22" fmla="*/ 124 w 255"/>
                <a:gd name="T23" fmla="*/ 48 h 245"/>
                <a:gd name="T24" fmla="*/ 184 w 255"/>
                <a:gd name="T25" fmla="*/ 1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5" h="245">
                  <a:moveTo>
                    <a:pt x="184" y="10"/>
                  </a:moveTo>
                  <a:cubicBezTo>
                    <a:pt x="204" y="20"/>
                    <a:pt x="182" y="71"/>
                    <a:pt x="190" y="82"/>
                  </a:cubicBezTo>
                  <a:cubicBezTo>
                    <a:pt x="197" y="94"/>
                    <a:pt x="252" y="95"/>
                    <a:pt x="254" y="117"/>
                  </a:cubicBezTo>
                  <a:cubicBezTo>
                    <a:pt x="255" y="137"/>
                    <a:pt x="200" y="144"/>
                    <a:pt x="195" y="155"/>
                  </a:cubicBezTo>
                  <a:cubicBezTo>
                    <a:pt x="189" y="167"/>
                    <a:pt x="216" y="216"/>
                    <a:pt x="195" y="229"/>
                  </a:cubicBezTo>
                  <a:cubicBezTo>
                    <a:pt x="176" y="241"/>
                    <a:pt x="143" y="196"/>
                    <a:pt x="130" y="197"/>
                  </a:cubicBezTo>
                  <a:cubicBezTo>
                    <a:pt x="118" y="197"/>
                    <a:pt x="91" y="245"/>
                    <a:pt x="72" y="236"/>
                  </a:cubicBezTo>
                  <a:cubicBezTo>
                    <a:pt x="52" y="226"/>
                    <a:pt x="73" y="174"/>
                    <a:pt x="65" y="162"/>
                  </a:cubicBezTo>
                  <a:cubicBezTo>
                    <a:pt x="58" y="152"/>
                    <a:pt x="3" y="152"/>
                    <a:pt x="2" y="131"/>
                  </a:cubicBezTo>
                  <a:cubicBezTo>
                    <a:pt x="0" y="110"/>
                    <a:pt x="55" y="103"/>
                    <a:pt x="60" y="91"/>
                  </a:cubicBezTo>
                  <a:cubicBezTo>
                    <a:pt x="66" y="79"/>
                    <a:pt x="39" y="30"/>
                    <a:pt x="60" y="17"/>
                  </a:cubicBezTo>
                  <a:cubicBezTo>
                    <a:pt x="79" y="5"/>
                    <a:pt x="111" y="49"/>
                    <a:pt x="124" y="48"/>
                  </a:cubicBezTo>
                  <a:cubicBezTo>
                    <a:pt x="137" y="48"/>
                    <a:pt x="165" y="0"/>
                    <a:pt x="184" y="10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Freeform 14"/>
            <p:cNvSpPr>
              <a:spLocks/>
            </p:cNvSpPr>
            <p:nvPr/>
          </p:nvSpPr>
          <p:spPr bwMode="auto">
            <a:xfrm>
              <a:off x="6940262" y="3271033"/>
              <a:ext cx="971550" cy="933450"/>
            </a:xfrm>
            <a:custGeom>
              <a:avLst/>
              <a:gdLst>
                <a:gd name="T0" fmla="*/ 0 w 256"/>
                <a:gd name="T1" fmla="*/ 124 h 246"/>
                <a:gd name="T2" fmla="*/ 61 w 256"/>
                <a:gd name="T3" fmla="*/ 88 h 246"/>
                <a:gd name="T4" fmla="*/ 65 w 256"/>
                <a:gd name="T5" fmla="*/ 11 h 246"/>
                <a:gd name="T6" fmla="*/ 128 w 256"/>
                <a:gd name="T7" fmla="*/ 47 h 246"/>
                <a:gd name="T8" fmla="*/ 191 w 256"/>
                <a:gd name="T9" fmla="*/ 12 h 246"/>
                <a:gd name="T10" fmla="*/ 193 w 256"/>
                <a:gd name="T11" fmla="*/ 86 h 246"/>
                <a:gd name="T12" fmla="*/ 255 w 256"/>
                <a:gd name="T13" fmla="*/ 124 h 246"/>
                <a:gd name="T14" fmla="*/ 194 w 256"/>
                <a:gd name="T15" fmla="*/ 159 h 246"/>
                <a:gd name="T16" fmla="*/ 190 w 256"/>
                <a:gd name="T17" fmla="*/ 234 h 246"/>
                <a:gd name="T18" fmla="*/ 125 w 256"/>
                <a:gd name="T19" fmla="*/ 198 h 246"/>
                <a:gd name="T20" fmla="*/ 65 w 256"/>
                <a:gd name="T21" fmla="*/ 234 h 246"/>
                <a:gd name="T22" fmla="*/ 62 w 256"/>
                <a:gd name="T23" fmla="*/ 159 h 246"/>
                <a:gd name="T24" fmla="*/ 0 w 256"/>
                <a:gd name="T25" fmla="*/ 124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6" h="246">
                  <a:moveTo>
                    <a:pt x="0" y="124"/>
                  </a:moveTo>
                  <a:cubicBezTo>
                    <a:pt x="0" y="103"/>
                    <a:pt x="55" y="99"/>
                    <a:pt x="61" y="88"/>
                  </a:cubicBezTo>
                  <a:cubicBezTo>
                    <a:pt x="67" y="75"/>
                    <a:pt x="43" y="24"/>
                    <a:pt x="65" y="11"/>
                  </a:cubicBezTo>
                  <a:cubicBezTo>
                    <a:pt x="85" y="0"/>
                    <a:pt x="115" y="47"/>
                    <a:pt x="128" y="47"/>
                  </a:cubicBezTo>
                  <a:cubicBezTo>
                    <a:pt x="141" y="47"/>
                    <a:pt x="172" y="1"/>
                    <a:pt x="191" y="12"/>
                  </a:cubicBezTo>
                  <a:cubicBezTo>
                    <a:pt x="211" y="23"/>
                    <a:pt x="186" y="73"/>
                    <a:pt x="193" y="86"/>
                  </a:cubicBezTo>
                  <a:cubicBezTo>
                    <a:pt x="200" y="98"/>
                    <a:pt x="256" y="102"/>
                    <a:pt x="255" y="124"/>
                  </a:cubicBezTo>
                  <a:cubicBezTo>
                    <a:pt x="255" y="145"/>
                    <a:pt x="200" y="148"/>
                    <a:pt x="194" y="159"/>
                  </a:cubicBezTo>
                  <a:cubicBezTo>
                    <a:pt x="187" y="171"/>
                    <a:pt x="212" y="222"/>
                    <a:pt x="190" y="234"/>
                  </a:cubicBezTo>
                  <a:cubicBezTo>
                    <a:pt x="169" y="246"/>
                    <a:pt x="139" y="198"/>
                    <a:pt x="125" y="198"/>
                  </a:cubicBezTo>
                  <a:cubicBezTo>
                    <a:pt x="113" y="197"/>
                    <a:pt x="83" y="244"/>
                    <a:pt x="65" y="234"/>
                  </a:cubicBezTo>
                  <a:cubicBezTo>
                    <a:pt x="46" y="223"/>
                    <a:pt x="69" y="172"/>
                    <a:pt x="62" y="159"/>
                  </a:cubicBezTo>
                  <a:cubicBezTo>
                    <a:pt x="55" y="148"/>
                    <a:pt x="0" y="145"/>
                    <a:pt x="0" y="124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4032375" y="797710"/>
            <a:ext cx="1079250" cy="1240604"/>
            <a:chOff x="5900667" y="-231575"/>
            <a:chExt cx="2044290" cy="2349920"/>
          </a:xfrm>
        </p:grpSpPr>
        <p:grpSp>
          <p:nvGrpSpPr>
            <p:cNvPr id="39" name="Group 4"/>
            <p:cNvGrpSpPr>
              <a:grpSpLocks noChangeAspect="1"/>
            </p:cNvGrpSpPr>
            <p:nvPr/>
          </p:nvGrpSpPr>
          <p:grpSpPr bwMode="auto">
            <a:xfrm>
              <a:off x="6322090" y="72485"/>
              <a:ext cx="1168465" cy="2045860"/>
              <a:chOff x="2724" y="205"/>
              <a:chExt cx="2232" cy="3908"/>
            </a:xfrm>
            <a:noFill/>
          </p:grpSpPr>
          <p:sp>
            <p:nvSpPr>
              <p:cNvPr id="51" name="Freeform 5"/>
              <p:cNvSpPr>
                <a:spLocks/>
              </p:cNvSpPr>
              <p:nvPr/>
            </p:nvSpPr>
            <p:spPr bwMode="auto">
              <a:xfrm>
                <a:off x="3373" y="3255"/>
                <a:ext cx="960" cy="858"/>
              </a:xfrm>
              <a:custGeom>
                <a:avLst/>
                <a:gdLst>
                  <a:gd name="T0" fmla="*/ 224 w 447"/>
                  <a:gd name="T1" fmla="*/ 5 h 400"/>
                  <a:gd name="T2" fmla="*/ 39 w 447"/>
                  <a:gd name="T3" fmla="*/ 0 h 400"/>
                  <a:gd name="T4" fmla="*/ 3 w 447"/>
                  <a:gd name="T5" fmla="*/ 0 h 400"/>
                  <a:gd name="T6" fmla="*/ 3 w 447"/>
                  <a:gd name="T7" fmla="*/ 43 h 400"/>
                  <a:gd name="T8" fmla="*/ 17 w 447"/>
                  <a:gd name="T9" fmla="*/ 61 h 400"/>
                  <a:gd name="T10" fmla="*/ 3 w 447"/>
                  <a:gd name="T11" fmla="*/ 88 h 400"/>
                  <a:gd name="T12" fmla="*/ 3 w 447"/>
                  <a:gd name="T13" fmla="*/ 105 h 400"/>
                  <a:gd name="T14" fmla="*/ 17 w 447"/>
                  <a:gd name="T15" fmla="*/ 122 h 400"/>
                  <a:gd name="T16" fmla="*/ 0 w 447"/>
                  <a:gd name="T17" fmla="*/ 150 h 400"/>
                  <a:gd name="T18" fmla="*/ 0 w 447"/>
                  <a:gd name="T19" fmla="*/ 166 h 400"/>
                  <a:gd name="T20" fmla="*/ 17 w 447"/>
                  <a:gd name="T21" fmla="*/ 180 h 400"/>
                  <a:gd name="T22" fmla="*/ 3 w 447"/>
                  <a:gd name="T23" fmla="*/ 214 h 400"/>
                  <a:gd name="T24" fmla="*/ 3 w 447"/>
                  <a:gd name="T25" fmla="*/ 225 h 400"/>
                  <a:gd name="T26" fmla="*/ 17 w 447"/>
                  <a:gd name="T27" fmla="*/ 258 h 400"/>
                  <a:gd name="T28" fmla="*/ 28 w 447"/>
                  <a:gd name="T29" fmla="*/ 275 h 400"/>
                  <a:gd name="T30" fmla="*/ 41 w 447"/>
                  <a:gd name="T31" fmla="*/ 293 h 400"/>
                  <a:gd name="T32" fmla="*/ 80 w 447"/>
                  <a:gd name="T33" fmla="*/ 330 h 400"/>
                  <a:gd name="T34" fmla="*/ 92 w 447"/>
                  <a:gd name="T35" fmla="*/ 330 h 400"/>
                  <a:gd name="T36" fmla="*/ 142 w 447"/>
                  <a:gd name="T37" fmla="*/ 387 h 400"/>
                  <a:gd name="T38" fmla="*/ 197 w 447"/>
                  <a:gd name="T39" fmla="*/ 399 h 400"/>
                  <a:gd name="T40" fmla="*/ 223 w 447"/>
                  <a:gd name="T41" fmla="*/ 394 h 400"/>
                  <a:gd name="T42" fmla="*/ 250 w 447"/>
                  <a:gd name="T43" fmla="*/ 399 h 400"/>
                  <a:gd name="T44" fmla="*/ 304 w 447"/>
                  <a:gd name="T45" fmla="*/ 387 h 400"/>
                  <a:gd name="T46" fmla="*/ 355 w 447"/>
                  <a:gd name="T47" fmla="*/ 330 h 400"/>
                  <a:gd name="T48" fmla="*/ 366 w 447"/>
                  <a:gd name="T49" fmla="*/ 330 h 400"/>
                  <a:gd name="T50" fmla="*/ 405 w 447"/>
                  <a:gd name="T51" fmla="*/ 293 h 400"/>
                  <a:gd name="T52" fmla="*/ 418 w 447"/>
                  <a:gd name="T53" fmla="*/ 275 h 400"/>
                  <a:gd name="T54" fmla="*/ 430 w 447"/>
                  <a:gd name="T55" fmla="*/ 258 h 400"/>
                  <a:gd name="T56" fmla="*/ 444 w 447"/>
                  <a:gd name="T57" fmla="*/ 225 h 400"/>
                  <a:gd name="T58" fmla="*/ 444 w 447"/>
                  <a:gd name="T59" fmla="*/ 214 h 400"/>
                  <a:gd name="T60" fmla="*/ 430 w 447"/>
                  <a:gd name="T61" fmla="*/ 180 h 400"/>
                  <a:gd name="T62" fmla="*/ 447 w 447"/>
                  <a:gd name="T63" fmla="*/ 166 h 400"/>
                  <a:gd name="T64" fmla="*/ 447 w 447"/>
                  <a:gd name="T65" fmla="*/ 150 h 400"/>
                  <a:gd name="T66" fmla="*/ 430 w 447"/>
                  <a:gd name="T67" fmla="*/ 122 h 400"/>
                  <a:gd name="T68" fmla="*/ 444 w 447"/>
                  <a:gd name="T69" fmla="*/ 105 h 400"/>
                  <a:gd name="T70" fmla="*/ 444 w 447"/>
                  <a:gd name="T71" fmla="*/ 88 h 400"/>
                  <a:gd name="T72" fmla="*/ 430 w 447"/>
                  <a:gd name="T73" fmla="*/ 61 h 400"/>
                  <a:gd name="T74" fmla="*/ 444 w 447"/>
                  <a:gd name="T75" fmla="*/ 43 h 400"/>
                  <a:gd name="T76" fmla="*/ 444 w 447"/>
                  <a:gd name="T77" fmla="*/ 0 h 400"/>
                  <a:gd name="T78" fmla="*/ 224 w 447"/>
                  <a:gd name="T79" fmla="*/ 5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447" h="400">
                    <a:moveTo>
                      <a:pt x="224" y="5"/>
                    </a:moveTo>
                    <a:cubicBezTo>
                      <a:pt x="224" y="5"/>
                      <a:pt x="112" y="3"/>
                      <a:pt x="39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3" y="43"/>
                      <a:pt x="5" y="56"/>
                      <a:pt x="17" y="61"/>
                    </a:cubicBezTo>
                    <a:cubicBezTo>
                      <a:pt x="17" y="61"/>
                      <a:pt x="19" y="79"/>
                      <a:pt x="3" y="88"/>
                    </a:cubicBezTo>
                    <a:cubicBezTo>
                      <a:pt x="3" y="105"/>
                      <a:pt x="3" y="105"/>
                      <a:pt x="3" y="105"/>
                    </a:cubicBezTo>
                    <a:cubicBezTo>
                      <a:pt x="3" y="105"/>
                      <a:pt x="14" y="114"/>
                      <a:pt x="17" y="122"/>
                    </a:cubicBezTo>
                    <a:cubicBezTo>
                      <a:pt x="19" y="130"/>
                      <a:pt x="5" y="148"/>
                      <a:pt x="0" y="150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166"/>
                      <a:pt x="13" y="168"/>
                      <a:pt x="17" y="180"/>
                    </a:cubicBezTo>
                    <a:cubicBezTo>
                      <a:pt x="21" y="192"/>
                      <a:pt x="10" y="210"/>
                      <a:pt x="3" y="214"/>
                    </a:cubicBezTo>
                    <a:cubicBezTo>
                      <a:pt x="3" y="225"/>
                      <a:pt x="3" y="225"/>
                      <a:pt x="3" y="225"/>
                    </a:cubicBezTo>
                    <a:cubicBezTo>
                      <a:pt x="3" y="225"/>
                      <a:pt x="25" y="238"/>
                      <a:pt x="17" y="258"/>
                    </a:cubicBezTo>
                    <a:cubicBezTo>
                      <a:pt x="17" y="258"/>
                      <a:pt x="10" y="268"/>
                      <a:pt x="28" y="275"/>
                    </a:cubicBezTo>
                    <a:cubicBezTo>
                      <a:pt x="28" y="275"/>
                      <a:pt x="38" y="285"/>
                      <a:pt x="41" y="293"/>
                    </a:cubicBezTo>
                    <a:cubicBezTo>
                      <a:pt x="45" y="301"/>
                      <a:pt x="72" y="329"/>
                      <a:pt x="80" y="330"/>
                    </a:cubicBezTo>
                    <a:cubicBezTo>
                      <a:pt x="92" y="330"/>
                      <a:pt x="92" y="330"/>
                      <a:pt x="92" y="330"/>
                    </a:cubicBezTo>
                    <a:cubicBezTo>
                      <a:pt x="92" y="330"/>
                      <a:pt x="129" y="369"/>
                      <a:pt x="142" y="387"/>
                    </a:cubicBezTo>
                    <a:cubicBezTo>
                      <a:pt x="142" y="387"/>
                      <a:pt x="172" y="400"/>
                      <a:pt x="197" y="399"/>
                    </a:cubicBezTo>
                    <a:cubicBezTo>
                      <a:pt x="197" y="399"/>
                      <a:pt x="213" y="394"/>
                      <a:pt x="223" y="394"/>
                    </a:cubicBezTo>
                    <a:cubicBezTo>
                      <a:pt x="234" y="394"/>
                      <a:pt x="250" y="399"/>
                      <a:pt x="250" y="399"/>
                    </a:cubicBezTo>
                    <a:cubicBezTo>
                      <a:pt x="275" y="400"/>
                      <a:pt x="304" y="387"/>
                      <a:pt x="304" y="387"/>
                    </a:cubicBezTo>
                    <a:cubicBezTo>
                      <a:pt x="317" y="369"/>
                      <a:pt x="355" y="330"/>
                      <a:pt x="355" y="330"/>
                    </a:cubicBezTo>
                    <a:cubicBezTo>
                      <a:pt x="366" y="330"/>
                      <a:pt x="366" y="330"/>
                      <a:pt x="366" y="330"/>
                    </a:cubicBezTo>
                    <a:cubicBezTo>
                      <a:pt x="374" y="329"/>
                      <a:pt x="401" y="301"/>
                      <a:pt x="405" y="293"/>
                    </a:cubicBezTo>
                    <a:cubicBezTo>
                      <a:pt x="409" y="285"/>
                      <a:pt x="418" y="275"/>
                      <a:pt x="418" y="275"/>
                    </a:cubicBezTo>
                    <a:cubicBezTo>
                      <a:pt x="436" y="268"/>
                      <a:pt x="430" y="258"/>
                      <a:pt x="430" y="258"/>
                    </a:cubicBezTo>
                    <a:cubicBezTo>
                      <a:pt x="422" y="238"/>
                      <a:pt x="444" y="225"/>
                      <a:pt x="444" y="225"/>
                    </a:cubicBezTo>
                    <a:cubicBezTo>
                      <a:pt x="444" y="214"/>
                      <a:pt x="444" y="214"/>
                      <a:pt x="444" y="214"/>
                    </a:cubicBezTo>
                    <a:cubicBezTo>
                      <a:pt x="436" y="210"/>
                      <a:pt x="426" y="192"/>
                      <a:pt x="430" y="180"/>
                    </a:cubicBezTo>
                    <a:cubicBezTo>
                      <a:pt x="434" y="168"/>
                      <a:pt x="447" y="166"/>
                      <a:pt x="447" y="166"/>
                    </a:cubicBezTo>
                    <a:cubicBezTo>
                      <a:pt x="447" y="150"/>
                      <a:pt x="447" y="150"/>
                      <a:pt x="447" y="150"/>
                    </a:cubicBezTo>
                    <a:cubicBezTo>
                      <a:pt x="442" y="148"/>
                      <a:pt x="427" y="130"/>
                      <a:pt x="430" y="122"/>
                    </a:cubicBezTo>
                    <a:cubicBezTo>
                      <a:pt x="433" y="114"/>
                      <a:pt x="444" y="105"/>
                      <a:pt x="444" y="105"/>
                    </a:cubicBezTo>
                    <a:cubicBezTo>
                      <a:pt x="444" y="88"/>
                      <a:pt x="444" y="88"/>
                      <a:pt x="444" y="88"/>
                    </a:cubicBezTo>
                    <a:cubicBezTo>
                      <a:pt x="427" y="79"/>
                      <a:pt x="430" y="61"/>
                      <a:pt x="430" y="61"/>
                    </a:cubicBezTo>
                    <a:cubicBezTo>
                      <a:pt x="442" y="56"/>
                      <a:pt x="444" y="43"/>
                      <a:pt x="444" y="43"/>
                    </a:cubicBezTo>
                    <a:cubicBezTo>
                      <a:pt x="444" y="0"/>
                      <a:pt x="444" y="0"/>
                      <a:pt x="444" y="0"/>
                    </a:cubicBezTo>
                    <a:cubicBezTo>
                      <a:pt x="383" y="3"/>
                      <a:pt x="224" y="5"/>
                      <a:pt x="224" y="5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2" name="Freeform 6"/>
              <p:cNvSpPr>
                <a:spLocks/>
              </p:cNvSpPr>
              <p:nvPr/>
            </p:nvSpPr>
            <p:spPr bwMode="auto">
              <a:xfrm>
                <a:off x="3596" y="3285"/>
                <a:ext cx="728" cy="75"/>
              </a:xfrm>
              <a:custGeom>
                <a:avLst/>
                <a:gdLst>
                  <a:gd name="T0" fmla="*/ 0 w 339"/>
                  <a:gd name="T1" fmla="*/ 2 h 35"/>
                  <a:gd name="T2" fmla="*/ 321 w 339"/>
                  <a:gd name="T3" fmla="*/ 0 h 35"/>
                  <a:gd name="T4" fmla="*/ 314 w 339"/>
                  <a:gd name="T5" fmla="*/ 35 h 35"/>
                  <a:gd name="T6" fmla="*/ 7 w 339"/>
                  <a:gd name="T7" fmla="*/ 31 h 35"/>
                  <a:gd name="T8" fmla="*/ 278 w 339"/>
                  <a:gd name="T9" fmla="*/ 17 h 35"/>
                  <a:gd name="T10" fmla="*/ 0 w 339"/>
                  <a:gd name="T11" fmla="*/ 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9" h="35">
                    <a:moveTo>
                      <a:pt x="0" y="2"/>
                    </a:moveTo>
                    <a:cubicBezTo>
                      <a:pt x="0" y="2"/>
                      <a:pt x="238" y="11"/>
                      <a:pt x="321" y="0"/>
                    </a:cubicBezTo>
                    <a:cubicBezTo>
                      <a:pt x="321" y="0"/>
                      <a:pt x="339" y="21"/>
                      <a:pt x="314" y="35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7" y="31"/>
                      <a:pt x="264" y="26"/>
                      <a:pt x="278" y="17"/>
                    </a:cubicBezTo>
                    <a:cubicBezTo>
                      <a:pt x="278" y="17"/>
                      <a:pt x="69" y="4"/>
                      <a:pt x="0" y="2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Freeform 7"/>
              <p:cNvSpPr>
                <a:spLocks/>
              </p:cNvSpPr>
              <p:nvPr/>
            </p:nvSpPr>
            <p:spPr bwMode="auto">
              <a:xfrm>
                <a:off x="3446" y="3399"/>
                <a:ext cx="792" cy="70"/>
              </a:xfrm>
              <a:custGeom>
                <a:avLst/>
                <a:gdLst>
                  <a:gd name="T0" fmla="*/ 0 w 369"/>
                  <a:gd name="T1" fmla="*/ 0 h 33"/>
                  <a:gd name="T2" fmla="*/ 369 w 369"/>
                  <a:gd name="T3" fmla="*/ 0 h 33"/>
                  <a:gd name="T4" fmla="*/ 0 w 369"/>
                  <a:gd name="T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3">
                    <a:moveTo>
                      <a:pt x="0" y="0"/>
                    </a:moveTo>
                    <a:cubicBezTo>
                      <a:pt x="0" y="0"/>
                      <a:pt x="203" y="20"/>
                      <a:pt x="369" y="0"/>
                    </a:cubicBezTo>
                    <a:cubicBezTo>
                      <a:pt x="369" y="0"/>
                      <a:pt x="143" y="33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4" name="Freeform 8"/>
              <p:cNvSpPr>
                <a:spLocks/>
              </p:cNvSpPr>
              <p:nvPr/>
            </p:nvSpPr>
            <p:spPr bwMode="auto">
              <a:xfrm>
                <a:off x="3450" y="3502"/>
                <a:ext cx="793" cy="70"/>
              </a:xfrm>
              <a:custGeom>
                <a:avLst/>
                <a:gdLst>
                  <a:gd name="T0" fmla="*/ 0 w 369"/>
                  <a:gd name="T1" fmla="*/ 0 h 33"/>
                  <a:gd name="T2" fmla="*/ 369 w 369"/>
                  <a:gd name="T3" fmla="*/ 0 h 33"/>
                  <a:gd name="T4" fmla="*/ 0 w 369"/>
                  <a:gd name="T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3">
                    <a:moveTo>
                      <a:pt x="0" y="0"/>
                    </a:moveTo>
                    <a:cubicBezTo>
                      <a:pt x="0" y="0"/>
                      <a:pt x="204" y="20"/>
                      <a:pt x="369" y="0"/>
                    </a:cubicBezTo>
                    <a:cubicBezTo>
                      <a:pt x="369" y="0"/>
                      <a:pt x="144" y="33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Freeform 9"/>
              <p:cNvSpPr>
                <a:spLocks/>
              </p:cNvSpPr>
              <p:nvPr/>
            </p:nvSpPr>
            <p:spPr bwMode="auto">
              <a:xfrm>
                <a:off x="3450" y="3622"/>
                <a:ext cx="793" cy="68"/>
              </a:xfrm>
              <a:custGeom>
                <a:avLst/>
                <a:gdLst>
                  <a:gd name="T0" fmla="*/ 0 w 369"/>
                  <a:gd name="T1" fmla="*/ 0 h 32"/>
                  <a:gd name="T2" fmla="*/ 369 w 369"/>
                  <a:gd name="T3" fmla="*/ 0 h 32"/>
                  <a:gd name="T4" fmla="*/ 0 w 369"/>
                  <a:gd name="T5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2">
                    <a:moveTo>
                      <a:pt x="0" y="0"/>
                    </a:moveTo>
                    <a:cubicBezTo>
                      <a:pt x="0" y="0"/>
                      <a:pt x="204" y="19"/>
                      <a:pt x="369" y="0"/>
                    </a:cubicBezTo>
                    <a:cubicBezTo>
                      <a:pt x="369" y="0"/>
                      <a:pt x="144" y="32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6" name="Freeform 10"/>
              <p:cNvSpPr>
                <a:spLocks/>
              </p:cNvSpPr>
              <p:nvPr/>
            </p:nvSpPr>
            <p:spPr bwMode="auto">
              <a:xfrm>
                <a:off x="3459" y="3725"/>
                <a:ext cx="792" cy="68"/>
              </a:xfrm>
              <a:custGeom>
                <a:avLst/>
                <a:gdLst>
                  <a:gd name="T0" fmla="*/ 0 w 369"/>
                  <a:gd name="T1" fmla="*/ 0 h 32"/>
                  <a:gd name="T2" fmla="*/ 369 w 369"/>
                  <a:gd name="T3" fmla="*/ 0 h 32"/>
                  <a:gd name="T4" fmla="*/ 0 w 369"/>
                  <a:gd name="T5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2">
                    <a:moveTo>
                      <a:pt x="0" y="0"/>
                    </a:moveTo>
                    <a:cubicBezTo>
                      <a:pt x="0" y="0"/>
                      <a:pt x="203" y="19"/>
                      <a:pt x="369" y="0"/>
                    </a:cubicBezTo>
                    <a:cubicBezTo>
                      <a:pt x="369" y="0"/>
                      <a:pt x="144" y="32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7" name="Freeform 11"/>
              <p:cNvSpPr>
                <a:spLocks/>
              </p:cNvSpPr>
              <p:nvPr/>
            </p:nvSpPr>
            <p:spPr bwMode="auto">
              <a:xfrm>
                <a:off x="3457" y="3826"/>
                <a:ext cx="792" cy="68"/>
              </a:xfrm>
              <a:custGeom>
                <a:avLst/>
                <a:gdLst>
                  <a:gd name="T0" fmla="*/ 0 w 369"/>
                  <a:gd name="T1" fmla="*/ 0 h 32"/>
                  <a:gd name="T2" fmla="*/ 369 w 369"/>
                  <a:gd name="T3" fmla="*/ 0 h 32"/>
                  <a:gd name="T4" fmla="*/ 0 w 369"/>
                  <a:gd name="T5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2">
                    <a:moveTo>
                      <a:pt x="0" y="0"/>
                    </a:moveTo>
                    <a:cubicBezTo>
                      <a:pt x="0" y="0"/>
                      <a:pt x="203" y="19"/>
                      <a:pt x="369" y="0"/>
                    </a:cubicBezTo>
                    <a:cubicBezTo>
                      <a:pt x="369" y="0"/>
                      <a:pt x="144" y="32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8" name="Freeform 12"/>
              <p:cNvSpPr>
                <a:spLocks/>
              </p:cNvSpPr>
              <p:nvPr/>
            </p:nvSpPr>
            <p:spPr bwMode="auto">
              <a:xfrm>
                <a:off x="3841" y="3941"/>
                <a:ext cx="275" cy="140"/>
              </a:xfrm>
              <a:custGeom>
                <a:avLst/>
                <a:gdLst>
                  <a:gd name="T0" fmla="*/ 0 w 128"/>
                  <a:gd name="T1" fmla="*/ 0 h 65"/>
                  <a:gd name="T2" fmla="*/ 128 w 128"/>
                  <a:gd name="T3" fmla="*/ 0 h 65"/>
                  <a:gd name="T4" fmla="*/ 71 w 128"/>
                  <a:gd name="T5" fmla="*/ 65 h 65"/>
                  <a:gd name="T6" fmla="*/ 69 w 128"/>
                  <a:gd name="T7" fmla="*/ 18 h 65"/>
                  <a:gd name="T8" fmla="*/ 0 w 128"/>
                  <a:gd name="T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" h="65">
                    <a:moveTo>
                      <a:pt x="0" y="0"/>
                    </a:moveTo>
                    <a:cubicBezTo>
                      <a:pt x="0" y="0"/>
                      <a:pt x="95" y="6"/>
                      <a:pt x="128" y="0"/>
                    </a:cubicBezTo>
                    <a:cubicBezTo>
                      <a:pt x="71" y="65"/>
                      <a:pt x="71" y="65"/>
                      <a:pt x="71" y="65"/>
                    </a:cubicBezTo>
                    <a:cubicBezTo>
                      <a:pt x="71" y="65"/>
                      <a:pt x="94" y="19"/>
                      <a:pt x="69" y="18"/>
                    </a:cubicBezTo>
                    <a:cubicBezTo>
                      <a:pt x="45" y="17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9" name="Freeform 13"/>
              <p:cNvSpPr>
                <a:spLocks/>
              </p:cNvSpPr>
              <p:nvPr/>
            </p:nvSpPr>
            <p:spPr bwMode="auto">
              <a:xfrm>
                <a:off x="3650" y="3422"/>
                <a:ext cx="281" cy="103"/>
              </a:xfrm>
              <a:custGeom>
                <a:avLst/>
                <a:gdLst>
                  <a:gd name="T0" fmla="*/ 65 w 131"/>
                  <a:gd name="T1" fmla="*/ 1 h 48"/>
                  <a:gd name="T2" fmla="*/ 0 w 131"/>
                  <a:gd name="T3" fmla="*/ 1 h 48"/>
                  <a:gd name="T4" fmla="*/ 91 w 131"/>
                  <a:gd name="T5" fmla="*/ 45 h 48"/>
                  <a:gd name="T6" fmla="*/ 131 w 131"/>
                  <a:gd name="T7" fmla="*/ 48 h 48"/>
                  <a:gd name="T8" fmla="*/ 90 w 131"/>
                  <a:gd name="T9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48">
                    <a:moveTo>
                      <a:pt x="65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23" y="34"/>
                      <a:pt x="91" y="45"/>
                    </a:cubicBezTo>
                    <a:cubicBezTo>
                      <a:pt x="83" y="48"/>
                      <a:pt x="131" y="48"/>
                      <a:pt x="131" y="48"/>
                    </a:cubicBezTo>
                    <a:cubicBezTo>
                      <a:pt x="131" y="48"/>
                      <a:pt x="83" y="10"/>
                      <a:pt x="90" y="0"/>
                    </a:cubicBezTo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0" name="Freeform 14"/>
              <p:cNvSpPr>
                <a:spLocks/>
              </p:cNvSpPr>
              <p:nvPr/>
            </p:nvSpPr>
            <p:spPr bwMode="auto">
              <a:xfrm>
                <a:off x="3656" y="3519"/>
                <a:ext cx="282" cy="129"/>
              </a:xfrm>
              <a:custGeom>
                <a:avLst/>
                <a:gdLst>
                  <a:gd name="T0" fmla="*/ 65 w 131"/>
                  <a:gd name="T1" fmla="*/ 2 h 60"/>
                  <a:gd name="T2" fmla="*/ 0 w 131"/>
                  <a:gd name="T3" fmla="*/ 2 h 60"/>
                  <a:gd name="T4" fmla="*/ 91 w 131"/>
                  <a:gd name="T5" fmla="*/ 56 h 60"/>
                  <a:gd name="T6" fmla="*/ 131 w 131"/>
                  <a:gd name="T7" fmla="*/ 60 h 60"/>
                  <a:gd name="T8" fmla="*/ 89 w 131"/>
                  <a:gd name="T9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60">
                    <a:moveTo>
                      <a:pt x="65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123" y="43"/>
                      <a:pt x="91" y="56"/>
                    </a:cubicBezTo>
                    <a:cubicBezTo>
                      <a:pt x="83" y="60"/>
                      <a:pt x="131" y="60"/>
                      <a:pt x="131" y="60"/>
                    </a:cubicBezTo>
                    <a:cubicBezTo>
                      <a:pt x="131" y="60"/>
                      <a:pt x="83" y="13"/>
                      <a:pt x="89" y="0"/>
                    </a:cubicBezTo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1" name="Freeform 15"/>
              <p:cNvSpPr>
                <a:spLocks/>
              </p:cNvSpPr>
              <p:nvPr/>
            </p:nvSpPr>
            <p:spPr bwMode="auto">
              <a:xfrm>
                <a:off x="3759" y="3641"/>
                <a:ext cx="282" cy="109"/>
              </a:xfrm>
              <a:custGeom>
                <a:avLst/>
                <a:gdLst>
                  <a:gd name="T0" fmla="*/ 65 w 131"/>
                  <a:gd name="T1" fmla="*/ 1 h 51"/>
                  <a:gd name="T2" fmla="*/ 0 w 131"/>
                  <a:gd name="T3" fmla="*/ 1 h 51"/>
                  <a:gd name="T4" fmla="*/ 91 w 131"/>
                  <a:gd name="T5" fmla="*/ 48 h 51"/>
                  <a:gd name="T6" fmla="*/ 131 w 131"/>
                  <a:gd name="T7" fmla="*/ 51 h 51"/>
                  <a:gd name="T8" fmla="*/ 89 w 131"/>
                  <a:gd name="T9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51">
                    <a:moveTo>
                      <a:pt x="65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23" y="37"/>
                      <a:pt x="91" y="48"/>
                    </a:cubicBezTo>
                    <a:cubicBezTo>
                      <a:pt x="83" y="51"/>
                      <a:pt x="131" y="51"/>
                      <a:pt x="131" y="51"/>
                    </a:cubicBezTo>
                    <a:cubicBezTo>
                      <a:pt x="131" y="51"/>
                      <a:pt x="83" y="11"/>
                      <a:pt x="89" y="0"/>
                    </a:cubicBezTo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Freeform 16"/>
              <p:cNvSpPr>
                <a:spLocks/>
              </p:cNvSpPr>
              <p:nvPr/>
            </p:nvSpPr>
            <p:spPr bwMode="auto">
              <a:xfrm>
                <a:off x="3588" y="3746"/>
                <a:ext cx="279" cy="110"/>
              </a:xfrm>
              <a:custGeom>
                <a:avLst/>
                <a:gdLst>
                  <a:gd name="T0" fmla="*/ 64 w 130"/>
                  <a:gd name="T1" fmla="*/ 1 h 51"/>
                  <a:gd name="T2" fmla="*/ 0 w 130"/>
                  <a:gd name="T3" fmla="*/ 1 h 51"/>
                  <a:gd name="T4" fmla="*/ 90 w 130"/>
                  <a:gd name="T5" fmla="*/ 48 h 51"/>
                  <a:gd name="T6" fmla="*/ 130 w 130"/>
                  <a:gd name="T7" fmla="*/ 51 h 51"/>
                  <a:gd name="T8" fmla="*/ 89 w 130"/>
                  <a:gd name="T9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0" h="51">
                    <a:moveTo>
                      <a:pt x="64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22" y="37"/>
                      <a:pt x="90" y="48"/>
                    </a:cubicBezTo>
                    <a:cubicBezTo>
                      <a:pt x="83" y="51"/>
                      <a:pt x="130" y="51"/>
                      <a:pt x="130" y="51"/>
                    </a:cubicBezTo>
                    <a:cubicBezTo>
                      <a:pt x="130" y="51"/>
                      <a:pt x="83" y="11"/>
                      <a:pt x="89" y="0"/>
                    </a:cubicBezTo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3" name="Freeform 17"/>
              <p:cNvSpPr>
                <a:spLocks/>
              </p:cNvSpPr>
              <p:nvPr/>
            </p:nvSpPr>
            <p:spPr bwMode="auto">
              <a:xfrm>
                <a:off x="2831" y="355"/>
                <a:ext cx="2073" cy="2894"/>
              </a:xfrm>
              <a:custGeom>
                <a:avLst/>
                <a:gdLst>
                  <a:gd name="T0" fmla="*/ 1178 w 2073"/>
                  <a:gd name="T1" fmla="*/ 2465 h 2894"/>
                  <a:gd name="T2" fmla="*/ 1487 w 2073"/>
                  <a:gd name="T3" fmla="*/ 2894 h 2894"/>
                  <a:gd name="T4" fmla="*/ 1803 w 2073"/>
                  <a:gd name="T5" fmla="*/ 2226 h 2894"/>
                  <a:gd name="T6" fmla="*/ 2073 w 2073"/>
                  <a:gd name="T7" fmla="*/ 1446 h 2894"/>
                  <a:gd name="T8" fmla="*/ 0 w 2073"/>
                  <a:gd name="T9" fmla="*/ 581 h 2894"/>
                  <a:gd name="T10" fmla="*/ 653 w 2073"/>
                  <a:gd name="T11" fmla="*/ 0 h 2894"/>
                  <a:gd name="T12" fmla="*/ 1874 w 2073"/>
                  <a:gd name="T13" fmla="*/ 667 h 2894"/>
                  <a:gd name="T14" fmla="*/ 95 w 2073"/>
                  <a:gd name="T15" fmla="*/ 1731 h 2894"/>
                  <a:gd name="T16" fmla="*/ 1420 w 2073"/>
                  <a:gd name="T17" fmla="*/ 1742 h 2894"/>
                  <a:gd name="T18" fmla="*/ 1803 w 2073"/>
                  <a:gd name="T19" fmla="*/ 2226 h 2894"/>
                  <a:gd name="T20" fmla="*/ 535 w 2073"/>
                  <a:gd name="T21" fmla="*/ 2825 h 2894"/>
                  <a:gd name="T22" fmla="*/ 303 w 2073"/>
                  <a:gd name="T23" fmla="*/ 2437 h 2894"/>
                  <a:gd name="T24" fmla="*/ 230 w 2073"/>
                  <a:gd name="T25" fmla="*/ 2100 h 28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73" h="2894">
                    <a:moveTo>
                      <a:pt x="1178" y="2465"/>
                    </a:moveTo>
                    <a:lnTo>
                      <a:pt x="1487" y="2894"/>
                    </a:lnTo>
                    <a:lnTo>
                      <a:pt x="1803" y="2226"/>
                    </a:lnTo>
                    <a:lnTo>
                      <a:pt x="2073" y="1446"/>
                    </a:lnTo>
                    <a:lnTo>
                      <a:pt x="0" y="581"/>
                    </a:lnTo>
                    <a:lnTo>
                      <a:pt x="653" y="0"/>
                    </a:lnTo>
                    <a:lnTo>
                      <a:pt x="1874" y="667"/>
                    </a:lnTo>
                    <a:lnTo>
                      <a:pt x="95" y="1731"/>
                    </a:lnTo>
                    <a:lnTo>
                      <a:pt x="1420" y="1742"/>
                    </a:lnTo>
                    <a:lnTo>
                      <a:pt x="1803" y="2226"/>
                    </a:lnTo>
                    <a:lnTo>
                      <a:pt x="535" y="2825"/>
                    </a:lnTo>
                    <a:lnTo>
                      <a:pt x="303" y="2437"/>
                    </a:lnTo>
                    <a:lnTo>
                      <a:pt x="230" y="2100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4" name="Freeform 18"/>
              <p:cNvSpPr>
                <a:spLocks/>
              </p:cNvSpPr>
              <p:nvPr/>
            </p:nvSpPr>
            <p:spPr bwMode="auto">
              <a:xfrm>
                <a:off x="3822" y="409"/>
                <a:ext cx="1082" cy="1392"/>
              </a:xfrm>
              <a:custGeom>
                <a:avLst/>
                <a:gdLst>
                  <a:gd name="T0" fmla="*/ 328 w 1082"/>
                  <a:gd name="T1" fmla="*/ 311 h 1392"/>
                  <a:gd name="T2" fmla="*/ 541 w 1082"/>
                  <a:gd name="T3" fmla="*/ 0 h 1392"/>
                  <a:gd name="T4" fmla="*/ 883 w 1082"/>
                  <a:gd name="T5" fmla="*/ 613 h 1392"/>
                  <a:gd name="T6" fmla="*/ 1044 w 1082"/>
                  <a:gd name="T7" fmla="*/ 532 h 1392"/>
                  <a:gd name="T8" fmla="*/ 1082 w 1082"/>
                  <a:gd name="T9" fmla="*/ 1392 h 1392"/>
                  <a:gd name="T10" fmla="*/ 883 w 1082"/>
                  <a:gd name="T11" fmla="*/ 613 h 1392"/>
                  <a:gd name="T12" fmla="*/ 0 w 1082"/>
                  <a:gd name="T13" fmla="*/ 392 h 1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82" h="1392">
                    <a:moveTo>
                      <a:pt x="328" y="311"/>
                    </a:moveTo>
                    <a:lnTo>
                      <a:pt x="541" y="0"/>
                    </a:lnTo>
                    <a:lnTo>
                      <a:pt x="883" y="613"/>
                    </a:lnTo>
                    <a:lnTo>
                      <a:pt x="1044" y="532"/>
                    </a:lnTo>
                    <a:lnTo>
                      <a:pt x="1082" y="1392"/>
                    </a:lnTo>
                    <a:lnTo>
                      <a:pt x="883" y="613"/>
                    </a:lnTo>
                    <a:lnTo>
                      <a:pt x="0" y="392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5" name="Freeform 19"/>
              <p:cNvSpPr>
                <a:spLocks/>
              </p:cNvSpPr>
              <p:nvPr/>
            </p:nvSpPr>
            <p:spPr bwMode="auto">
              <a:xfrm>
                <a:off x="2782" y="666"/>
                <a:ext cx="1259" cy="2154"/>
              </a:xfrm>
              <a:custGeom>
                <a:avLst/>
                <a:gdLst>
                  <a:gd name="T0" fmla="*/ 1023 w 1259"/>
                  <a:gd name="T1" fmla="*/ 684 h 2154"/>
                  <a:gd name="T2" fmla="*/ 1040 w 1259"/>
                  <a:gd name="T3" fmla="*/ 135 h 2154"/>
                  <a:gd name="T4" fmla="*/ 352 w 1259"/>
                  <a:gd name="T5" fmla="*/ 0 h 2154"/>
                  <a:gd name="T6" fmla="*/ 629 w 1259"/>
                  <a:gd name="T7" fmla="*/ 517 h 2154"/>
                  <a:gd name="T8" fmla="*/ 0 w 1259"/>
                  <a:gd name="T9" fmla="*/ 849 h 2154"/>
                  <a:gd name="T10" fmla="*/ 144 w 1259"/>
                  <a:gd name="T11" fmla="*/ 1420 h 2154"/>
                  <a:gd name="T12" fmla="*/ 279 w 1259"/>
                  <a:gd name="T13" fmla="*/ 1789 h 2154"/>
                  <a:gd name="T14" fmla="*/ 883 w 1259"/>
                  <a:gd name="T15" fmla="*/ 1426 h 2154"/>
                  <a:gd name="T16" fmla="*/ 352 w 1259"/>
                  <a:gd name="T17" fmla="*/ 2126 h 2154"/>
                  <a:gd name="T18" fmla="*/ 1259 w 1259"/>
                  <a:gd name="T19" fmla="*/ 2154 h 2154"/>
                  <a:gd name="T20" fmla="*/ 960 w 1259"/>
                  <a:gd name="T21" fmla="*/ 931 h 2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59" h="2154">
                    <a:moveTo>
                      <a:pt x="1023" y="684"/>
                    </a:moveTo>
                    <a:lnTo>
                      <a:pt x="1040" y="135"/>
                    </a:lnTo>
                    <a:lnTo>
                      <a:pt x="352" y="0"/>
                    </a:lnTo>
                    <a:lnTo>
                      <a:pt x="629" y="517"/>
                    </a:lnTo>
                    <a:lnTo>
                      <a:pt x="0" y="849"/>
                    </a:lnTo>
                    <a:lnTo>
                      <a:pt x="144" y="1420"/>
                    </a:lnTo>
                    <a:lnTo>
                      <a:pt x="279" y="1789"/>
                    </a:lnTo>
                    <a:lnTo>
                      <a:pt x="883" y="1426"/>
                    </a:lnTo>
                    <a:lnTo>
                      <a:pt x="352" y="2126"/>
                    </a:lnTo>
                    <a:lnTo>
                      <a:pt x="1259" y="2154"/>
                    </a:lnTo>
                    <a:lnTo>
                      <a:pt x="960" y="931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6" name="Line 20"/>
              <p:cNvSpPr>
                <a:spLocks noChangeShapeType="1"/>
              </p:cNvSpPr>
              <p:nvPr/>
            </p:nvSpPr>
            <p:spPr bwMode="auto">
              <a:xfrm flipH="1">
                <a:off x="2782" y="936"/>
                <a:ext cx="49" cy="579"/>
              </a:xfrm>
              <a:prstGeom prst="line">
                <a:avLst/>
              </a:pr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7" name="Freeform 21"/>
              <p:cNvSpPr>
                <a:spLocks/>
              </p:cNvSpPr>
              <p:nvPr/>
            </p:nvSpPr>
            <p:spPr bwMode="auto">
              <a:xfrm>
                <a:off x="3484" y="276"/>
                <a:ext cx="1382" cy="665"/>
              </a:xfrm>
              <a:custGeom>
                <a:avLst/>
                <a:gdLst>
                  <a:gd name="T0" fmla="*/ 1382 w 1382"/>
                  <a:gd name="T1" fmla="*/ 665 h 665"/>
                  <a:gd name="T2" fmla="*/ 879 w 1382"/>
                  <a:gd name="T3" fmla="*/ 133 h 665"/>
                  <a:gd name="T4" fmla="*/ 430 w 1382"/>
                  <a:gd name="T5" fmla="*/ 0 h 665"/>
                  <a:gd name="T6" fmla="*/ 0 w 1382"/>
                  <a:gd name="T7" fmla="*/ 79 h 6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82" h="665">
                    <a:moveTo>
                      <a:pt x="1382" y="665"/>
                    </a:moveTo>
                    <a:lnTo>
                      <a:pt x="879" y="133"/>
                    </a:lnTo>
                    <a:lnTo>
                      <a:pt x="430" y="0"/>
                    </a:lnTo>
                    <a:lnTo>
                      <a:pt x="0" y="79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8" name="Line 22"/>
              <p:cNvSpPr>
                <a:spLocks noChangeShapeType="1"/>
              </p:cNvSpPr>
              <p:nvPr/>
            </p:nvSpPr>
            <p:spPr bwMode="auto">
              <a:xfrm flipV="1">
                <a:off x="3326" y="1183"/>
                <a:ext cx="85" cy="665"/>
              </a:xfrm>
              <a:prstGeom prst="line">
                <a:avLst/>
              </a:pr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9" name="Freeform 23"/>
              <p:cNvSpPr>
                <a:spLocks/>
              </p:cNvSpPr>
              <p:nvPr/>
            </p:nvSpPr>
            <p:spPr bwMode="auto">
              <a:xfrm>
                <a:off x="4002" y="1443"/>
                <a:ext cx="797" cy="654"/>
              </a:xfrm>
              <a:custGeom>
                <a:avLst/>
                <a:gdLst>
                  <a:gd name="T0" fmla="*/ 797 w 797"/>
                  <a:gd name="T1" fmla="*/ 366 h 654"/>
                  <a:gd name="T2" fmla="*/ 249 w 797"/>
                  <a:gd name="T3" fmla="*/ 654 h 654"/>
                  <a:gd name="T4" fmla="*/ 0 w 797"/>
                  <a:gd name="T5" fmla="*/ 0 h 6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97" h="654">
                    <a:moveTo>
                      <a:pt x="797" y="366"/>
                    </a:moveTo>
                    <a:lnTo>
                      <a:pt x="249" y="654"/>
                    </a:lnTo>
                    <a:lnTo>
                      <a:pt x="0" y="0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0" name="Line 24"/>
              <p:cNvSpPr>
                <a:spLocks noChangeShapeType="1"/>
              </p:cNvSpPr>
              <p:nvPr/>
            </p:nvSpPr>
            <p:spPr bwMode="auto">
              <a:xfrm>
                <a:off x="3457" y="2378"/>
                <a:ext cx="584" cy="442"/>
              </a:xfrm>
              <a:prstGeom prst="line">
                <a:avLst/>
              </a:pr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1" name="Line 25"/>
              <p:cNvSpPr>
                <a:spLocks noChangeShapeType="1"/>
              </p:cNvSpPr>
              <p:nvPr/>
            </p:nvSpPr>
            <p:spPr bwMode="auto">
              <a:xfrm flipH="1">
                <a:off x="4049" y="2311"/>
                <a:ext cx="355" cy="498"/>
              </a:xfrm>
              <a:prstGeom prst="line">
                <a:avLst/>
              </a:pr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2" name="Oval 26"/>
              <p:cNvSpPr>
                <a:spLocks noChangeArrowheads="1"/>
              </p:cNvSpPr>
              <p:nvPr/>
            </p:nvSpPr>
            <p:spPr bwMode="auto">
              <a:xfrm>
                <a:off x="3068" y="2708"/>
                <a:ext cx="159" cy="161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3" name="Oval 27"/>
              <p:cNvSpPr>
                <a:spLocks noChangeArrowheads="1"/>
              </p:cNvSpPr>
              <p:nvPr/>
            </p:nvSpPr>
            <p:spPr bwMode="auto">
              <a:xfrm>
                <a:off x="3946" y="2708"/>
                <a:ext cx="204" cy="202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4" name="Oval 28"/>
              <p:cNvSpPr>
                <a:spLocks noChangeArrowheads="1"/>
              </p:cNvSpPr>
              <p:nvPr/>
            </p:nvSpPr>
            <p:spPr bwMode="auto">
              <a:xfrm>
                <a:off x="4554" y="2513"/>
                <a:ext cx="131" cy="131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5" name="Oval 29"/>
              <p:cNvSpPr>
                <a:spLocks noChangeArrowheads="1"/>
              </p:cNvSpPr>
              <p:nvPr/>
            </p:nvSpPr>
            <p:spPr bwMode="auto">
              <a:xfrm>
                <a:off x="4189" y="2024"/>
                <a:ext cx="127" cy="12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6" name="Oval 30"/>
              <p:cNvSpPr>
                <a:spLocks noChangeArrowheads="1"/>
              </p:cNvSpPr>
              <p:nvPr/>
            </p:nvSpPr>
            <p:spPr bwMode="auto">
              <a:xfrm>
                <a:off x="3822" y="2043"/>
                <a:ext cx="124" cy="127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7" name="Oval 31"/>
              <p:cNvSpPr>
                <a:spLocks noChangeArrowheads="1"/>
              </p:cNvSpPr>
              <p:nvPr/>
            </p:nvSpPr>
            <p:spPr bwMode="auto">
              <a:xfrm>
                <a:off x="3936" y="1352"/>
                <a:ext cx="219" cy="21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8" name="Oval 32"/>
              <p:cNvSpPr>
                <a:spLocks noChangeArrowheads="1"/>
              </p:cNvSpPr>
              <p:nvPr/>
            </p:nvSpPr>
            <p:spPr bwMode="auto">
              <a:xfrm>
                <a:off x="4778" y="1713"/>
                <a:ext cx="178" cy="178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9" name="Oval 33"/>
              <p:cNvSpPr>
                <a:spLocks noChangeArrowheads="1"/>
              </p:cNvSpPr>
              <p:nvPr/>
            </p:nvSpPr>
            <p:spPr bwMode="auto">
              <a:xfrm>
                <a:off x="4601" y="960"/>
                <a:ext cx="140" cy="137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0" name="Oval 34"/>
              <p:cNvSpPr>
                <a:spLocks noChangeArrowheads="1"/>
              </p:cNvSpPr>
              <p:nvPr/>
            </p:nvSpPr>
            <p:spPr bwMode="auto">
              <a:xfrm>
                <a:off x="4299" y="355"/>
                <a:ext cx="105" cy="10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1" name="Oval 35"/>
              <p:cNvSpPr>
                <a:spLocks noChangeArrowheads="1"/>
              </p:cNvSpPr>
              <p:nvPr/>
            </p:nvSpPr>
            <p:spPr bwMode="auto">
              <a:xfrm>
                <a:off x="4103" y="666"/>
                <a:ext cx="112" cy="10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2" name="Oval 36"/>
              <p:cNvSpPr>
                <a:spLocks noChangeArrowheads="1"/>
              </p:cNvSpPr>
              <p:nvPr/>
            </p:nvSpPr>
            <p:spPr bwMode="auto">
              <a:xfrm>
                <a:off x="3431" y="310"/>
                <a:ext cx="139" cy="13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3" name="Oval 37"/>
              <p:cNvSpPr>
                <a:spLocks noChangeArrowheads="1"/>
              </p:cNvSpPr>
              <p:nvPr/>
            </p:nvSpPr>
            <p:spPr bwMode="auto">
              <a:xfrm>
                <a:off x="3852" y="205"/>
                <a:ext cx="150" cy="15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4" name="Oval 38"/>
              <p:cNvSpPr>
                <a:spLocks noChangeArrowheads="1"/>
              </p:cNvSpPr>
              <p:nvPr/>
            </p:nvSpPr>
            <p:spPr bwMode="auto">
              <a:xfrm>
                <a:off x="3742" y="722"/>
                <a:ext cx="142" cy="141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5" name="Oval 39"/>
              <p:cNvSpPr>
                <a:spLocks noChangeArrowheads="1"/>
              </p:cNvSpPr>
              <p:nvPr/>
            </p:nvSpPr>
            <p:spPr bwMode="auto">
              <a:xfrm>
                <a:off x="3326" y="1121"/>
                <a:ext cx="150" cy="15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6" name="Oval 40"/>
              <p:cNvSpPr>
                <a:spLocks noChangeArrowheads="1"/>
              </p:cNvSpPr>
              <p:nvPr/>
            </p:nvSpPr>
            <p:spPr bwMode="auto">
              <a:xfrm>
                <a:off x="3742" y="1299"/>
                <a:ext cx="103" cy="10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7" name="Oval 41"/>
              <p:cNvSpPr>
                <a:spLocks noChangeArrowheads="1"/>
              </p:cNvSpPr>
              <p:nvPr/>
            </p:nvSpPr>
            <p:spPr bwMode="auto">
              <a:xfrm>
                <a:off x="3697" y="1556"/>
                <a:ext cx="97" cy="9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8" name="Oval 42"/>
              <p:cNvSpPr>
                <a:spLocks noChangeArrowheads="1"/>
              </p:cNvSpPr>
              <p:nvPr/>
            </p:nvSpPr>
            <p:spPr bwMode="auto">
              <a:xfrm>
                <a:off x="3596" y="2026"/>
                <a:ext cx="146" cy="148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9" name="Oval 43"/>
              <p:cNvSpPr>
                <a:spLocks noChangeArrowheads="1"/>
              </p:cNvSpPr>
              <p:nvPr/>
            </p:nvSpPr>
            <p:spPr bwMode="auto">
              <a:xfrm>
                <a:off x="2993" y="2408"/>
                <a:ext cx="113" cy="11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0" name="Oval 44"/>
              <p:cNvSpPr>
                <a:spLocks noChangeArrowheads="1"/>
              </p:cNvSpPr>
              <p:nvPr/>
            </p:nvSpPr>
            <p:spPr bwMode="auto">
              <a:xfrm>
                <a:off x="2881" y="2043"/>
                <a:ext cx="112" cy="112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1" name="Oval 45"/>
              <p:cNvSpPr>
                <a:spLocks noChangeArrowheads="1"/>
              </p:cNvSpPr>
              <p:nvPr/>
            </p:nvSpPr>
            <p:spPr bwMode="auto">
              <a:xfrm>
                <a:off x="3291" y="1779"/>
                <a:ext cx="110" cy="11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2" name="Oval 46"/>
              <p:cNvSpPr>
                <a:spLocks noChangeArrowheads="1"/>
              </p:cNvSpPr>
              <p:nvPr/>
            </p:nvSpPr>
            <p:spPr bwMode="auto">
              <a:xfrm>
                <a:off x="2724" y="1432"/>
                <a:ext cx="170" cy="16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3" name="Oval 47"/>
              <p:cNvSpPr>
                <a:spLocks noChangeArrowheads="1"/>
              </p:cNvSpPr>
              <p:nvPr/>
            </p:nvSpPr>
            <p:spPr bwMode="auto">
              <a:xfrm>
                <a:off x="2780" y="878"/>
                <a:ext cx="122" cy="12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4" name="Oval 48"/>
              <p:cNvSpPr>
                <a:spLocks noChangeArrowheads="1"/>
              </p:cNvSpPr>
              <p:nvPr/>
            </p:nvSpPr>
            <p:spPr bwMode="auto">
              <a:xfrm>
                <a:off x="3089" y="617"/>
                <a:ext cx="105" cy="1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5" name="Oval 49"/>
              <p:cNvSpPr>
                <a:spLocks noChangeArrowheads="1"/>
              </p:cNvSpPr>
              <p:nvPr/>
            </p:nvSpPr>
            <p:spPr bwMode="auto">
              <a:xfrm>
                <a:off x="4810" y="881"/>
                <a:ext cx="94" cy="94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6" name="Oval 50"/>
              <p:cNvSpPr>
                <a:spLocks noChangeArrowheads="1"/>
              </p:cNvSpPr>
              <p:nvPr/>
            </p:nvSpPr>
            <p:spPr bwMode="auto">
              <a:xfrm>
                <a:off x="3326" y="3126"/>
                <a:ext cx="85" cy="8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7" name="Oval 51"/>
              <p:cNvSpPr>
                <a:spLocks noChangeArrowheads="1"/>
              </p:cNvSpPr>
              <p:nvPr/>
            </p:nvSpPr>
            <p:spPr bwMode="auto">
              <a:xfrm>
                <a:off x="4266" y="3178"/>
                <a:ext cx="95" cy="94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cxnSp>
          <p:nvCxnSpPr>
            <p:cNvPr id="40" name="直接连接符 39"/>
            <p:cNvCxnSpPr/>
            <p:nvPr/>
          </p:nvCxnSpPr>
          <p:spPr>
            <a:xfrm flipH="1">
              <a:off x="5966629" y="1288052"/>
              <a:ext cx="299176" cy="61263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H="1">
              <a:off x="5900667" y="1011655"/>
              <a:ext cx="319741" cy="5234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 flipV="1">
              <a:off x="5900667" y="699121"/>
              <a:ext cx="285441" cy="5654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H="1" flipV="1">
              <a:off x="6016363" y="301520"/>
              <a:ext cx="245611" cy="136373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 flipV="1">
              <a:off x="6321043" y="-74620"/>
              <a:ext cx="130337" cy="202553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 flipV="1">
              <a:off x="6867211" y="-231575"/>
              <a:ext cx="1" cy="185652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7280432" y="-39202"/>
              <a:ext cx="170861" cy="184338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7538294" y="263188"/>
              <a:ext cx="240414" cy="158327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H="1">
              <a:off x="7640278" y="672160"/>
              <a:ext cx="304679" cy="83501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H="1">
              <a:off x="7612855" y="1014272"/>
              <a:ext cx="332102" cy="1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H="1" flipV="1">
              <a:off x="7506513" y="1267650"/>
              <a:ext cx="219368" cy="80768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8" name="文本框 11"/>
          <p:cNvSpPr txBox="1"/>
          <p:nvPr/>
        </p:nvSpPr>
        <p:spPr>
          <a:xfrm>
            <a:off x="3703202" y="2098394"/>
            <a:ext cx="1732894" cy="53091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altLang="zh-CN" sz="3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PART 02</a:t>
            </a:r>
            <a:endParaRPr lang="zh-CN" altLang="en-US" sz="3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99" name="组合 98"/>
          <p:cNvGrpSpPr/>
          <p:nvPr/>
        </p:nvGrpSpPr>
        <p:grpSpPr>
          <a:xfrm>
            <a:off x="3843502" y="2700763"/>
            <a:ext cx="1456997" cy="84874"/>
            <a:chOff x="3843502" y="2700763"/>
            <a:chExt cx="1456997" cy="84874"/>
          </a:xfrm>
        </p:grpSpPr>
        <p:cxnSp>
          <p:nvCxnSpPr>
            <p:cNvPr id="100" name="直接连接符 99"/>
            <p:cNvCxnSpPr/>
            <p:nvPr/>
          </p:nvCxnSpPr>
          <p:spPr>
            <a:xfrm>
              <a:off x="3843502" y="2743200"/>
              <a:ext cx="1456997" cy="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椭圆 100"/>
            <p:cNvSpPr/>
            <p:nvPr/>
          </p:nvSpPr>
          <p:spPr>
            <a:xfrm>
              <a:off x="4529563" y="2700763"/>
              <a:ext cx="84874" cy="84874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14:gallery dir="l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 tmFilter="0,0; .5, 1; 1, 1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500"/>
                            </p:stCondLst>
                            <p:childTnLst>
                              <p:par>
                                <p:cTn id="4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9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2373630" y="2753678"/>
            <a:ext cx="1496378" cy="27193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373630" y="3093721"/>
            <a:ext cx="1496378" cy="838691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ts val="1500"/>
              </a:lnSpc>
            </a:pPr>
            <a:r>
              <a:rPr lang="zh-CN" altLang="en-US" sz="1000" dirty="0"/>
              <a:t>小规模数据挖掘任务，包含硬盘和</a:t>
            </a:r>
            <a:r>
              <a:rPr lang="en-US" altLang="zh-CN" sz="1000" dirty="0"/>
              <a:t>CPU</a:t>
            </a:r>
            <a:r>
              <a:rPr lang="zh-CN" altLang="en-US" sz="1000" dirty="0"/>
              <a:t>处理器的单台电脑足以满足数据挖掘目标。</a:t>
            </a:r>
            <a:endParaRPr lang="zh-CN" altLang="en-US" sz="1000" kern="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" name="Group 40"/>
          <p:cNvGrpSpPr/>
          <p:nvPr/>
        </p:nvGrpSpPr>
        <p:grpSpPr>
          <a:xfrm>
            <a:off x="2849880" y="2293144"/>
            <a:ext cx="453390" cy="299085"/>
            <a:chOff x="2141517" y="2373325"/>
            <a:chExt cx="476251" cy="314325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42" name="Rectangle 22"/>
            <p:cNvSpPr>
              <a:spLocks noChangeArrowheads="1"/>
            </p:cNvSpPr>
            <p:nvPr/>
          </p:nvSpPr>
          <p:spPr bwMode="auto">
            <a:xfrm>
              <a:off x="2200255" y="2678125"/>
              <a:ext cx="387350" cy="9525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3" name="Rectangle 23"/>
            <p:cNvSpPr>
              <a:spLocks noChangeArrowheads="1"/>
            </p:cNvSpPr>
            <p:nvPr/>
          </p:nvSpPr>
          <p:spPr bwMode="auto">
            <a:xfrm>
              <a:off x="2517755" y="2468575"/>
              <a:ext cx="69850" cy="209550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4" name="Rectangle 24"/>
            <p:cNvSpPr>
              <a:spLocks noChangeArrowheads="1"/>
            </p:cNvSpPr>
            <p:nvPr/>
          </p:nvSpPr>
          <p:spPr bwMode="auto">
            <a:xfrm>
              <a:off x="2438380" y="2547950"/>
              <a:ext cx="69850" cy="130175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5" name="Rectangle 25"/>
            <p:cNvSpPr>
              <a:spLocks noChangeArrowheads="1"/>
            </p:cNvSpPr>
            <p:nvPr/>
          </p:nvSpPr>
          <p:spPr bwMode="auto">
            <a:xfrm>
              <a:off x="2359005" y="2592400"/>
              <a:ext cx="69850" cy="85725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6" name="Rectangle 26"/>
            <p:cNvSpPr>
              <a:spLocks noChangeArrowheads="1"/>
            </p:cNvSpPr>
            <p:nvPr/>
          </p:nvSpPr>
          <p:spPr bwMode="auto">
            <a:xfrm>
              <a:off x="2279630" y="2551125"/>
              <a:ext cx="69850" cy="127000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7" name="Rectangle 27"/>
            <p:cNvSpPr>
              <a:spLocks noChangeArrowheads="1"/>
            </p:cNvSpPr>
            <p:nvPr/>
          </p:nvSpPr>
          <p:spPr bwMode="auto">
            <a:xfrm>
              <a:off x="2200255" y="2587637"/>
              <a:ext cx="68263" cy="90488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8" name="Freeform 28"/>
            <p:cNvSpPr/>
            <p:nvPr/>
          </p:nvSpPr>
          <p:spPr bwMode="auto">
            <a:xfrm>
              <a:off x="2141517" y="2559062"/>
              <a:ext cx="36513" cy="38100"/>
            </a:xfrm>
            <a:custGeom>
              <a:avLst/>
              <a:gdLst/>
              <a:ahLst/>
              <a:cxnLst>
                <a:cxn ang="0">
                  <a:pos x="22" y="0"/>
                </a:cxn>
                <a:cxn ang="0">
                  <a:pos x="22" y="0"/>
                </a:cxn>
                <a:cxn ang="0">
                  <a:pos x="27" y="0"/>
                </a:cxn>
                <a:cxn ang="0">
                  <a:pos x="32" y="1"/>
                </a:cxn>
                <a:cxn ang="0">
                  <a:pos x="36" y="3"/>
                </a:cxn>
                <a:cxn ang="0">
                  <a:pos x="40" y="7"/>
                </a:cxn>
                <a:cxn ang="0">
                  <a:pos x="42" y="10"/>
                </a:cxn>
                <a:cxn ang="0">
                  <a:pos x="45" y="15"/>
                </a:cxn>
                <a:cxn ang="0">
                  <a:pos x="46" y="18"/>
                </a:cxn>
                <a:cxn ang="0">
                  <a:pos x="46" y="23"/>
                </a:cxn>
                <a:cxn ang="0">
                  <a:pos x="46" y="23"/>
                </a:cxn>
                <a:cxn ang="0">
                  <a:pos x="46" y="28"/>
                </a:cxn>
                <a:cxn ang="0">
                  <a:pos x="45" y="32"/>
                </a:cxn>
                <a:cxn ang="0">
                  <a:pos x="42" y="36"/>
                </a:cxn>
                <a:cxn ang="0">
                  <a:pos x="40" y="39"/>
                </a:cxn>
                <a:cxn ang="0">
                  <a:pos x="36" y="43"/>
                </a:cxn>
                <a:cxn ang="0">
                  <a:pos x="32" y="44"/>
                </a:cxn>
                <a:cxn ang="0">
                  <a:pos x="27" y="45"/>
                </a:cxn>
                <a:cxn ang="0">
                  <a:pos x="22" y="47"/>
                </a:cxn>
                <a:cxn ang="0">
                  <a:pos x="22" y="47"/>
                </a:cxn>
                <a:cxn ang="0">
                  <a:pos x="19" y="45"/>
                </a:cxn>
                <a:cxn ang="0">
                  <a:pos x="14" y="44"/>
                </a:cxn>
                <a:cxn ang="0">
                  <a:pos x="10" y="43"/>
                </a:cxn>
                <a:cxn ang="0">
                  <a:pos x="6" y="39"/>
                </a:cxn>
                <a:cxn ang="0">
                  <a:pos x="4" y="36"/>
                </a:cxn>
                <a:cxn ang="0">
                  <a:pos x="1" y="32"/>
                </a:cxn>
                <a:cxn ang="0">
                  <a:pos x="0" y="28"/>
                </a:cxn>
                <a:cxn ang="0">
                  <a:pos x="0" y="23"/>
                </a:cxn>
                <a:cxn ang="0">
                  <a:pos x="0" y="23"/>
                </a:cxn>
                <a:cxn ang="0">
                  <a:pos x="0" y="18"/>
                </a:cxn>
                <a:cxn ang="0">
                  <a:pos x="1" y="15"/>
                </a:cxn>
                <a:cxn ang="0">
                  <a:pos x="4" y="10"/>
                </a:cxn>
                <a:cxn ang="0">
                  <a:pos x="6" y="7"/>
                </a:cxn>
                <a:cxn ang="0">
                  <a:pos x="10" y="3"/>
                </a:cxn>
                <a:cxn ang="0">
                  <a:pos x="14" y="1"/>
                </a:cxn>
                <a:cxn ang="0">
                  <a:pos x="19" y="0"/>
                </a:cxn>
                <a:cxn ang="0">
                  <a:pos x="22" y="0"/>
                </a:cxn>
                <a:cxn ang="0">
                  <a:pos x="22" y="0"/>
                </a:cxn>
              </a:cxnLst>
              <a:rect l="0" t="0" r="r" b="b"/>
              <a:pathLst>
                <a:path w="46" h="47">
                  <a:moveTo>
                    <a:pt x="22" y="0"/>
                  </a:moveTo>
                  <a:lnTo>
                    <a:pt x="22" y="0"/>
                  </a:lnTo>
                  <a:lnTo>
                    <a:pt x="27" y="0"/>
                  </a:lnTo>
                  <a:lnTo>
                    <a:pt x="32" y="1"/>
                  </a:lnTo>
                  <a:lnTo>
                    <a:pt x="36" y="3"/>
                  </a:lnTo>
                  <a:lnTo>
                    <a:pt x="40" y="7"/>
                  </a:lnTo>
                  <a:lnTo>
                    <a:pt x="42" y="10"/>
                  </a:lnTo>
                  <a:lnTo>
                    <a:pt x="45" y="15"/>
                  </a:lnTo>
                  <a:lnTo>
                    <a:pt x="46" y="18"/>
                  </a:lnTo>
                  <a:lnTo>
                    <a:pt x="46" y="23"/>
                  </a:lnTo>
                  <a:lnTo>
                    <a:pt x="46" y="23"/>
                  </a:lnTo>
                  <a:lnTo>
                    <a:pt x="46" y="28"/>
                  </a:lnTo>
                  <a:lnTo>
                    <a:pt x="45" y="32"/>
                  </a:lnTo>
                  <a:lnTo>
                    <a:pt x="42" y="36"/>
                  </a:lnTo>
                  <a:lnTo>
                    <a:pt x="40" y="39"/>
                  </a:lnTo>
                  <a:lnTo>
                    <a:pt x="36" y="43"/>
                  </a:lnTo>
                  <a:lnTo>
                    <a:pt x="32" y="44"/>
                  </a:lnTo>
                  <a:lnTo>
                    <a:pt x="27" y="45"/>
                  </a:lnTo>
                  <a:lnTo>
                    <a:pt x="22" y="47"/>
                  </a:lnTo>
                  <a:lnTo>
                    <a:pt x="22" y="47"/>
                  </a:lnTo>
                  <a:lnTo>
                    <a:pt x="19" y="45"/>
                  </a:lnTo>
                  <a:lnTo>
                    <a:pt x="14" y="44"/>
                  </a:lnTo>
                  <a:lnTo>
                    <a:pt x="10" y="43"/>
                  </a:lnTo>
                  <a:lnTo>
                    <a:pt x="6" y="39"/>
                  </a:lnTo>
                  <a:lnTo>
                    <a:pt x="4" y="36"/>
                  </a:lnTo>
                  <a:lnTo>
                    <a:pt x="1" y="32"/>
                  </a:lnTo>
                  <a:lnTo>
                    <a:pt x="0" y="28"/>
                  </a:lnTo>
                  <a:lnTo>
                    <a:pt x="0" y="23"/>
                  </a:lnTo>
                  <a:lnTo>
                    <a:pt x="0" y="23"/>
                  </a:lnTo>
                  <a:lnTo>
                    <a:pt x="0" y="18"/>
                  </a:lnTo>
                  <a:lnTo>
                    <a:pt x="1" y="15"/>
                  </a:lnTo>
                  <a:lnTo>
                    <a:pt x="4" y="10"/>
                  </a:lnTo>
                  <a:lnTo>
                    <a:pt x="6" y="7"/>
                  </a:lnTo>
                  <a:lnTo>
                    <a:pt x="10" y="3"/>
                  </a:lnTo>
                  <a:lnTo>
                    <a:pt x="14" y="1"/>
                  </a:lnTo>
                  <a:lnTo>
                    <a:pt x="19" y="0"/>
                  </a:lnTo>
                  <a:lnTo>
                    <a:pt x="22" y="0"/>
                  </a:lnTo>
                  <a:lnTo>
                    <a:pt x="22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9" name="Freeform 29"/>
            <p:cNvSpPr/>
            <p:nvPr/>
          </p:nvSpPr>
          <p:spPr bwMode="auto">
            <a:xfrm>
              <a:off x="2568555" y="2373325"/>
              <a:ext cx="49213" cy="47625"/>
            </a:xfrm>
            <a:custGeom>
              <a:avLst/>
              <a:gdLst/>
              <a:ahLst/>
              <a:cxnLst>
                <a:cxn ang="0">
                  <a:pos x="62" y="0"/>
                </a:cxn>
                <a:cxn ang="0">
                  <a:pos x="0" y="1"/>
                </a:cxn>
                <a:cxn ang="0">
                  <a:pos x="22" y="29"/>
                </a:cxn>
                <a:cxn ang="0">
                  <a:pos x="43" y="59"/>
                </a:cxn>
                <a:cxn ang="0">
                  <a:pos x="62" y="0"/>
                </a:cxn>
              </a:cxnLst>
              <a:rect l="0" t="0" r="r" b="b"/>
              <a:pathLst>
                <a:path w="62" h="59">
                  <a:moveTo>
                    <a:pt x="62" y="0"/>
                  </a:moveTo>
                  <a:lnTo>
                    <a:pt x="0" y="1"/>
                  </a:lnTo>
                  <a:lnTo>
                    <a:pt x="22" y="29"/>
                  </a:lnTo>
                  <a:lnTo>
                    <a:pt x="43" y="59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0" name="Freeform 30"/>
            <p:cNvSpPr/>
            <p:nvPr/>
          </p:nvSpPr>
          <p:spPr bwMode="auto">
            <a:xfrm>
              <a:off x="2176442" y="2397137"/>
              <a:ext cx="404813" cy="169863"/>
            </a:xfrm>
            <a:custGeom>
              <a:avLst/>
              <a:gdLst/>
              <a:ahLst/>
              <a:cxnLst>
                <a:cxn ang="0">
                  <a:pos x="0" y="204"/>
                </a:cxn>
                <a:cxn ang="0">
                  <a:pos x="176" y="73"/>
                </a:cxn>
                <a:cxn ang="0">
                  <a:pos x="182" y="70"/>
                </a:cxn>
                <a:cxn ang="0">
                  <a:pos x="186" y="75"/>
                </a:cxn>
                <a:cxn ang="0">
                  <a:pos x="270" y="174"/>
                </a:cxn>
                <a:cxn ang="0">
                  <a:pos x="502" y="0"/>
                </a:cxn>
                <a:cxn ang="0">
                  <a:pos x="507" y="7"/>
                </a:cxn>
                <a:cxn ang="0">
                  <a:pos x="511" y="12"/>
                </a:cxn>
                <a:cxn ang="0">
                  <a:pos x="274" y="190"/>
                </a:cxn>
                <a:cxn ang="0">
                  <a:pos x="268" y="193"/>
                </a:cxn>
                <a:cxn ang="0">
                  <a:pos x="263" y="188"/>
                </a:cxn>
                <a:cxn ang="0">
                  <a:pos x="180" y="89"/>
                </a:cxn>
                <a:cxn ang="0">
                  <a:pos x="9" y="216"/>
                </a:cxn>
                <a:cxn ang="0">
                  <a:pos x="9" y="216"/>
                </a:cxn>
                <a:cxn ang="0">
                  <a:pos x="5" y="209"/>
                </a:cxn>
                <a:cxn ang="0">
                  <a:pos x="0" y="204"/>
                </a:cxn>
                <a:cxn ang="0">
                  <a:pos x="0" y="204"/>
                </a:cxn>
              </a:cxnLst>
              <a:rect l="0" t="0" r="r" b="b"/>
              <a:pathLst>
                <a:path w="511" h="216">
                  <a:moveTo>
                    <a:pt x="0" y="204"/>
                  </a:moveTo>
                  <a:lnTo>
                    <a:pt x="176" y="73"/>
                  </a:lnTo>
                  <a:lnTo>
                    <a:pt x="182" y="70"/>
                  </a:lnTo>
                  <a:lnTo>
                    <a:pt x="186" y="75"/>
                  </a:lnTo>
                  <a:lnTo>
                    <a:pt x="270" y="174"/>
                  </a:lnTo>
                  <a:lnTo>
                    <a:pt x="502" y="0"/>
                  </a:lnTo>
                  <a:lnTo>
                    <a:pt x="507" y="7"/>
                  </a:lnTo>
                  <a:lnTo>
                    <a:pt x="511" y="12"/>
                  </a:lnTo>
                  <a:lnTo>
                    <a:pt x="274" y="190"/>
                  </a:lnTo>
                  <a:lnTo>
                    <a:pt x="268" y="193"/>
                  </a:lnTo>
                  <a:lnTo>
                    <a:pt x="263" y="188"/>
                  </a:lnTo>
                  <a:lnTo>
                    <a:pt x="180" y="89"/>
                  </a:lnTo>
                  <a:lnTo>
                    <a:pt x="9" y="216"/>
                  </a:lnTo>
                  <a:lnTo>
                    <a:pt x="9" y="216"/>
                  </a:lnTo>
                  <a:lnTo>
                    <a:pt x="5" y="209"/>
                  </a:lnTo>
                  <a:lnTo>
                    <a:pt x="0" y="204"/>
                  </a:lnTo>
                  <a:lnTo>
                    <a:pt x="0" y="20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27" name="Rectangle 26"/>
          <p:cNvSpPr/>
          <p:nvPr/>
        </p:nvSpPr>
        <p:spPr>
          <a:xfrm>
            <a:off x="809625" y="3093244"/>
            <a:ext cx="1496378" cy="27193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09625" y="3433287"/>
            <a:ext cx="1496378" cy="646331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ts val="1500"/>
              </a:lnSpc>
            </a:pPr>
            <a:r>
              <a:rPr lang="zh-CN" altLang="en-US" sz="1000" dirty="0" smtClean="0"/>
              <a:t>计算</a:t>
            </a:r>
            <a:r>
              <a:rPr lang="zh-CN" altLang="en-US" sz="1000" dirty="0"/>
              <a:t>平台来有效地访问至少两种类型的资源：数据和计算处理器。</a:t>
            </a:r>
            <a:endParaRPr lang="zh-CN" altLang="en-US" sz="1000" kern="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8" name="Group 50"/>
          <p:cNvGrpSpPr/>
          <p:nvPr/>
        </p:nvGrpSpPr>
        <p:grpSpPr>
          <a:xfrm>
            <a:off x="1353979" y="2565082"/>
            <a:ext cx="362903" cy="347663"/>
            <a:chOff x="1003288" y="2254241"/>
            <a:chExt cx="381000" cy="365126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29" name="Freeform 16"/>
            <p:cNvSpPr/>
            <p:nvPr/>
          </p:nvSpPr>
          <p:spPr bwMode="auto">
            <a:xfrm>
              <a:off x="1058850" y="2411404"/>
              <a:ext cx="146050" cy="207963"/>
            </a:xfrm>
            <a:custGeom>
              <a:avLst/>
              <a:gdLst/>
              <a:ahLst/>
              <a:cxnLst>
                <a:cxn ang="0">
                  <a:pos x="125" y="101"/>
                </a:cxn>
                <a:cxn ang="0">
                  <a:pos x="125" y="231"/>
                </a:cxn>
                <a:cxn ang="0">
                  <a:pos x="125" y="231"/>
                </a:cxn>
                <a:cxn ang="0">
                  <a:pos x="124" y="237"/>
                </a:cxn>
                <a:cxn ang="0">
                  <a:pos x="122" y="243"/>
                </a:cxn>
                <a:cxn ang="0">
                  <a:pos x="119" y="248"/>
                </a:cxn>
                <a:cxn ang="0">
                  <a:pos x="115" y="253"/>
                </a:cxn>
                <a:cxn ang="0">
                  <a:pos x="110" y="257"/>
                </a:cxn>
                <a:cxn ang="0">
                  <a:pos x="105" y="260"/>
                </a:cxn>
                <a:cxn ang="0">
                  <a:pos x="99" y="262"/>
                </a:cxn>
                <a:cxn ang="0">
                  <a:pos x="93" y="263"/>
                </a:cxn>
                <a:cxn ang="0">
                  <a:pos x="93" y="263"/>
                </a:cxn>
                <a:cxn ang="0">
                  <a:pos x="93" y="263"/>
                </a:cxn>
                <a:cxn ang="0">
                  <a:pos x="87" y="262"/>
                </a:cxn>
                <a:cxn ang="0">
                  <a:pos x="80" y="260"/>
                </a:cxn>
                <a:cxn ang="0">
                  <a:pos x="74" y="257"/>
                </a:cxn>
                <a:cxn ang="0">
                  <a:pos x="69" y="253"/>
                </a:cxn>
                <a:cxn ang="0">
                  <a:pos x="66" y="248"/>
                </a:cxn>
                <a:cxn ang="0">
                  <a:pos x="63" y="243"/>
                </a:cxn>
                <a:cxn ang="0">
                  <a:pos x="61" y="237"/>
                </a:cxn>
                <a:cxn ang="0">
                  <a:pos x="61" y="231"/>
                </a:cxn>
                <a:cxn ang="0">
                  <a:pos x="61" y="101"/>
                </a:cxn>
                <a:cxn ang="0">
                  <a:pos x="16" y="101"/>
                </a:cxn>
                <a:cxn ang="0">
                  <a:pos x="16" y="101"/>
                </a:cxn>
                <a:cxn ang="0">
                  <a:pos x="10" y="100"/>
                </a:cxn>
                <a:cxn ang="0">
                  <a:pos x="5" y="99"/>
                </a:cxn>
                <a:cxn ang="0">
                  <a:pos x="1" y="95"/>
                </a:cxn>
                <a:cxn ang="0">
                  <a:pos x="0" y="91"/>
                </a:cxn>
                <a:cxn ang="0">
                  <a:pos x="0" y="87"/>
                </a:cxn>
                <a:cxn ang="0">
                  <a:pos x="0" y="82"/>
                </a:cxn>
                <a:cxn ang="0">
                  <a:pos x="3" y="77"/>
                </a:cxn>
                <a:cxn ang="0">
                  <a:pos x="7" y="73"/>
                </a:cxn>
                <a:cxn ang="0">
                  <a:pos x="69" y="11"/>
                </a:cxn>
                <a:cxn ang="0">
                  <a:pos x="69" y="11"/>
                </a:cxn>
                <a:cxn ang="0">
                  <a:pos x="75" y="6"/>
                </a:cxn>
                <a:cxn ang="0">
                  <a:pos x="80" y="2"/>
                </a:cxn>
                <a:cxn ang="0">
                  <a:pos x="87" y="0"/>
                </a:cxn>
                <a:cxn ang="0">
                  <a:pos x="93" y="0"/>
                </a:cxn>
                <a:cxn ang="0">
                  <a:pos x="98" y="0"/>
                </a:cxn>
                <a:cxn ang="0">
                  <a:pos x="104" y="2"/>
                </a:cxn>
                <a:cxn ang="0">
                  <a:pos x="110" y="6"/>
                </a:cxn>
                <a:cxn ang="0">
                  <a:pos x="115" y="11"/>
                </a:cxn>
                <a:cxn ang="0">
                  <a:pos x="178" y="73"/>
                </a:cxn>
                <a:cxn ang="0">
                  <a:pos x="178" y="73"/>
                </a:cxn>
                <a:cxn ang="0">
                  <a:pos x="182" y="77"/>
                </a:cxn>
                <a:cxn ang="0">
                  <a:pos x="184" y="82"/>
                </a:cxn>
                <a:cxn ang="0">
                  <a:pos x="184" y="86"/>
                </a:cxn>
                <a:cxn ang="0">
                  <a:pos x="184" y="91"/>
                </a:cxn>
                <a:cxn ang="0">
                  <a:pos x="182" y="95"/>
                </a:cxn>
                <a:cxn ang="0">
                  <a:pos x="178" y="97"/>
                </a:cxn>
                <a:cxn ang="0">
                  <a:pos x="173" y="100"/>
                </a:cxn>
                <a:cxn ang="0">
                  <a:pos x="166" y="101"/>
                </a:cxn>
                <a:cxn ang="0">
                  <a:pos x="125" y="101"/>
                </a:cxn>
              </a:cxnLst>
              <a:rect l="0" t="0" r="r" b="b"/>
              <a:pathLst>
                <a:path w="184" h="263">
                  <a:moveTo>
                    <a:pt x="125" y="101"/>
                  </a:moveTo>
                  <a:lnTo>
                    <a:pt x="125" y="231"/>
                  </a:lnTo>
                  <a:lnTo>
                    <a:pt x="125" y="231"/>
                  </a:lnTo>
                  <a:lnTo>
                    <a:pt x="124" y="237"/>
                  </a:lnTo>
                  <a:lnTo>
                    <a:pt x="122" y="243"/>
                  </a:lnTo>
                  <a:lnTo>
                    <a:pt x="119" y="248"/>
                  </a:lnTo>
                  <a:lnTo>
                    <a:pt x="115" y="253"/>
                  </a:lnTo>
                  <a:lnTo>
                    <a:pt x="110" y="257"/>
                  </a:lnTo>
                  <a:lnTo>
                    <a:pt x="105" y="260"/>
                  </a:lnTo>
                  <a:lnTo>
                    <a:pt x="99" y="262"/>
                  </a:lnTo>
                  <a:lnTo>
                    <a:pt x="93" y="263"/>
                  </a:lnTo>
                  <a:lnTo>
                    <a:pt x="93" y="263"/>
                  </a:lnTo>
                  <a:lnTo>
                    <a:pt x="93" y="263"/>
                  </a:lnTo>
                  <a:lnTo>
                    <a:pt x="87" y="262"/>
                  </a:lnTo>
                  <a:lnTo>
                    <a:pt x="80" y="260"/>
                  </a:lnTo>
                  <a:lnTo>
                    <a:pt x="74" y="257"/>
                  </a:lnTo>
                  <a:lnTo>
                    <a:pt x="69" y="253"/>
                  </a:lnTo>
                  <a:lnTo>
                    <a:pt x="66" y="248"/>
                  </a:lnTo>
                  <a:lnTo>
                    <a:pt x="63" y="243"/>
                  </a:lnTo>
                  <a:lnTo>
                    <a:pt x="61" y="237"/>
                  </a:lnTo>
                  <a:lnTo>
                    <a:pt x="61" y="231"/>
                  </a:lnTo>
                  <a:lnTo>
                    <a:pt x="61" y="101"/>
                  </a:lnTo>
                  <a:lnTo>
                    <a:pt x="16" y="101"/>
                  </a:lnTo>
                  <a:lnTo>
                    <a:pt x="16" y="101"/>
                  </a:lnTo>
                  <a:lnTo>
                    <a:pt x="10" y="100"/>
                  </a:lnTo>
                  <a:lnTo>
                    <a:pt x="5" y="99"/>
                  </a:lnTo>
                  <a:lnTo>
                    <a:pt x="1" y="95"/>
                  </a:lnTo>
                  <a:lnTo>
                    <a:pt x="0" y="91"/>
                  </a:lnTo>
                  <a:lnTo>
                    <a:pt x="0" y="87"/>
                  </a:lnTo>
                  <a:lnTo>
                    <a:pt x="0" y="82"/>
                  </a:lnTo>
                  <a:lnTo>
                    <a:pt x="3" y="77"/>
                  </a:lnTo>
                  <a:lnTo>
                    <a:pt x="7" y="73"/>
                  </a:lnTo>
                  <a:lnTo>
                    <a:pt x="69" y="11"/>
                  </a:lnTo>
                  <a:lnTo>
                    <a:pt x="69" y="11"/>
                  </a:lnTo>
                  <a:lnTo>
                    <a:pt x="75" y="6"/>
                  </a:lnTo>
                  <a:lnTo>
                    <a:pt x="80" y="2"/>
                  </a:lnTo>
                  <a:lnTo>
                    <a:pt x="87" y="0"/>
                  </a:lnTo>
                  <a:lnTo>
                    <a:pt x="93" y="0"/>
                  </a:lnTo>
                  <a:lnTo>
                    <a:pt x="98" y="0"/>
                  </a:lnTo>
                  <a:lnTo>
                    <a:pt x="104" y="2"/>
                  </a:lnTo>
                  <a:lnTo>
                    <a:pt x="110" y="6"/>
                  </a:lnTo>
                  <a:lnTo>
                    <a:pt x="115" y="11"/>
                  </a:lnTo>
                  <a:lnTo>
                    <a:pt x="178" y="73"/>
                  </a:lnTo>
                  <a:lnTo>
                    <a:pt x="178" y="73"/>
                  </a:lnTo>
                  <a:lnTo>
                    <a:pt x="182" y="77"/>
                  </a:lnTo>
                  <a:lnTo>
                    <a:pt x="184" y="82"/>
                  </a:lnTo>
                  <a:lnTo>
                    <a:pt x="184" y="86"/>
                  </a:lnTo>
                  <a:lnTo>
                    <a:pt x="184" y="91"/>
                  </a:lnTo>
                  <a:lnTo>
                    <a:pt x="182" y="95"/>
                  </a:lnTo>
                  <a:lnTo>
                    <a:pt x="178" y="97"/>
                  </a:lnTo>
                  <a:lnTo>
                    <a:pt x="173" y="100"/>
                  </a:lnTo>
                  <a:lnTo>
                    <a:pt x="166" y="101"/>
                  </a:lnTo>
                  <a:lnTo>
                    <a:pt x="125" y="10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9" name="Freeform 17"/>
            <p:cNvSpPr/>
            <p:nvPr/>
          </p:nvSpPr>
          <p:spPr bwMode="auto">
            <a:xfrm>
              <a:off x="1003288" y="2254241"/>
              <a:ext cx="381000" cy="266700"/>
            </a:xfrm>
            <a:custGeom>
              <a:avLst/>
              <a:gdLst/>
              <a:ahLst/>
              <a:cxnLst>
                <a:cxn ang="0">
                  <a:pos x="392" y="125"/>
                </a:cxn>
                <a:cxn ang="0">
                  <a:pos x="420" y="136"/>
                </a:cxn>
                <a:cxn ang="0">
                  <a:pos x="445" y="153"/>
                </a:cxn>
                <a:cxn ang="0">
                  <a:pos x="463" y="175"/>
                </a:cxn>
                <a:cxn ang="0">
                  <a:pos x="476" y="200"/>
                </a:cxn>
                <a:cxn ang="0">
                  <a:pos x="480" y="227"/>
                </a:cxn>
                <a:cxn ang="0">
                  <a:pos x="480" y="237"/>
                </a:cxn>
                <a:cxn ang="0">
                  <a:pos x="472" y="264"/>
                </a:cxn>
                <a:cxn ang="0">
                  <a:pos x="457" y="289"/>
                </a:cxn>
                <a:cxn ang="0">
                  <a:pos x="435" y="310"/>
                </a:cxn>
                <a:cxn ang="0">
                  <a:pos x="408" y="325"/>
                </a:cxn>
                <a:cxn ang="0">
                  <a:pos x="376" y="334"/>
                </a:cxn>
                <a:cxn ang="0">
                  <a:pos x="376" y="220"/>
                </a:cxn>
                <a:cxn ang="0">
                  <a:pos x="362" y="195"/>
                </a:cxn>
                <a:cxn ang="0">
                  <a:pos x="347" y="185"/>
                </a:cxn>
                <a:cxn ang="0">
                  <a:pos x="329" y="182"/>
                </a:cxn>
                <a:cxn ang="0">
                  <a:pos x="301" y="190"/>
                </a:cxn>
                <a:cxn ang="0">
                  <a:pos x="288" y="203"/>
                </a:cxn>
                <a:cxn ang="0">
                  <a:pos x="280" y="230"/>
                </a:cxn>
                <a:cxn ang="0">
                  <a:pos x="210" y="315"/>
                </a:cxn>
                <a:cxn ang="0">
                  <a:pos x="246" y="313"/>
                </a:cxn>
                <a:cxn ang="0">
                  <a:pos x="259" y="306"/>
                </a:cxn>
                <a:cxn ang="0">
                  <a:pos x="268" y="295"/>
                </a:cxn>
                <a:cxn ang="0">
                  <a:pos x="268" y="277"/>
                </a:cxn>
                <a:cxn ang="0">
                  <a:pos x="258" y="259"/>
                </a:cxn>
                <a:cxn ang="0">
                  <a:pos x="188" y="190"/>
                </a:cxn>
                <a:cxn ang="0">
                  <a:pos x="162" y="182"/>
                </a:cxn>
                <a:cxn ang="0">
                  <a:pos x="143" y="185"/>
                </a:cxn>
                <a:cxn ang="0">
                  <a:pos x="65" y="259"/>
                </a:cxn>
                <a:cxn ang="0">
                  <a:pos x="54" y="278"/>
                </a:cxn>
                <a:cxn ang="0">
                  <a:pos x="54" y="295"/>
                </a:cxn>
                <a:cxn ang="0">
                  <a:pos x="59" y="304"/>
                </a:cxn>
                <a:cxn ang="0">
                  <a:pos x="67" y="310"/>
                </a:cxn>
                <a:cxn ang="0">
                  <a:pos x="114" y="315"/>
                </a:cxn>
                <a:cxn ang="0">
                  <a:pos x="101" y="334"/>
                </a:cxn>
                <a:cxn ang="0">
                  <a:pos x="69" y="324"/>
                </a:cxn>
                <a:cxn ang="0">
                  <a:pos x="41" y="306"/>
                </a:cxn>
                <a:cxn ang="0">
                  <a:pos x="20" y="284"/>
                </a:cxn>
                <a:cxn ang="0">
                  <a:pos x="5" y="257"/>
                </a:cxn>
                <a:cxn ang="0">
                  <a:pos x="0" y="227"/>
                </a:cxn>
                <a:cxn ang="0">
                  <a:pos x="1" y="219"/>
                </a:cxn>
                <a:cxn ang="0">
                  <a:pos x="7" y="191"/>
                </a:cxn>
                <a:cxn ang="0">
                  <a:pos x="22" y="167"/>
                </a:cxn>
                <a:cxn ang="0">
                  <a:pos x="43" y="147"/>
                </a:cxn>
                <a:cxn ang="0">
                  <a:pos x="69" y="132"/>
                </a:cxn>
                <a:cxn ang="0">
                  <a:pos x="99" y="122"/>
                </a:cxn>
                <a:cxn ang="0">
                  <a:pos x="99" y="118"/>
                </a:cxn>
                <a:cxn ang="0">
                  <a:pos x="105" y="84"/>
                </a:cxn>
                <a:cxn ang="0">
                  <a:pos x="123" y="53"/>
                </a:cxn>
                <a:cxn ang="0">
                  <a:pos x="151" y="27"/>
                </a:cxn>
                <a:cxn ang="0">
                  <a:pos x="185" y="10"/>
                </a:cxn>
                <a:cxn ang="0">
                  <a:pos x="226" y="1"/>
                </a:cxn>
                <a:cxn ang="0">
                  <a:pos x="255" y="1"/>
                </a:cxn>
                <a:cxn ang="0">
                  <a:pos x="295" y="10"/>
                </a:cxn>
                <a:cxn ang="0">
                  <a:pos x="330" y="27"/>
                </a:cxn>
                <a:cxn ang="0">
                  <a:pos x="357" y="53"/>
                </a:cxn>
                <a:cxn ang="0">
                  <a:pos x="374" y="84"/>
                </a:cxn>
                <a:cxn ang="0">
                  <a:pos x="381" y="118"/>
                </a:cxn>
                <a:cxn ang="0">
                  <a:pos x="381" y="122"/>
                </a:cxn>
              </a:cxnLst>
              <a:rect l="0" t="0" r="r" b="b"/>
              <a:pathLst>
                <a:path w="480" h="336">
                  <a:moveTo>
                    <a:pt x="381" y="122"/>
                  </a:moveTo>
                  <a:lnTo>
                    <a:pt x="381" y="122"/>
                  </a:lnTo>
                  <a:lnTo>
                    <a:pt x="392" y="125"/>
                  </a:lnTo>
                  <a:lnTo>
                    <a:pt x="402" y="127"/>
                  </a:lnTo>
                  <a:lnTo>
                    <a:pt x="412" y="132"/>
                  </a:lnTo>
                  <a:lnTo>
                    <a:pt x="420" y="136"/>
                  </a:lnTo>
                  <a:lnTo>
                    <a:pt x="429" y="141"/>
                  </a:lnTo>
                  <a:lnTo>
                    <a:pt x="438" y="147"/>
                  </a:lnTo>
                  <a:lnTo>
                    <a:pt x="445" y="153"/>
                  </a:lnTo>
                  <a:lnTo>
                    <a:pt x="451" y="161"/>
                  </a:lnTo>
                  <a:lnTo>
                    <a:pt x="457" y="167"/>
                  </a:lnTo>
                  <a:lnTo>
                    <a:pt x="463" y="175"/>
                  </a:lnTo>
                  <a:lnTo>
                    <a:pt x="468" y="183"/>
                  </a:lnTo>
                  <a:lnTo>
                    <a:pt x="472" y="191"/>
                  </a:lnTo>
                  <a:lnTo>
                    <a:pt x="476" y="200"/>
                  </a:lnTo>
                  <a:lnTo>
                    <a:pt x="478" y="209"/>
                  </a:lnTo>
                  <a:lnTo>
                    <a:pt x="480" y="219"/>
                  </a:lnTo>
                  <a:lnTo>
                    <a:pt x="480" y="227"/>
                  </a:lnTo>
                  <a:lnTo>
                    <a:pt x="480" y="227"/>
                  </a:lnTo>
                  <a:lnTo>
                    <a:pt x="480" y="227"/>
                  </a:lnTo>
                  <a:lnTo>
                    <a:pt x="480" y="237"/>
                  </a:lnTo>
                  <a:lnTo>
                    <a:pt x="478" y="247"/>
                  </a:lnTo>
                  <a:lnTo>
                    <a:pt x="476" y="256"/>
                  </a:lnTo>
                  <a:lnTo>
                    <a:pt x="472" y="264"/>
                  </a:lnTo>
                  <a:lnTo>
                    <a:pt x="467" y="273"/>
                  </a:lnTo>
                  <a:lnTo>
                    <a:pt x="462" y="282"/>
                  </a:lnTo>
                  <a:lnTo>
                    <a:pt x="457" y="289"/>
                  </a:lnTo>
                  <a:lnTo>
                    <a:pt x="450" y="297"/>
                  </a:lnTo>
                  <a:lnTo>
                    <a:pt x="442" y="304"/>
                  </a:lnTo>
                  <a:lnTo>
                    <a:pt x="435" y="310"/>
                  </a:lnTo>
                  <a:lnTo>
                    <a:pt x="426" y="315"/>
                  </a:lnTo>
                  <a:lnTo>
                    <a:pt x="418" y="320"/>
                  </a:lnTo>
                  <a:lnTo>
                    <a:pt x="408" y="325"/>
                  </a:lnTo>
                  <a:lnTo>
                    <a:pt x="398" y="329"/>
                  </a:lnTo>
                  <a:lnTo>
                    <a:pt x="387" y="331"/>
                  </a:lnTo>
                  <a:lnTo>
                    <a:pt x="376" y="334"/>
                  </a:lnTo>
                  <a:lnTo>
                    <a:pt x="376" y="230"/>
                  </a:lnTo>
                  <a:lnTo>
                    <a:pt x="376" y="230"/>
                  </a:lnTo>
                  <a:lnTo>
                    <a:pt x="376" y="220"/>
                  </a:lnTo>
                  <a:lnTo>
                    <a:pt x="372" y="211"/>
                  </a:lnTo>
                  <a:lnTo>
                    <a:pt x="368" y="203"/>
                  </a:lnTo>
                  <a:lnTo>
                    <a:pt x="362" y="195"/>
                  </a:lnTo>
                  <a:lnTo>
                    <a:pt x="362" y="195"/>
                  </a:lnTo>
                  <a:lnTo>
                    <a:pt x="355" y="190"/>
                  </a:lnTo>
                  <a:lnTo>
                    <a:pt x="347" y="185"/>
                  </a:lnTo>
                  <a:lnTo>
                    <a:pt x="337" y="183"/>
                  </a:lnTo>
                  <a:lnTo>
                    <a:pt x="329" y="182"/>
                  </a:lnTo>
                  <a:lnTo>
                    <a:pt x="329" y="182"/>
                  </a:lnTo>
                  <a:lnTo>
                    <a:pt x="319" y="183"/>
                  </a:lnTo>
                  <a:lnTo>
                    <a:pt x="309" y="185"/>
                  </a:lnTo>
                  <a:lnTo>
                    <a:pt x="301" y="190"/>
                  </a:lnTo>
                  <a:lnTo>
                    <a:pt x="294" y="195"/>
                  </a:lnTo>
                  <a:lnTo>
                    <a:pt x="294" y="195"/>
                  </a:lnTo>
                  <a:lnTo>
                    <a:pt x="288" y="203"/>
                  </a:lnTo>
                  <a:lnTo>
                    <a:pt x="284" y="211"/>
                  </a:lnTo>
                  <a:lnTo>
                    <a:pt x="280" y="220"/>
                  </a:lnTo>
                  <a:lnTo>
                    <a:pt x="280" y="230"/>
                  </a:lnTo>
                  <a:lnTo>
                    <a:pt x="280" y="336"/>
                  </a:lnTo>
                  <a:lnTo>
                    <a:pt x="210" y="336"/>
                  </a:lnTo>
                  <a:lnTo>
                    <a:pt x="210" y="315"/>
                  </a:lnTo>
                  <a:lnTo>
                    <a:pt x="235" y="315"/>
                  </a:lnTo>
                  <a:lnTo>
                    <a:pt x="235" y="315"/>
                  </a:lnTo>
                  <a:lnTo>
                    <a:pt x="246" y="313"/>
                  </a:lnTo>
                  <a:lnTo>
                    <a:pt x="255" y="310"/>
                  </a:lnTo>
                  <a:lnTo>
                    <a:pt x="255" y="310"/>
                  </a:lnTo>
                  <a:lnTo>
                    <a:pt x="259" y="306"/>
                  </a:lnTo>
                  <a:lnTo>
                    <a:pt x="263" y="303"/>
                  </a:lnTo>
                  <a:lnTo>
                    <a:pt x="266" y="299"/>
                  </a:lnTo>
                  <a:lnTo>
                    <a:pt x="268" y="295"/>
                  </a:lnTo>
                  <a:lnTo>
                    <a:pt x="268" y="295"/>
                  </a:lnTo>
                  <a:lnTo>
                    <a:pt x="269" y="285"/>
                  </a:lnTo>
                  <a:lnTo>
                    <a:pt x="268" y="277"/>
                  </a:lnTo>
                  <a:lnTo>
                    <a:pt x="268" y="277"/>
                  </a:lnTo>
                  <a:lnTo>
                    <a:pt x="264" y="268"/>
                  </a:lnTo>
                  <a:lnTo>
                    <a:pt x="258" y="259"/>
                  </a:lnTo>
                  <a:lnTo>
                    <a:pt x="195" y="198"/>
                  </a:lnTo>
                  <a:lnTo>
                    <a:pt x="195" y="198"/>
                  </a:lnTo>
                  <a:lnTo>
                    <a:pt x="188" y="190"/>
                  </a:lnTo>
                  <a:lnTo>
                    <a:pt x="179" y="185"/>
                  </a:lnTo>
                  <a:lnTo>
                    <a:pt x="170" y="183"/>
                  </a:lnTo>
                  <a:lnTo>
                    <a:pt x="162" y="182"/>
                  </a:lnTo>
                  <a:lnTo>
                    <a:pt x="162" y="182"/>
                  </a:lnTo>
                  <a:lnTo>
                    <a:pt x="152" y="183"/>
                  </a:lnTo>
                  <a:lnTo>
                    <a:pt x="143" y="185"/>
                  </a:lnTo>
                  <a:lnTo>
                    <a:pt x="136" y="190"/>
                  </a:lnTo>
                  <a:lnTo>
                    <a:pt x="127" y="198"/>
                  </a:lnTo>
                  <a:lnTo>
                    <a:pt x="65" y="259"/>
                  </a:lnTo>
                  <a:lnTo>
                    <a:pt x="65" y="259"/>
                  </a:lnTo>
                  <a:lnTo>
                    <a:pt x="58" y="268"/>
                  </a:lnTo>
                  <a:lnTo>
                    <a:pt x="54" y="278"/>
                  </a:lnTo>
                  <a:lnTo>
                    <a:pt x="54" y="278"/>
                  </a:lnTo>
                  <a:lnTo>
                    <a:pt x="53" y="287"/>
                  </a:lnTo>
                  <a:lnTo>
                    <a:pt x="54" y="295"/>
                  </a:lnTo>
                  <a:lnTo>
                    <a:pt x="54" y="295"/>
                  </a:lnTo>
                  <a:lnTo>
                    <a:pt x="57" y="300"/>
                  </a:lnTo>
                  <a:lnTo>
                    <a:pt x="59" y="304"/>
                  </a:lnTo>
                  <a:lnTo>
                    <a:pt x="63" y="306"/>
                  </a:lnTo>
                  <a:lnTo>
                    <a:pt x="67" y="310"/>
                  </a:lnTo>
                  <a:lnTo>
                    <a:pt x="67" y="310"/>
                  </a:lnTo>
                  <a:lnTo>
                    <a:pt x="75" y="314"/>
                  </a:lnTo>
                  <a:lnTo>
                    <a:pt x="85" y="315"/>
                  </a:lnTo>
                  <a:lnTo>
                    <a:pt x="114" y="315"/>
                  </a:lnTo>
                  <a:lnTo>
                    <a:pt x="114" y="335"/>
                  </a:lnTo>
                  <a:lnTo>
                    <a:pt x="114" y="335"/>
                  </a:lnTo>
                  <a:lnTo>
                    <a:pt x="101" y="334"/>
                  </a:lnTo>
                  <a:lnTo>
                    <a:pt x="90" y="331"/>
                  </a:lnTo>
                  <a:lnTo>
                    <a:pt x="79" y="327"/>
                  </a:lnTo>
                  <a:lnTo>
                    <a:pt x="69" y="324"/>
                  </a:lnTo>
                  <a:lnTo>
                    <a:pt x="59" y="319"/>
                  </a:lnTo>
                  <a:lnTo>
                    <a:pt x="49" y="313"/>
                  </a:lnTo>
                  <a:lnTo>
                    <a:pt x="41" y="306"/>
                  </a:lnTo>
                  <a:lnTo>
                    <a:pt x="33" y="300"/>
                  </a:lnTo>
                  <a:lnTo>
                    <a:pt x="26" y="292"/>
                  </a:lnTo>
                  <a:lnTo>
                    <a:pt x="20" y="284"/>
                  </a:lnTo>
                  <a:lnTo>
                    <a:pt x="13" y="275"/>
                  </a:lnTo>
                  <a:lnTo>
                    <a:pt x="8" y="267"/>
                  </a:lnTo>
                  <a:lnTo>
                    <a:pt x="5" y="257"/>
                  </a:lnTo>
                  <a:lnTo>
                    <a:pt x="2" y="248"/>
                  </a:lnTo>
                  <a:lnTo>
                    <a:pt x="1" y="237"/>
                  </a:lnTo>
                  <a:lnTo>
                    <a:pt x="0" y="227"/>
                  </a:lnTo>
                  <a:lnTo>
                    <a:pt x="0" y="227"/>
                  </a:lnTo>
                  <a:lnTo>
                    <a:pt x="0" y="227"/>
                  </a:lnTo>
                  <a:lnTo>
                    <a:pt x="1" y="219"/>
                  </a:lnTo>
                  <a:lnTo>
                    <a:pt x="2" y="209"/>
                  </a:lnTo>
                  <a:lnTo>
                    <a:pt x="5" y="200"/>
                  </a:lnTo>
                  <a:lnTo>
                    <a:pt x="7" y="191"/>
                  </a:lnTo>
                  <a:lnTo>
                    <a:pt x="12" y="183"/>
                  </a:lnTo>
                  <a:lnTo>
                    <a:pt x="16" y="175"/>
                  </a:lnTo>
                  <a:lnTo>
                    <a:pt x="22" y="167"/>
                  </a:lnTo>
                  <a:lnTo>
                    <a:pt x="28" y="161"/>
                  </a:lnTo>
                  <a:lnTo>
                    <a:pt x="36" y="153"/>
                  </a:lnTo>
                  <a:lnTo>
                    <a:pt x="43" y="147"/>
                  </a:lnTo>
                  <a:lnTo>
                    <a:pt x="50" y="141"/>
                  </a:lnTo>
                  <a:lnTo>
                    <a:pt x="59" y="136"/>
                  </a:lnTo>
                  <a:lnTo>
                    <a:pt x="69" y="132"/>
                  </a:lnTo>
                  <a:lnTo>
                    <a:pt x="79" y="127"/>
                  </a:lnTo>
                  <a:lnTo>
                    <a:pt x="89" y="125"/>
                  </a:lnTo>
                  <a:lnTo>
                    <a:pt x="99" y="122"/>
                  </a:lnTo>
                  <a:lnTo>
                    <a:pt x="99" y="122"/>
                  </a:lnTo>
                  <a:lnTo>
                    <a:pt x="99" y="118"/>
                  </a:lnTo>
                  <a:lnTo>
                    <a:pt x="99" y="118"/>
                  </a:lnTo>
                  <a:lnTo>
                    <a:pt x="100" y="107"/>
                  </a:lnTo>
                  <a:lnTo>
                    <a:pt x="101" y="95"/>
                  </a:lnTo>
                  <a:lnTo>
                    <a:pt x="105" y="84"/>
                  </a:lnTo>
                  <a:lnTo>
                    <a:pt x="110" y="73"/>
                  </a:lnTo>
                  <a:lnTo>
                    <a:pt x="116" y="63"/>
                  </a:lnTo>
                  <a:lnTo>
                    <a:pt x="123" y="53"/>
                  </a:lnTo>
                  <a:lnTo>
                    <a:pt x="131" y="43"/>
                  </a:lnTo>
                  <a:lnTo>
                    <a:pt x="141" y="36"/>
                  </a:lnTo>
                  <a:lnTo>
                    <a:pt x="151" y="27"/>
                  </a:lnTo>
                  <a:lnTo>
                    <a:pt x="161" y="21"/>
                  </a:lnTo>
                  <a:lnTo>
                    <a:pt x="173" y="15"/>
                  </a:lnTo>
                  <a:lnTo>
                    <a:pt x="185" y="10"/>
                  </a:lnTo>
                  <a:lnTo>
                    <a:pt x="198" y="6"/>
                  </a:lnTo>
                  <a:lnTo>
                    <a:pt x="211" y="2"/>
                  </a:lnTo>
                  <a:lnTo>
                    <a:pt x="226" y="1"/>
                  </a:lnTo>
                  <a:lnTo>
                    <a:pt x="240" y="0"/>
                  </a:lnTo>
                  <a:lnTo>
                    <a:pt x="240" y="0"/>
                  </a:lnTo>
                  <a:lnTo>
                    <a:pt x="255" y="1"/>
                  </a:lnTo>
                  <a:lnTo>
                    <a:pt x="268" y="2"/>
                  </a:lnTo>
                  <a:lnTo>
                    <a:pt x="282" y="6"/>
                  </a:lnTo>
                  <a:lnTo>
                    <a:pt x="295" y="10"/>
                  </a:lnTo>
                  <a:lnTo>
                    <a:pt x="308" y="15"/>
                  </a:lnTo>
                  <a:lnTo>
                    <a:pt x="319" y="21"/>
                  </a:lnTo>
                  <a:lnTo>
                    <a:pt x="330" y="27"/>
                  </a:lnTo>
                  <a:lnTo>
                    <a:pt x="340" y="36"/>
                  </a:lnTo>
                  <a:lnTo>
                    <a:pt x="348" y="43"/>
                  </a:lnTo>
                  <a:lnTo>
                    <a:pt x="357" y="53"/>
                  </a:lnTo>
                  <a:lnTo>
                    <a:pt x="365" y="63"/>
                  </a:lnTo>
                  <a:lnTo>
                    <a:pt x="369" y="73"/>
                  </a:lnTo>
                  <a:lnTo>
                    <a:pt x="374" y="84"/>
                  </a:lnTo>
                  <a:lnTo>
                    <a:pt x="378" y="95"/>
                  </a:lnTo>
                  <a:lnTo>
                    <a:pt x="381" y="107"/>
                  </a:lnTo>
                  <a:lnTo>
                    <a:pt x="381" y="118"/>
                  </a:lnTo>
                  <a:lnTo>
                    <a:pt x="381" y="118"/>
                  </a:lnTo>
                  <a:lnTo>
                    <a:pt x="381" y="122"/>
                  </a:lnTo>
                  <a:lnTo>
                    <a:pt x="381" y="12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0" name="Freeform 18"/>
            <p:cNvSpPr/>
            <p:nvPr/>
          </p:nvSpPr>
          <p:spPr bwMode="auto">
            <a:xfrm>
              <a:off x="1190613" y="2411404"/>
              <a:ext cx="147638" cy="207963"/>
            </a:xfrm>
            <a:custGeom>
              <a:avLst/>
              <a:gdLst/>
              <a:ahLst/>
              <a:cxnLst>
                <a:cxn ang="0">
                  <a:pos x="126" y="162"/>
                </a:cxn>
                <a:cxn ang="0">
                  <a:pos x="126" y="32"/>
                </a:cxn>
                <a:cxn ang="0">
                  <a:pos x="126" y="32"/>
                </a:cxn>
                <a:cxn ang="0">
                  <a:pos x="125" y="26"/>
                </a:cxn>
                <a:cxn ang="0">
                  <a:pos x="123" y="19"/>
                </a:cxn>
                <a:cxn ang="0">
                  <a:pos x="120" y="13"/>
                </a:cxn>
                <a:cxn ang="0">
                  <a:pos x="116" y="8"/>
                </a:cxn>
                <a:cxn ang="0">
                  <a:pos x="111" y="5"/>
                </a:cxn>
                <a:cxn ang="0">
                  <a:pos x="106" y="2"/>
                </a:cxn>
                <a:cxn ang="0">
                  <a:pos x="100" y="0"/>
                </a:cxn>
                <a:cxn ang="0">
                  <a:pos x="94" y="0"/>
                </a:cxn>
                <a:cxn ang="0">
                  <a:pos x="94" y="0"/>
                </a:cxn>
                <a:cxn ang="0">
                  <a:pos x="94" y="0"/>
                </a:cxn>
                <a:cxn ang="0">
                  <a:pos x="86" y="0"/>
                </a:cxn>
                <a:cxn ang="0">
                  <a:pos x="80" y="2"/>
                </a:cxn>
                <a:cxn ang="0">
                  <a:pos x="75" y="5"/>
                </a:cxn>
                <a:cxn ang="0">
                  <a:pos x="70" y="8"/>
                </a:cxn>
                <a:cxn ang="0">
                  <a:pos x="66" y="13"/>
                </a:cxn>
                <a:cxn ang="0">
                  <a:pos x="64" y="19"/>
                </a:cxn>
                <a:cxn ang="0">
                  <a:pos x="62" y="26"/>
                </a:cxn>
                <a:cxn ang="0">
                  <a:pos x="62" y="32"/>
                </a:cxn>
                <a:cxn ang="0">
                  <a:pos x="62" y="162"/>
                </a:cxn>
                <a:cxn ang="0">
                  <a:pos x="17" y="162"/>
                </a:cxn>
                <a:cxn ang="0">
                  <a:pos x="17" y="162"/>
                </a:cxn>
                <a:cxn ang="0">
                  <a:pos x="11" y="162"/>
                </a:cxn>
                <a:cxn ang="0">
                  <a:pos x="6" y="164"/>
                </a:cxn>
                <a:cxn ang="0">
                  <a:pos x="2" y="167"/>
                </a:cxn>
                <a:cxn ang="0">
                  <a:pos x="1" y="170"/>
                </a:cxn>
                <a:cxn ang="0">
                  <a:pos x="0" y="175"/>
                </a:cxn>
                <a:cxn ang="0">
                  <a:pos x="1" y="179"/>
                </a:cxn>
                <a:cxn ang="0">
                  <a:pos x="3" y="184"/>
                </a:cxn>
                <a:cxn ang="0">
                  <a:pos x="7" y="189"/>
                </a:cxn>
                <a:cxn ang="0">
                  <a:pos x="70" y="251"/>
                </a:cxn>
                <a:cxn ang="0">
                  <a:pos x="70" y="251"/>
                </a:cxn>
                <a:cxn ang="0">
                  <a:pos x="76" y="256"/>
                </a:cxn>
                <a:cxn ang="0">
                  <a:pos x="81" y="259"/>
                </a:cxn>
                <a:cxn ang="0">
                  <a:pos x="88" y="262"/>
                </a:cxn>
                <a:cxn ang="0">
                  <a:pos x="92" y="263"/>
                </a:cxn>
                <a:cxn ang="0">
                  <a:pos x="99" y="262"/>
                </a:cxn>
                <a:cxn ang="0">
                  <a:pos x="105" y="259"/>
                </a:cxn>
                <a:cxn ang="0">
                  <a:pos x="110" y="256"/>
                </a:cxn>
                <a:cxn ang="0">
                  <a:pos x="116" y="251"/>
                </a:cxn>
                <a:cxn ang="0">
                  <a:pos x="179" y="189"/>
                </a:cxn>
                <a:cxn ang="0">
                  <a:pos x="179" y="189"/>
                </a:cxn>
                <a:cxn ang="0">
                  <a:pos x="183" y="185"/>
                </a:cxn>
                <a:cxn ang="0">
                  <a:pos x="184" y="180"/>
                </a:cxn>
                <a:cxn ang="0">
                  <a:pos x="185" y="175"/>
                </a:cxn>
                <a:cxn ang="0">
                  <a:pos x="185" y="171"/>
                </a:cxn>
                <a:cxn ang="0">
                  <a:pos x="183" y="168"/>
                </a:cxn>
                <a:cxn ang="0">
                  <a:pos x="179" y="164"/>
                </a:cxn>
                <a:cxn ang="0">
                  <a:pos x="173" y="162"/>
                </a:cxn>
                <a:cxn ang="0">
                  <a:pos x="165" y="162"/>
                </a:cxn>
                <a:cxn ang="0">
                  <a:pos x="126" y="162"/>
                </a:cxn>
              </a:cxnLst>
              <a:rect l="0" t="0" r="r" b="b"/>
              <a:pathLst>
                <a:path w="185" h="263">
                  <a:moveTo>
                    <a:pt x="126" y="162"/>
                  </a:moveTo>
                  <a:lnTo>
                    <a:pt x="126" y="32"/>
                  </a:lnTo>
                  <a:lnTo>
                    <a:pt x="126" y="32"/>
                  </a:lnTo>
                  <a:lnTo>
                    <a:pt x="125" y="26"/>
                  </a:lnTo>
                  <a:lnTo>
                    <a:pt x="123" y="19"/>
                  </a:lnTo>
                  <a:lnTo>
                    <a:pt x="120" y="13"/>
                  </a:lnTo>
                  <a:lnTo>
                    <a:pt x="116" y="8"/>
                  </a:lnTo>
                  <a:lnTo>
                    <a:pt x="111" y="5"/>
                  </a:lnTo>
                  <a:lnTo>
                    <a:pt x="106" y="2"/>
                  </a:lnTo>
                  <a:lnTo>
                    <a:pt x="100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6" y="0"/>
                  </a:lnTo>
                  <a:lnTo>
                    <a:pt x="80" y="2"/>
                  </a:lnTo>
                  <a:lnTo>
                    <a:pt x="75" y="5"/>
                  </a:lnTo>
                  <a:lnTo>
                    <a:pt x="70" y="8"/>
                  </a:lnTo>
                  <a:lnTo>
                    <a:pt x="66" y="13"/>
                  </a:lnTo>
                  <a:lnTo>
                    <a:pt x="64" y="19"/>
                  </a:lnTo>
                  <a:lnTo>
                    <a:pt x="62" y="26"/>
                  </a:lnTo>
                  <a:lnTo>
                    <a:pt x="62" y="32"/>
                  </a:lnTo>
                  <a:lnTo>
                    <a:pt x="62" y="162"/>
                  </a:lnTo>
                  <a:lnTo>
                    <a:pt x="17" y="162"/>
                  </a:lnTo>
                  <a:lnTo>
                    <a:pt x="17" y="162"/>
                  </a:lnTo>
                  <a:lnTo>
                    <a:pt x="11" y="162"/>
                  </a:lnTo>
                  <a:lnTo>
                    <a:pt x="6" y="164"/>
                  </a:lnTo>
                  <a:lnTo>
                    <a:pt x="2" y="167"/>
                  </a:lnTo>
                  <a:lnTo>
                    <a:pt x="1" y="170"/>
                  </a:lnTo>
                  <a:lnTo>
                    <a:pt x="0" y="175"/>
                  </a:lnTo>
                  <a:lnTo>
                    <a:pt x="1" y="179"/>
                  </a:lnTo>
                  <a:lnTo>
                    <a:pt x="3" y="184"/>
                  </a:lnTo>
                  <a:lnTo>
                    <a:pt x="7" y="189"/>
                  </a:lnTo>
                  <a:lnTo>
                    <a:pt x="70" y="251"/>
                  </a:lnTo>
                  <a:lnTo>
                    <a:pt x="70" y="251"/>
                  </a:lnTo>
                  <a:lnTo>
                    <a:pt x="76" y="256"/>
                  </a:lnTo>
                  <a:lnTo>
                    <a:pt x="81" y="259"/>
                  </a:lnTo>
                  <a:lnTo>
                    <a:pt x="88" y="262"/>
                  </a:lnTo>
                  <a:lnTo>
                    <a:pt x="92" y="263"/>
                  </a:lnTo>
                  <a:lnTo>
                    <a:pt x="99" y="262"/>
                  </a:lnTo>
                  <a:lnTo>
                    <a:pt x="105" y="259"/>
                  </a:lnTo>
                  <a:lnTo>
                    <a:pt x="110" y="256"/>
                  </a:lnTo>
                  <a:lnTo>
                    <a:pt x="116" y="251"/>
                  </a:lnTo>
                  <a:lnTo>
                    <a:pt x="179" y="189"/>
                  </a:lnTo>
                  <a:lnTo>
                    <a:pt x="179" y="189"/>
                  </a:lnTo>
                  <a:lnTo>
                    <a:pt x="183" y="185"/>
                  </a:lnTo>
                  <a:lnTo>
                    <a:pt x="184" y="180"/>
                  </a:lnTo>
                  <a:lnTo>
                    <a:pt x="185" y="175"/>
                  </a:lnTo>
                  <a:lnTo>
                    <a:pt x="185" y="171"/>
                  </a:lnTo>
                  <a:lnTo>
                    <a:pt x="183" y="168"/>
                  </a:lnTo>
                  <a:lnTo>
                    <a:pt x="179" y="164"/>
                  </a:lnTo>
                  <a:lnTo>
                    <a:pt x="173" y="162"/>
                  </a:lnTo>
                  <a:lnTo>
                    <a:pt x="165" y="162"/>
                  </a:lnTo>
                  <a:lnTo>
                    <a:pt x="126" y="16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5" name="Rectangle 34"/>
          <p:cNvSpPr/>
          <p:nvPr/>
        </p:nvSpPr>
        <p:spPr>
          <a:xfrm>
            <a:off x="3938111" y="2413159"/>
            <a:ext cx="1496378" cy="27193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938111" y="2753202"/>
            <a:ext cx="1496378" cy="180049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ts val="1500"/>
              </a:lnSpc>
            </a:pPr>
            <a:r>
              <a:rPr lang="zh-CN" altLang="en-US" sz="10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中等规模的数据挖掘任务，数据通常很</a:t>
            </a:r>
            <a:r>
              <a:rPr lang="zh-CN" altLang="en-US" sz="1000" ker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大</a:t>
            </a:r>
            <a:r>
              <a:rPr lang="zh-CN" altLang="en-US" sz="1000" kern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（可能</a:t>
            </a:r>
            <a:r>
              <a:rPr lang="zh-CN" altLang="en-US" sz="10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是分布式的），并且不适合主存储器。 通常的解决方案是依靠并行</a:t>
            </a:r>
            <a:r>
              <a:rPr lang="zh-CN" altLang="en-US" sz="10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计算或</a:t>
            </a:r>
            <a:r>
              <a:rPr lang="zh-CN" altLang="en-US" sz="10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集体</a:t>
            </a:r>
            <a:r>
              <a:rPr lang="zh-CN" altLang="en-US" sz="10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挖掘对</a:t>
            </a:r>
            <a:r>
              <a:rPr lang="zh-CN" altLang="en-US" sz="10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不同来源的数据进行采样和聚合，然后使用并行计算</a:t>
            </a:r>
            <a:r>
              <a:rPr lang="zh-CN" altLang="en-US" sz="10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编程来</a:t>
            </a:r>
            <a:r>
              <a:rPr lang="zh-CN" altLang="en-US" sz="10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执行挖掘过程。 </a:t>
            </a:r>
          </a:p>
        </p:txBody>
      </p:sp>
      <p:grpSp>
        <p:nvGrpSpPr>
          <p:cNvPr id="9" name="Group 19"/>
          <p:cNvGrpSpPr/>
          <p:nvPr/>
        </p:nvGrpSpPr>
        <p:grpSpPr>
          <a:xfrm>
            <a:off x="4414361" y="1884998"/>
            <a:ext cx="445770" cy="373380"/>
            <a:chOff x="2951142" y="2589225"/>
            <a:chExt cx="468313" cy="39211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22" name="Freeform 13"/>
            <p:cNvSpPr>
              <a:spLocks noEditPoints="1"/>
            </p:cNvSpPr>
            <p:nvPr/>
          </p:nvSpPr>
          <p:spPr bwMode="auto">
            <a:xfrm>
              <a:off x="2951142" y="2646375"/>
              <a:ext cx="284163" cy="284163"/>
            </a:xfrm>
            <a:custGeom>
              <a:avLst/>
              <a:gdLst/>
              <a:ahLst/>
              <a:cxnLst>
                <a:cxn ang="0">
                  <a:pos x="208" y="331"/>
                </a:cxn>
                <a:cxn ang="0">
                  <a:pos x="239" y="322"/>
                </a:cxn>
                <a:cxn ang="0">
                  <a:pos x="286" y="326"/>
                </a:cxn>
                <a:cxn ang="0">
                  <a:pos x="307" y="267"/>
                </a:cxn>
                <a:cxn ang="0">
                  <a:pos x="328" y="223"/>
                </a:cxn>
                <a:cxn ang="0">
                  <a:pos x="359" y="150"/>
                </a:cxn>
                <a:cxn ang="0">
                  <a:pos x="328" y="136"/>
                </a:cxn>
                <a:cxn ang="0">
                  <a:pos x="307" y="91"/>
                </a:cxn>
                <a:cxn ang="0">
                  <a:pos x="267" y="51"/>
                </a:cxn>
                <a:cxn ang="0">
                  <a:pos x="239" y="37"/>
                </a:cxn>
                <a:cxn ang="0">
                  <a:pos x="208" y="0"/>
                </a:cxn>
                <a:cxn ang="0">
                  <a:pos x="179" y="65"/>
                </a:cxn>
                <a:cxn ang="0">
                  <a:pos x="213" y="70"/>
                </a:cxn>
                <a:cxn ang="0">
                  <a:pos x="244" y="85"/>
                </a:cxn>
                <a:cxn ang="0">
                  <a:pos x="267" y="106"/>
                </a:cxn>
                <a:cxn ang="0">
                  <a:pos x="284" y="134"/>
                </a:cxn>
                <a:cxn ang="0">
                  <a:pos x="293" y="168"/>
                </a:cxn>
                <a:cxn ang="0">
                  <a:pos x="293" y="191"/>
                </a:cxn>
                <a:cxn ang="0">
                  <a:pos x="284" y="223"/>
                </a:cxn>
                <a:cxn ang="0">
                  <a:pos x="267" y="252"/>
                </a:cxn>
                <a:cxn ang="0">
                  <a:pos x="244" y="274"/>
                </a:cxn>
                <a:cxn ang="0">
                  <a:pos x="213" y="289"/>
                </a:cxn>
                <a:cxn ang="0">
                  <a:pos x="179" y="294"/>
                </a:cxn>
                <a:cxn ang="0">
                  <a:pos x="32" y="286"/>
                </a:cxn>
                <a:cxn ang="0">
                  <a:pos x="92" y="307"/>
                </a:cxn>
                <a:cxn ang="0">
                  <a:pos x="135" y="327"/>
                </a:cxn>
                <a:cxn ang="0">
                  <a:pos x="179" y="358"/>
                </a:cxn>
                <a:cxn ang="0">
                  <a:pos x="179" y="294"/>
                </a:cxn>
                <a:cxn ang="0">
                  <a:pos x="145" y="289"/>
                </a:cxn>
                <a:cxn ang="0">
                  <a:pos x="115" y="274"/>
                </a:cxn>
                <a:cxn ang="0">
                  <a:pos x="92" y="252"/>
                </a:cxn>
                <a:cxn ang="0">
                  <a:pos x="74" y="223"/>
                </a:cxn>
                <a:cxn ang="0">
                  <a:pos x="66" y="191"/>
                </a:cxn>
                <a:cxn ang="0">
                  <a:pos x="66" y="168"/>
                </a:cxn>
                <a:cxn ang="0">
                  <a:pos x="74" y="134"/>
                </a:cxn>
                <a:cxn ang="0">
                  <a:pos x="92" y="106"/>
                </a:cxn>
                <a:cxn ang="0">
                  <a:pos x="115" y="85"/>
                </a:cxn>
                <a:cxn ang="0">
                  <a:pos x="145" y="70"/>
                </a:cxn>
                <a:cxn ang="0">
                  <a:pos x="179" y="65"/>
                </a:cxn>
                <a:cxn ang="0">
                  <a:pos x="179" y="0"/>
                </a:cxn>
                <a:cxn ang="0">
                  <a:pos x="151" y="27"/>
                </a:cxn>
                <a:cxn ang="0">
                  <a:pos x="105" y="43"/>
                </a:cxn>
                <a:cxn ang="0">
                  <a:pos x="32" y="72"/>
                </a:cxn>
                <a:cxn ang="0">
                  <a:pos x="43" y="105"/>
                </a:cxn>
                <a:cxn ang="0">
                  <a:pos x="27" y="150"/>
                </a:cxn>
                <a:cxn ang="0">
                  <a:pos x="27" y="207"/>
                </a:cxn>
                <a:cxn ang="0">
                  <a:pos x="36" y="238"/>
                </a:cxn>
                <a:cxn ang="0">
                  <a:pos x="52" y="267"/>
                </a:cxn>
              </a:cxnLst>
              <a:rect l="0" t="0" r="r" b="b"/>
              <a:pathLst>
                <a:path w="359" h="358">
                  <a:moveTo>
                    <a:pt x="179" y="358"/>
                  </a:moveTo>
                  <a:lnTo>
                    <a:pt x="208" y="358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24" y="327"/>
                  </a:lnTo>
                  <a:lnTo>
                    <a:pt x="239" y="322"/>
                  </a:lnTo>
                  <a:lnTo>
                    <a:pt x="254" y="315"/>
                  </a:lnTo>
                  <a:lnTo>
                    <a:pt x="267" y="307"/>
                  </a:lnTo>
                  <a:lnTo>
                    <a:pt x="286" y="326"/>
                  </a:lnTo>
                  <a:lnTo>
                    <a:pt x="326" y="286"/>
                  </a:lnTo>
                  <a:lnTo>
                    <a:pt x="307" y="267"/>
                  </a:lnTo>
                  <a:lnTo>
                    <a:pt x="307" y="267"/>
                  </a:lnTo>
                  <a:lnTo>
                    <a:pt x="315" y="253"/>
                  </a:lnTo>
                  <a:lnTo>
                    <a:pt x="323" y="238"/>
                  </a:lnTo>
                  <a:lnTo>
                    <a:pt x="328" y="223"/>
                  </a:lnTo>
                  <a:lnTo>
                    <a:pt x="331" y="207"/>
                  </a:lnTo>
                  <a:lnTo>
                    <a:pt x="359" y="207"/>
                  </a:lnTo>
                  <a:lnTo>
                    <a:pt x="359" y="150"/>
                  </a:lnTo>
                  <a:lnTo>
                    <a:pt x="331" y="150"/>
                  </a:lnTo>
                  <a:lnTo>
                    <a:pt x="331" y="150"/>
                  </a:lnTo>
                  <a:lnTo>
                    <a:pt x="328" y="136"/>
                  </a:lnTo>
                  <a:lnTo>
                    <a:pt x="323" y="119"/>
                  </a:lnTo>
                  <a:lnTo>
                    <a:pt x="315" y="105"/>
                  </a:lnTo>
                  <a:lnTo>
                    <a:pt x="307" y="91"/>
                  </a:lnTo>
                  <a:lnTo>
                    <a:pt x="326" y="72"/>
                  </a:lnTo>
                  <a:lnTo>
                    <a:pt x="286" y="33"/>
                  </a:lnTo>
                  <a:lnTo>
                    <a:pt x="267" y="51"/>
                  </a:lnTo>
                  <a:lnTo>
                    <a:pt x="267" y="51"/>
                  </a:lnTo>
                  <a:lnTo>
                    <a:pt x="254" y="43"/>
                  </a:lnTo>
                  <a:lnTo>
                    <a:pt x="239" y="37"/>
                  </a:lnTo>
                  <a:lnTo>
                    <a:pt x="224" y="30"/>
                  </a:lnTo>
                  <a:lnTo>
                    <a:pt x="208" y="27"/>
                  </a:lnTo>
                  <a:lnTo>
                    <a:pt x="208" y="0"/>
                  </a:lnTo>
                  <a:lnTo>
                    <a:pt x="179" y="0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90" y="65"/>
                  </a:lnTo>
                  <a:lnTo>
                    <a:pt x="203" y="68"/>
                  </a:lnTo>
                  <a:lnTo>
                    <a:pt x="213" y="70"/>
                  </a:lnTo>
                  <a:lnTo>
                    <a:pt x="224" y="74"/>
                  </a:lnTo>
                  <a:lnTo>
                    <a:pt x="234" y="79"/>
                  </a:lnTo>
                  <a:lnTo>
                    <a:pt x="244" y="85"/>
                  </a:lnTo>
                  <a:lnTo>
                    <a:pt x="252" y="91"/>
                  </a:lnTo>
                  <a:lnTo>
                    <a:pt x="260" y="98"/>
                  </a:lnTo>
                  <a:lnTo>
                    <a:pt x="267" y="106"/>
                  </a:lnTo>
                  <a:lnTo>
                    <a:pt x="275" y="116"/>
                  </a:lnTo>
                  <a:lnTo>
                    <a:pt x="279" y="124"/>
                  </a:lnTo>
                  <a:lnTo>
                    <a:pt x="284" y="134"/>
                  </a:lnTo>
                  <a:lnTo>
                    <a:pt x="288" y="145"/>
                  </a:lnTo>
                  <a:lnTo>
                    <a:pt x="292" y="157"/>
                  </a:lnTo>
                  <a:lnTo>
                    <a:pt x="293" y="168"/>
                  </a:lnTo>
                  <a:lnTo>
                    <a:pt x="293" y="179"/>
                  </a:lnTo>
                  <a:lnTo>
                    <a:pt x="293" y="179"/>
                  </a:lnTo>
                  <a:lnTo>
                    <a:pt x="293" y="191"/>
                  </a:lnTo>
                  <a:lnTo>
                    <a:pt x="292" y="202"/>
                  </a:lnTo>
                  <a:lnTo>
                    <a:pt x="288" y="213"/>
                  </a:lnTo>
                  <a:lnTo>
                    <a:pt x="284" y="223"/>
                  </a:lnTo>
                  <a:lnTo>
                    <a:pt x="279" y="233"/>
                  </a:lnTo>
                  <a:lnTo>
                    <a:pt x="275" y="243"/>
                  </a:lnTo>
                  <a:lnTo>
                    <a:pt x="267" y="252"/>
                  </a:lnTo>
                  <a:lnTo>
                    <a:pt x="260" y="260"/>
                  </a:lnTo>
                  <a:lnTo>
                    <a:pt x="252" y="268"/>
                  </a:lnTo>
                  <a:lnTo>
                    <a:pt x="244" y="274"/>
                  </a:lnTo>
                  <a:lnTo>
                    <a:pt x="234" y="280"/>
                  </a:lnTo>
                  <a:lnTo>
                    <a:pt x="224" y="285"/>
                  </a:lnTo>
                  <a:lnTo>
                    <a:pt x="213" y="289"/>
                  </a:lnTo>
                  <a:lnTo>
                    <a:pt x="203" y="291"/>
                  </a:lnTo>
                  <a:lnTo>
                    <a:pt x="190" y="293"/>
                  </a:lnTo>
                  <a:lnTo>
                    <a:pt x="179" y="294"/>
                  </a:lnTo>
                  <a:lnTo>
                    <a:pt x="179" y="358"/>
                  </a:lnTo>
                  <a:close/>
                  <a:moveTo>
                    <a:pt x="52" y="267"/>
                  </a:moveTo>
                  <a:lnTo>
                    <a:pt x="32" y="286"/>
                  </a:lnTo>
                  <a:lnTo>
                    <a:pt x="73" y="326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105" y="315"/>
                  </a:lnTo>
                  <a:lnTo>
                    <a:pt x="120" y="322"/>
                  </a:lnTo>
                  <a:lnTo>
                    <a:pt x="135" y="327"/>
                  </a:lnTo>
                  <a:lnTo>
                    <a:pt x="151" y="331"/>
                  </a:lnTo>
                  <a:lnTo>
                    <a:pt x="151" y="358"/>
                  </a:lnTo>
                  <a:lnTo>
                    <a:pt x="179" y="358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68" y="293"/>
                  </a:lnTo>
                  <a:lnTo>
                    <a:pt x="156" y="291"/>
                  </a:lnTo>
                  <a:lnTo>
                    <a:pt x="145" y="289"/>
                  </a:lnTo>
                  <a:lnTo>
                    <a:pt x="135" y="285"/>
                  </a:lnTo>
                  <a:lnTo>
                    <a:pt x="125" y="280"/>
                  </a:lnTo>
                  <a:lnTo>
                    <a:pt x="115" y="274"/>
                  </a:lnTo>
                  <a:lnTo>
                    <a:pt x="106" y="268"/>
                  </a:lnTo>
                  <a:lnTo>
                    <a:pt x="99" y="260"/>
                  </a:lnTo>
                  <a:lnTo>
                    <a:pt x="92" y="252"/>
                  </a:lnTo>
                  <a:lnTo>
                    <a:pt x="84" y="243"/>
                  </a:lnTo>
                  <a:lnTo>
                    <a:pt x="79" y="233"/>
                  </a:lnTo>
                  <a:lnTo>
                    <a:pt x="74" y="223"/>
                  </a:lnTo>
                  <a:lnTo>
                    <a:pt x="71" y="213"/>
                  </a:lnTo>
                  <a:lnTo>
                    <a:pt x="67" y="202"/>
                  </a:lnTo>
                  <a:lnTo>
                    <a:pt x="66" y="191"/>
                  </a:lnTo>
                  <a:lnTo>
                    <a:pt x="64" y="179"/>
                  </a:lnTo>
                  <a:lnTo>
                    <a:pt x="64" y="179"/>
                  </a:lnTo>
                  <a:lnTo>
                    <a:pt x="66" y="168"/>
                  </a:lnTo>
                  <a:lnTo>
                    <a:pt x="67" y="157"/>
                  </a:lnTo>
                  <a:lnTo>
                    <a:pt x="71" y="145"/>
                  </a:lnTo>
                  <a:lnTo>
                    <a:pt x="74" y="134"/>
                  </a:lnTo>
                  <a:lnTo>
                    <a:pt x="79" y="124"/>
                  </a:lnTo>
                  <a:lnTo>
                    <a:pt x="84" y="116"/>
                  </a:lnTo>
                  <a:lnTo>
                    <a:pt x="92" y="106"/>
                  </a:lnTo>
                  <a:lnTo>
                    <a:pt x="99" y="98"/>
                  </a:lnTo>
                  <a:lnTo>
                    <a:pt x="106" y="91"/>
                  </a:lnTo>
                  <a:lnTo>
                    <a:pt x="115" y="85"/>
                  </a:lnTo>
                  <a:lnTo>
                    <a:pt x="125" y="79"/>
                  </a:lnTo>
                  <a:lnTo>
                    <a:pt x="135" y="74"/>
                  </a:lnTo>
                  <a:lnTo>
                    <a:pt x="145" y="70"/>
                  </a:lnTo>
                  <a:lnTo>
                    <a:pt x="156" y="68"/>
                  </a:lnTo>
                  <a:lnTo>
                    <a:pt x="168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0"/>
                  </a:lnTo>
                  <a:lnTo>
                    <a:pt x="151" y="0"/>
                  </a:lnTo>
                  <a:lnTo>
                    <a:pt x="151" y="27"/>
                  </a:lnTo>
                  <a:lnTo>
                    <a:pt x="151" y="27"/>
                  </a:lnTo>
                  <a:lnTo>
                    <a:pt x="135" y="30"/>
                  </a:lnTo>
                  <a:lnTo>
                    <a:pt x="120" y="37"/>
                  </a:lnTo>
                  <a:lnTo>
                    <a:pt x="105" y="43"/>
                  </a:lnTo>
                  <a:lnTo>
                    <a:pt x="92" y="51"/>
                  </a:lnTo>
                  <a:lnTo>
                    <a:pt x="73" y="33"/>
                  </a:lnTo>
                  <a:lnTo>
                    <a:pt x="32" y="72"/>
                  </a:lnTo>
                  <a:lnTo>
                    <a:pt x="52" y="91"/>
                  </a:lnTo>
                  <a:lnTo>
                    <a:pt x="52" y="91"/>
                  </a:lnTo>
                  <a:lnTo>
                    <a:pt x="43" y="105"/>
                  </a:lnTo>
                  <a:lnTo>
                    <a:pt x="36" y="119"/>
                  </a:lnTo>
                  <a:lnTo>
                    <a:pt x="31" y="136"/>
                  </a:lnTo>
                  <a:lnTo>
                    <a:pt x="27" y="150"/>
                  </a:lnTo>
                  <a:lnTo>
                    <a:pt x="0" y="150"/>
                  </a:lnTo>
                  <a:lnTo>
                    <a:pt x="0" y="207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31" y="223"/>
                  </a:lnTo>
                  <a:lnTo>
                    <a:pt x="36" y="238"/>
                  </a:lnTo>
                  <a:lnTo>
                    <a:pt x="43" y="253"/>
                  </a:lnTo>
                  <a:lnTo>
                    <a:pt x="52" y="267"/>
                  </a:lnTo>
                  <a:lnTo>
                    <a:pt x="52" y="26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5" name="Freeform 14"/>
            <p:cNvSpPr>
              <a:spLocks noEditPoints="1"/>
            </p:cNvSpPr>
            <p:nvPr/>
          </p:nvSpPr>
          <p:spPr bwMode="auto">
            <a:xfrm>
              <a:off x="3233717" y="2798775"/>
              <a:ext cx="182563" cy="182563"/>
            </a:xfrm>
            <a:custGeom>
              <a:avLst/>
              <a:gdLst/>
              <a:ahLst/>
              <a:cxnLst>
                <a:cxn ang="0">
                  <a:pos x="131" y="20"/>
                </a:cxn>
                <a:cxn ang="0">
                  <a:pos x="152" y="6"/>
                </a:cxn>
                <a:cxn ang="0">
                  <a:pos x="183" y="21"/>
                </a:cxn>
                <a:cxn ang="0">
                  <a:pos x="179" y="42"/>
                </a:cxn>
                <a:cxn ang="0">
                  <a:pos x="198" y="64"/>
                </a:cxn>
                <a:cxn ang="0">
                  <a:pos x="219" y="64"/>
                </a:cxn>
                <a:cxn ang="0">
                  <a:pos x="230" y="97"/>
                </a:cxn>
                <a:cxn ang="0">
                  <a:pos x="213" y="109"/>
                </a:cxn>
                <a:cxn ang="0">
                  <a:pos x="210" y="137"/>
                </a:cxn>
                <a:cxn ang="0">
                  <a:pos x="225" y="152"/>
                </a:cxn>
                <a:cxn ang="0">
                  <a:pos x="210" y="183"/>
                </a:cxn>
                <a:cxn ang="0">
                  <a:pos x="189" y="179"/>
                </a:cxn>
                <a:cxn ang="0">
                  <a:pos x="167" y="198"/>
                </a:cxn>
                <a:cxn ang="0">
                  <a:pos x="167" y="220"/>
                </a:cxn>
                <a:cxn ang="0">
                  <a:pos x="135" y="230"/>
                </a:cxn>
                <a:cxn ang="0">
                  <a:pos x="123" y="213"/>
                </a:cxn>
                <a:cxn ang="0">
                  <a:pos x="115" y="163"/>
                </a:cxn>
                <a:cxn ang="0">
                  <a:pos x="136" y="158"/>
                </a:cxn>
                <a:cxn ang="0">
                  <a:pos x="153" y="144"/>
                </a:cxn>
                <a:cxn ang="0">
                  <a:pos x="161" y="131"/>
                </a:cxn>
                <a:cxn ang="0">
                  <a:pos x="161" y="103"/>
                </a:cxn>
                <a:cxn ang="0">
                  <a:pos x="147" y="80"/>
                </a:cxn>
                <a:cxn ang="0">
                  <a:pos x="130" y="71"/>
                </a:cxn>
                <a:cxn ang="0">
                  <a:pos x="115" y="19"/>
                </a:cxn>
                <a:cxn ang="0">
                  <a:pos x="11" y="167"/>
                </a:cxn>
                <a:cxn ang="0">
                  <a:pos x="1" y="135"/>
                </a:cxn>
                <a:cxn ang="0">
                  <a:pos x="19" y="123"/>
                </a:cxn>
                <a:cxn ang="0">
                  <a:pos x="20" y="94"/>
                </a:cxn>
                <a:cxn ang="0">
                  <a:pos x="5" y="79"/>
                </a:cxn>
                <a:cxn ang="0">
                  <a:pos x="21" y="48"/>
                </a:cxn>
                <a:cxn ang="0">
                  <a:pos x="42" y="52"/>
                </a:cxn>
                <a:cxn ang="0">
                  <a:pos x="63" y="34"/>
                </a:cxn>
                <a:cxn ang="0">
                  <a:pos x="63" y="12"/>
                </a:cxn>
                <a:cxn ang="0">
                  <a:pos x="97" y="1"/>
                </a:cxn>
                <a:cxn ang="0">
                  <a:pos x="109" y="19"/>
                </a:cxn>
                <a:cxn ang="0">
                  <a:pos x="115" y="68"/>
                </a:cxn>
                <a:cxn ang="0">
                  <a:pos x="94" y="73"/>
                </a:cxn>
                <a:cxn ang="0">
                  <a:pos x="78" y="88"/>
                </a:cxn>
                <a:cxn ang="0">
                  <a:pos x="71" y="100"/>
                </a:cxn>
                <a:cxn ang="0">
                  <a:pos x="71" y="129"/>
                </a:cxn>
                <a:cxn ang="0">
                  <a:pos x="84" y="151"/>
                </a:cxn>
                <a:cxn ang="0">
                  <a:pos x="100" y="161"/>
                </a:cxn>
                <a:cxn ang="0">
                  <a:pos x="115" y="213"/>
                </a:cxn>
                <a:cxn ang="0">
                  <a:pos x="84" y="208"/>
                </a:cxn>
                <a:cxn ang="0">
                  <a:pos x="68" y="221"/>
                </a:cxn>
                <a:cxn ang="0">
                  <a:pos x="40" y="203"/>
                </a:cxn>
                <a:cxn ang="0">
                  <a:pos x="45" y="183"/>
                </a:cxn>
                <a:cxn ang="0">
                  <a:pos x="29" y="160"/>
                </a:cxn>
              </a:cxnLst>
              <a:rect l="0" t="0" r="r" b="b"/>
              <a:pathLst>
                <a:path w="231" h="231">
                  <a:moveTo>
                    <a:pt x="115" y="19"/>
                  </a:moveTo>
                  <a:lnTo>
                    <a:pt x="115" y="19"/>
                  </a:lnTo>
                  <a:lnTo>
                    <a:pt x="131" y="20"/>
                  </a:lnTo>
                  <a:lnTo>
                    <a:pt x="146" y="24"/>
                  </a:lnTo>
                  <a:lnTo>
                    <a:pt x="152" y="6"/>
                  </a:lnTo>
                  <a:lnTo>
                    <a:pt x="152" y="6"/>
                  </a:lnTo>
                  <a:lnTo>
                    <a:pt x="163" y="10"/>
                  </a:lnTo>
                  <a:lnTo>
                    <a:pt x="173" y="15"/>
                  </a:lnTo>
                  <a:lnTo>
                    <a:pt x="183" y="21"/>
                  </a:lnTo>
                  <a:lnTo>
                    <a:pt x="192" y="29"/>
                  </a:lnTo>
                  <a:lnTo>
                    <a:pt x="179" y="42"/>
                  </a:lnTo>
                  <a:lnTo>
                    <a:pt x="179" y="42"/>
                  </a:lnTo>
                  <a:lnTo>
                    <a:pt x="187" y="48"/>
                  </a:lnTo>
                  <a:lnTo>
                    <a:pt x="193" y="56"/>
                  </a:lnTo>
                  <a:lnTo>
                    <a:pt x="198" y="64"/>
                  </a:lnTo>
                  <a:lnTo>
                    <a:pt x="203" y="72"/>
                  </a:lnTo>
                  <a:lnTo>
                    <a:pt x="219" y="64"/>
                  </a:lnTo>
                  <a:lnTo>
                    <a:pt x="219" y="64"/>
                  </a:lnTo>
                  <a:lnTo>
                    <a:pt x="224" y="74"/>
                  </a:lnTo>
                  <a:lnTo>
                    <a:pt x="228" y="85"/>
                  </a:lnTo>
                  <a:lnTo>
                    <a:pt x="230" y="97"/>
                  </a:lnTo>
                  <a:lnTo>
                    <a:pt x="231" y="108"/>
                  </a:lnTo>
                  <a:lnTo>
                    <a:pt x="213" y="109"/>
                  </a:lnTo>
                  <a:lnTo>
                    <a:pt x="213" y="109"/>
                  </a:lnTo>
                  <a:lnTo>
                    <a:pt x="213" y="119"/>
                  </a:lnTo>
                  <a:lnTo>
                    <a:pt x="213" y="127"/>
                  </a:lnTo>
                  <a:lnTo>
                    <a:pt x="210" y="137"/>
                  </a:lnTo>
                  <a:lnTo>
                    <a:pt x="208" y="147"/>
                  </a:lnTo>
                  <a:lnTo>
                    <a:pt x="225" y="152"/>
                  </a:lnTo>
                  <a:lnTo>
                    <a:pt x="225" y="152"/>
                  </a:lnTo>
                  <a:lnTo>
                    <a:pt x="221" y="163"/>
                  </a:lnTo>
                  <a:lnTo>
                    <a:pt x="217" y="173"/>
                  </a:lnTo>
                  <a:lnTo>
                    <a:pt x="210" y="183"/>
                  </a:lnTo>
                  <a:lnTo>
                    <a:pt x="203" y="192"/>
                  </a:lnTo>
                  <a:lnTo>
                    <a:pt x="189" y="179"/>
                  </a:lnTo>
                  <a:lnTo>
                    <a:pt x="189" y="179"/>
                  </a:lnTo>
                  <a:lnTo>
                    <a:pt x="183" y="187"/>
                  </a:lnTo>
                  <a:lnTo>
                    <a:pt x="176" y="193"/>
                  </a:lnTo>
                  <a:lnTo>
                    <a:pt x="167" y="198"/>
                  </a:lnTo>
                  <a:lnTo>
                    <a:pt x="160" y="203"/>
                  </a:lnTo>
                  <a:lnTo>
                    <a:pt x="167" y="220"/>
                  </a:lnTo>
                  <a:lnTo>
                    <a:pt x="167" y="220"/>
                  </a:lnTo>
                  <a:lnTo>
                    <a:pt x="157" y="224"/>
                  </a:lnTo>
                  <a:lnTo>
                    <a:pt x="146" y="228"/>
                  </a:lnTo>
                  <a:lnTo>
                    <a:pt x="135" y="230"/>
                  </a:lnTo>
                  <a:lnTo>
                    <a:pt x="124" y="231"/>
                  </a:lnTo>
                  <a:lnTo>
                    <a:pt x="123" y="213"/>
                  </a:lnTo>
                  <a:lnTo>
                    <a:pt x="123" y="213"/>
                  </a:lnTo>
                  <a:lnTo>
                    <a:pt x="115" y="213"/>
                  </a:lnTo>
                  <a:lnTo>
                    <a:pt x="115" y="163"/>
                  </a:lnTo>
                  <a:lnTo>
                    <a:pt x="115" y="163"/>
                  </a:lnTo>
                  <a:lnTo>
                    <a:pt x="123" y="162"/>
                  </a:lnTo>
                  <a:lnTo>
                    <a:pt x="130" y="161"/>
                  </a:lnTo>
                  <a:lnTo>
                    <a:pt x="136" y="158"/>
                  </a:lnTo>
                  <a:lnTo>
                    <a:pt x="144" y="155"/>
                  </a:lnTo>
                  <a:lnTo>
                    <a:pt x="149" y="150"/>
                  </a:lnTo>
                  <a:lnTo>
                    <a:pt x="153" y="144"/>
                  </a:lnTo>
                  <a:lnTo>
                    <a:pt x="157" y="137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2" y="121"/>
                  </a:lnTo>
                  <a:lnTo>
                    <a:pt x="162" y="113"/>
                  </a:lnTo>
                  <a:lnTo>
                    <a:pt x="161" y="103"/>
                  </a:lnTo>
                  <a:lnTo>
                    <a:pt x="158" y="94"/>
                  </a:lnTo>
                  <a:lnTo>
                    <a:pt x="153" y="87"/>
                  </a:lnTo>
                  <a:lnTo>
                    <a:pt x="147" y="80"/>
                  </a:lnTo>
                  <a:lnTo>
                    <a:pt x="140" y="74"/>
                  </a:lnTo>
                  <a:lnTo>
                    <a:pt x="130" y="71"/>
                  </a:lnTo>
                  <a:lnTo>
                    <a:pt x="130" y="71"/>
                  </a:lnTo>
                  <a:lnTo>
                    <a:pt x="123" y="69"/>
                  </a:lnTo>
                  <a:lnTo>
                    <a:pt x="115" y="68"/>
                  </a:lnTo>
                  <a:lnTo>
                    <a:pt x="115" y="19"/>
                  </a:lnTo>
                  <a:close/>
                  <a:moveTo>
                    <a:pt x="29" y="160"/>
                  </a:moveTo>
                  <a:lnTo>
                    <a:pt x="11" y="167"/>
                  </a:lnTo>
                  <a:lnTo>
                    <a:pt x="11" y="167"/>
                  </a:lnTo>
                  <a:lnTo>
                    <a:pt x="8" y="157"/>
                  </a:lnTo>
                  <a:lnTo>
                    <a:pt x="4" y="146"/>
                  </a:lnTo>
                  <a:lnTo>
                    <a:pt x="1" y="135"/>
                  </a:lnTo>
                  <a:lnTo>
                    <a:pt x="0" y="124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7" y="114"/>
                  </a:lnTo>
                  <a:lnTo>
                    <a:pt x="19" y="104"/>
                  </a:lnTo>
                  <a:lnTo>
                    <a:pt x="20" y="94"/>
                  </a:lnTo>
                  <a:lnTo>
                    <a:pt x="24" y="8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10" y="68"/>
                  </a:lnTo>
                  <a:lnTo>
                    <a:pt x="15" y="58"/>
                  </a:lnTo>
                  <a:lnTo>
                    <a:pt x="21" y="48"/>
                  </a:lnTo>
                  <a:lnTo>
                    <a:pt x="29" y="40"/>
                  </a:lnTo>
                  <a:lnTo>
                    <a:pt x="42" y="52"/>
                  </a:lnTo>
                  <a:lnTo>
                    <a:pt x="42" y="52"/>
                  </a:lnTo>
                  <a:lnTo>
                    <a:pt x="48" y="45"/>
                  </a:lnTo>
                  <a:lnTo>
                    <a:pt x="56" y="38"/>
                  </a:lnTo>
                  <a:lnTo>
                    <a:pt x="63" y="34"/>
                  </a:lnTo>
                  <a:lnTo>
                    <a:pt x="72" y="29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74" y="8"/>
                  </a:lnTo>
                  <a:lnTo>
                    <a:pt x="85" y="4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09" y="19"/>
                  </a:lnTo>
                  <a:lnTo>
                    <a:pt x="109" y="19"/>
                  </a:lnTo>
                  <a:lnTo>
                    <a:pt x="115" y="19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08" y="69"/>
                  </a:lnTo>
                  <a:lnTo>
                    <a:pt x="102" y="71"/>
                  </a:lnTo>
                  <a:lnTo>
                    <a:pt x="94" y="73"/>
                  </a:lnTo>
                  <a:lnTo>
                    <a:pt x="88" y="77"/>
                  </a:lnTo>
                  <a:lnTo>
                    <a:pt x="83" y="82"/>
                  </a:lnTo>
                  <a:lnTo>
                    <a:pt x="78" y="88"/>
                  </a:lnTo>
                  <a:lnTo>
                    <a:pt x="74" y="94"/>
                  </a:lnTo>
                  <a:lnTo>
                    <a:pt x="71" y="100"/>
                  </a:lnTo>
                  <a:lnTo>
                    <a:pt x="71" y="100"/>
                  </a:lnTo>
                  <a:lnTo>
                    <a:pt x="68" y="110"/>
                  </a:lnTo>
                  <a:lnTo>
                    <a:pt x="68" y="120"/>
                  </a:lnTo>
                  <a:lnTo>
                    <a:pt x="71" y="129"/>
                  </a:lnTo>
                  <a:lnTo>
                    <a:pt x="73" y="137"/>
                  </a:lnTo>
                  <a:lnTo>
                    <a:pt x="78" y="145"/>
                  </a:lnTo>
                  <a:lnTo>
                    <a:pt x="84" y="151"/>
                  </a:lnTo>
                  <a:lnTo>
                    <a:pt x="92" y="157"/>
                  </a:lnTo>
                  <a:lnTo>
                    <a:pt x="100" y="161"/>
                  </a:lnTo>
                  <a:lnTo>
                    <a:pt x="100" y="161"/>
                  </a:lnTo>
                  <a:lnTo>
                    <a:pt x="108" y="162"/>
                  </a:lnTo>
                  <a:lnTo>
                    <a:pt x="115" y="163"/>
                  </a:lnTo>
                  <a:lnTo>
                    <a:pt x="115" y="213"/>
                  </a:lnTo>
                  <a:lnTo>
                    <a:pt x="115" y="213"/>
                  </a:lnTo>
                  <a:lnTo>
                    <a:pt x="100" y="212"/>
                  </a:lnTo>
                  <a:lnTo>
                    <a:pt x="84" y="208"/>
                  </a:lnTo>
                  <a:lnTo>
                    <a:pt x="79" y="226"/>
                  </a:lnTo>
                  <a:lnTo>
                    <a:pt x="79" y="226"/>
                  </a:lnTo>
                  <a:lnTo>
                    <a:pt x="68" y="221"/>
                  </a:lnTo>
                  <a:lnTo>
                    <a:pt x="58" y="216"/>
                  </a:lnTo>
                  <a:lnTo>
                    <a:pt x="48" y="210"/>
                  </a:lnTo>
                  <a:lnTo>
                    <a:pt x="40" y="203"/>
                  </a:lnTo>
                  <a:lnTo>
                    <a:pt x="52" y="189"/>
                  </a:lnTo>
                  <a:lnTo>
                    <a:pt x="52" y="189"/>
                  </a:lnTo>
                  <a:lnTo>
                    <a:pt x="45" y="183"/>
                  </a:lnTo>
                  <a:lnTo>
                    <a:pt x="38" y="176"/>
                  </a:lnTo>
                  <a:lnTo>
                    <a:pt x="34" y="168"/>
                  </a:lnTo>
                  <a:lnTo>
                    <a:pt x="29" y="160"/>
                  </a:lnTo>
                  <a:lnTo>
                    <a:pt x="29" y="16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8" name="Freeform 15"/>
            <p:cNvSpPr>
              <a:spLocks noEditPoints="1"/>
            </p:cNvSpPr>
            <p:nvPr/>
          </p:nvSpPr>
          <p:spPr bwMode="auto">
            <a:xfrm>
              <a:off x="3228955" y="2589225"/>
              <a:ext cx="190500" cy="190500"/>
            </a:xfrm>
            <a:custGeom>
              <a:avLst/>
              <a:gdLst/>
              <a:ahLst/>
              <a:cxnLst>
                <a:cxn ang="0">
                  <a:pos x="131" y="0"/>
                </a:cxn>
                <a:cxn ang="0">
                  <a:pos x="170" y="10"/>
                </a:cxn>
                <a:cxn ang="0">
                  <a:pos x="163" y="47"/>
                </a:cxn>
                <a:cxn ang="0">
                  <a:pos x="186" y="65"/>
                </a:cxn>
                <a:cxn ang="0">
                  <a:pos x="222" y="53"/>
                </a:cxn>
                <a:cxn ang="0">
                  <a:pos x="234" y="76"/>
                </a:cxn>
                <a:cxn ang="0">
                  <a:pos x="204" y="107"/>
                </a:cxn>
                <a:cxn ang="0">
                  <a:pos x="205" y="127"/>
                </a:cxn>
                <a:cxn ang="0">
                  <a:pos x="236" y="157"/>
                </a:cxn>
                <a:cxn ang="0">
                  <a:pos x="225" y="180"/>
                </a:cxn>
                <a:cxn ang="0">
                  <a:pos x="182" y="178"/>
                </a:cxn>
                <a:cxn ang="0">
                  <a:pos x="168" y="190"/>
                </a:cxn>
                <a:cxn ang="0">
                  <a:pos x="151" y="199"/>
                </a:cxn>
                <a:cxn ang="0">
                  <a:pos x="154" y="236"/>
                </a:cxn>
                <a:cxn ang="0">
                  <a:pos x="121" y="240"/>
                </a:cxn>
                <a:cxn ang="0">
                  <a:pos x="134" y="189"/>
                </a:cxn>
                <a:cxn ang="0">
                  <a:pos x="158" y="179"/>
                </a:cxn>
                <a:cxn ang="0">
                  <a:pos x="184" y="148"/>
                </a:cxn>
                <a:cxn ang="0">
                  <a:pos x="191" y="109"/>
                </a:cxn>
                <a:cxn ang="0">
                  <a:pos x="182" y="85"/>
                </a:cxn>
                <a:cxn ang="0">
                  <a:pos x="160" y="62"/>
                </a:cxn>
                <a:cxn ang="0">
                  <a:pos x="131" y="50"/>
                </a:cxn>
                <a:cxn ang="0">
                  <a:pos x="121" y="34"/>
                </a:cxn>
                <a:cxn ang="0">
                  <a:pos x="121" y="240"/>
                </a:cxn>
                <a:cxn ang="0">
                  <a:pos x="114" y="204"/>
                </a:cxn>
                <a:cxn ang="0">
                  <a:pos x="95" y="200"/>
                </a:cxn>
                <a:cxn ang="0">
                  <a:pos x="60" y="224"/>
                </a:cxn>
                <a:cxn ang="0">
                  <a:pos x="39" y="208"/>
                </a:cxn>
                <a:cxn ang="0">
                  <a:pos x="51" y="167"/>
                </a:cxn>
                <a:cxn ang="0">
                  <a:pos x="42" y="149"/>
                </a:cxn>
                <a:cxn ang="0">
                  <a:pos x="37" y="131"/>
                </a:cxn>
                <a:cxn ang="0">
                  <a:pos x="0" y="122"/>
                </a:cxn>
                <a:cxn ang="0">
                  <a:pos x="6" y="83"/>
                </a:cxn>
                <a:cxn ang="0">
                  <a:pos x="43" y="85"/>
                </a:cxn>
                <a:cxn ang="0">
                  <a:pos x="60" y="62"/>
                </a:cxn>
                <a:cxn ang="0">
                  <a:pos x="42" y="27"/>
                </a:cxn>
                <a:cxn ang="0">
                  <a:pos x="78" y="7"/>
                </a:cxn>
                <a:cxn ang="0">
                  <a:pos x="105" y="37"/>
                </a:cxn>
                <a:cxn ang="0">
                  <a:pos x="121" y="49"/>
                </a:cxn>
                <a:cxn ang="0">
                  <a:pos x="95" y="54"/>
                </a:cxn>
                <a:cxn ang="0">
                  <a:pos x="63" y="79"/>
                </a:cxn>
                <a:cxn ang="0">
                  <a:pos x="51" y="117"/>
                </a:cxn>
                <a:cxn ang="0">
                  <a:pos x="55" y="144"/>
                </a:cxn>
                <a:cxn ang="0">
                  <a:pos x="73" y="172"/>
                </a:cxn>
                <a:cxn ang="0">
                  <a:pos x="100" y="186"/>
                </a:cxn>
                <a:cxn ang="0">
                  <a:pos x="121" y="240"/>
                </a:cxn>
              </a:cxnLst>
              <a:rect l="0" t="0" r="r" b="b"/>
              <a:pathLst>
                <a:path w="240" h="240">
                  <a:moveTo>
                    <a:pt x="128" y="36"/>
                  </a:moveTo>
                  <a:lnTo>
                    <a:pt x="131" y="0"/>
                  </a:lnTo>
                  <a:lnTo>
                    <a:pt x="131" y="0"/>
                  </a:lnTo>
                  <a:lnTo>
                    <a:pt x="145" y="1"/>
                  </a:lnTo>
                  <a:lnTo>
                    <a:pt x="157" y="5"/>
                  </a:lnTo>
                  <a:lnTo>
                    <a:pt x="170" y="10"/>
                  </a:lnTo>
                  <a:lnTo>
                    <a:pt x="182" y="16"/>
                  </a:lnTo>
                  <a:lnTo>
                    <a:pt x="163" y="47"/>
                  </a:lnTo>
                  <a:lnTo>
                    <a:pt x="163" y="47"/>
                  </a:lnTo>
                  <a:lnTo>
                    <a:pt x="172" y="52"/>
                  </a:lnTo>
                  <a:lnTo>
                    <a:pt x="178" y="58"/>
                  </a:lnTo>
                  <a:lnTo>
                    <a:pt x="186" y="65"/>
                  </a:lnTo>
                  <a:lnTo>
                    <a:pt x="191" y="73"/>
                  </a:lnTo>
                  <a:lnTo>
                    <a:pt x="222" y="53"/>
                  </a:lnTo>
                  <a:lnTo>
                    <a:pt x="222" y="53"/>
                  </a:lnTo>
                  <a:lnTo>
                    <a:pt x="228" y="64"/>
                  </a:lnTo>
                  <a:lnTo>
                    <a:pt x="234" y="76"/>
                  </a:lnTo>
                  <a:lnTo>
                    <a:pt x="234" y="76"/>
                  </a:lnTo>
                  <a:lnTo>
                    <a:pt x="238" y="90"/>
                  </a:lnTo>
                  <a:lnTo>
                    <a:pt x="240" y="102"/>
                  </a:lnTo>
                  <a:lnTo>
                    <a:pt x="204" y="107"/>
                  </a:lnTo>
                  <a:lnTo>
                    <a:pt x="204" y="107"/>
                  </a:lnTo>
                  <a:lnTo>
                    <a:pt x="205" y="117"/>
                  </a:lnTo>
                  <a:lnTo>
                    <a:pt x="205" y="127"/>
                  </a:lnTo>
                  <a:lnTo>
                    <a:pt x="204" y="136"/>
                  </a:lnTo>
                  <a:lnTo>
                    <a:pt x="202" y="146"/>
                  </a:lnTo>
                  <a:lnTo>
                    <a:pt x="236" y="157"/>
                  </a:lnTo>
                  <a:lnTo>
                    <a:pt x="236" y="157"/>
                  </a:lnTo>
                  <a:lnTo>
                    <a:pt x="231" y="169"/>
                  </a:lnTo>
                  <a:lnTo>
                    <a:pt x="225" y="180"/>
                  </a:lnTo>
                  <a:lnTo>
                    <a:pt x="218" y="193"/>
                  </a:lnTo>
                  <a:lnTo>
                    <a:pt x="208" y="203"/>
                  </a:lnTo>
                  <a:lnTo>
                    <a:pt x="182" y="178"/>
                  </a:lnTo>
                  <a:lnTo>
                    <a:pt x="182" y="178"/>
                  </a:lnTo>
                  <a:lnTo>
                    <a:pt x="176" y="184"/>
                  </a:lnTo>
                  <a:lnTo>
                    <a:pt x="168" y="190"/>
                  </a:lnTo>
                  <a:lnTo>
                    <a:pt x="160" y="195"/>
                  </a:lnTo>
                  <a:lnTo>
                    <a:pt x="151" y="199"/>
                  </a:lnTo>
                  <a:lnTo>
                    <a:pt x="151" y="199"/>
                  </a:lnTo>
                  <a:lnTo>
                    <a:pt x="163" y="232"/>
                  </a:lnTo>
                  <a:lnTo>
                    <a:pt x="163" y="232"/>
                  </a:lnTo>
                  <a:lnTo>
                    <a:pt x="154" y="236"/>
                  </a:lnTo>
                  <a:lnTo>
                    <a:pt x="142" y="238"/>
                  </a:lnTo>
                  <a:lnTo>
                    <a:pt x="131" y="240"/>
                  </a:lnTo>
                  <a:lnTo>
                    <a:pt x="121" y="240"/>
                  </a:lnTo>
                  <a:lnTo>
                    <a:pt x="121" y="190"/>
                  </a:lnTo>
                  <a:lnTo>
                    <a:pt x="121" y="190"/>
                  </a:lnTo>
                  <a:lnTo>
                    <a:pt x="134" y="189"/>
                  </a:lnTo>
                  <a:lnTo>
                    <a:pt x="146" y="185"/>
                  </a:lnTo>
                  <a:lnTo>
                    <a:pt x="146" y="185"/>
                  </a:lnTo>
                  <a:lnTo>
                    <a:pt x="158" y="179"/>
                  </a:lnTo>
                  <a:lnTo>
                    <a:pt x="170" y="170"/>
                  </a:lnTo>
                  <a:lnTo>
                    <a:pt x="178" y="161"/>
                  </a:lnTo>
                  <a:lnTo>
                    <a:pt x="184" y="148"/>
                  </a:lnTo>
                  <a:lnTo>
                    <a:pt x="189" y="136"/>
                  </a:lnTo>
                  <a:lnTo>
                    <a:pt x="191" y="122"/>
                  </a:lnTo>
                  <a:lnTo>
                    <a:pt x="191" y="109"/>
                  </a:lnTo>
                  <a:lnTo>
                    <a:pt x="187" y="95"/>
                  </a:lnTo>
                  <a:lnTo>
                    <a:pt x="187" y="95"/>
                  </a:lnTo>
                  <a:lnTo>
                    <a:pt x="182" y="85"/>
                  </a:lnTo>
                  <a:lnTo>
                    <a:pt x="176" y="75"/>
                  </a:lnTo>
                  <a:lnTo>
                    <a:pt x="168" y="68"/>
                  </a:lnTo>
                  <a:lnTo>
                    <a:pt x="160" y="62"/>
                  </a:lnTo>
                  <a:lnTo>
                    <a:pt x="151" y="57"/>
                  </a:lnTo>
                  <a:lnTo>
                    <a:pt x="141" y="53"/>
                  </a:lnTo>
                  <a:lnTo>
                    <a:pt x="131" y="50"/>
                  </a:lnTo>
                  <a:lnTo>
                    <a:pt x="121" y="49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8" y="36"/>
                  </a:lnTo>
                  <a:lnTo>
                    <a:pt x="128" y="36"/>
                  </a:lnTo>
                  <a:close/>
                  <a:moveTo>
                    <a:pt x="121" y="240"/>
                  </a:moveTo>
                  <a:lnTo>
                    <a:pt x="121" y="240"/>
                  </a:lnTo>
                  <a:lnTo>
                    <a:pt x="110" y="240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04" y="203"/>
                  </a:lnTo>
                  <a:lnTo>
                    <a:pt x="95" y="200"/>
                  </a:lnTo>
                  <a:lnTo>
                    <a:pt x="87" y="196"/>
                  </a:lnTo>
                  <a:lnTo>
                    <a:pt x="78" y="193"/>
                  </a:lnTo>
                  <a:lnTo>
                    <a:pt x="60" y="224"/>
                  </a:lnTo>
                  <a:lnTo>
                    <a:pt x="60" y="224"/>
                  </a:lnTo>
                  <a:lnTo>
                    <a:pt x="48" y="216"/>
                  </a:lnTo>
                  <a:lnTo>
                    <a:pt x="39" y="208"/>
                  </a:lnTo>
                  <a:lnTo>
                    <a:pt x="29" y="198"/>
                  </a:lnTo>
                  <a:lnTo>
                    <a:pt x="20" y="186"/>
                  </a:lnTo>
                  <a:lnTo>
                    <a:pt x="51" y="167"/>
                  </a:lnTo>
                  <a:lnTo>
                    <a:pt x="51" y="167"/>
                  </a:lnTo>
                  <a:lnTo>
                    <a:pt x="46" y="158"/>
                  </a:lnTo>
                  <a:lnTo>
                    <a:pt x="42" y="149"/>
                  </a:lnTo>
                  <a:lnTo>
                    <a:pt x="42" y="149"/>
                  </a:lnTo>
                  <a:lnTo>
                    <a:pt x="39" y="141"/>
                  </a:lnTo>
                  <a:lnTo>
                    <a:pt x="37" y="131"/>
                  </a:lnTo>
                  <a:lnTo>
                    <a:pt x="1" y="137"/>
                  </a:lnTo>
                  <a:lnTo>
                    <a:pt x="1" y="137"/>
                  </a:lnTo>
                  <a:lnTo>
                    <a:pt x="0" y="122"/>
                  </a:lnTo>
                  <a:lnTo>
                    <a:pt x="0" y="109"/>
                  </a:lnTo>
                  <a:lnTo>
                    <a:pt x="3" y="96"/>
                  </a:lnTo>
                  <a:lnTo>
                    <a:pt x="6" y="83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43" y="85"/>
                  </a:lnTo>
                  <a:lnTo>
                    <a:pt x="48" y="76"/>
                  </a:lnTo>
                  <a:lnTo>
                    <a:pt x="53" y="69"/>
                  </a:lnTo>
                  <a:lnTo>
                    <a:pt x="60" y="62"/>
                  </a:lnTo>
                  <a:lnTo>
                    <a:pt x="34" y="37"/>
                  </a:lnTo>
                  <a:lnTo>
                    <a:pt x="34" y="37"/>
                  </a:lnTo>
                  <a:lnTo>
                    <a:pt x="42" y="27"/>
                  </a:lnTo>
                  <a:lnTo>
                    <a:pt x="53" y="20"/>
                  </a:lnTo>
                  <a:lnTo>
                    <a:pt x="64" y="12"/>
                  </a:lnTo>
                  <a:lnTo>
                    <a:pt x="78" y="7"/>
                  </a:lnTo>
                  <a:lnTo>
                    <a:pt x="90" y="41"/>
                  </a:lnTo>
                  <a:lnTo>
                    <a:pt x="90" y="41"/>
                  </a:lnTo>
                  <a:lnTo>
                    <a:pt x="105" y="37"/>
                  </a:lnTo>
                  <a:lnTo>
                    <a:pt x="121" y="34"/>
                  </a:lnTo>
                  <a:lnTo>
                    <a:pt x="121" y="49"/>
                  </a:lnTo>
                  <a:lnTo>
                    <a:pt x="121" y="49"/>
                  </a:lnTo>
                  <a:lnTo>
                    <a:pt x="108" y="50"/>
                  </a:lnTo>
                  <a:lnTo>
                    <a:pt x="95" y="54"/>
                  </a:lnTo>
                  <a:lnTo>
                    <a:pt x="95" y="54"/>
                  </a:lnTo>
                  <a:lnTo>
                    <a:pt x="83" y="60"/>
                  </a:lnTo>
                  <a:lnTo>
                    <a:pt x="72" y="69"/>
                  </a:lnTo>
                  <a:lnTo>
                    <a:pt x="63" y="79"/>
                  </a:lnTo>
                  <a:lnTo>
                    <a:pt x="57" y="91"/>
                  </a:lnTo>
                  <a:lnTo>
                    <a:pt x="52" y="104"/>
                  </a:lnTo>
                  <a:lnTo>
                    <a:pt x="51" y="117"/>
                  </a:lnTo>
                  <a:lnTo>
                    <a:pt x="51" y="131"/>
                  </a:lnTo>
                  <a:lnTo>
                    <a:pt x="55" y="144"/>
                  </a:lnTo>
                  <a:lnTo>
                    <a:pt x="55" y="144"/>
                  </a:lnTo>
                  <a:lnTo>
                    <a:pt x="60" y="154"/>
                  </a:lnTo>
                  <a:lnTo>
                    <a:pt x="66" y="163"/>
                  </a:lnTo>
                  <a:lnTo>
                    <a:pt x="73" y="172"/>
                  </a:lnTo>
                  <a:lnTo>
                    <a:pt x="82" y="178"/>
                  </a:lnTo>
                  <a:lnTo>
                    <a:pt x="90" y="183"/>
                  </a:lnTo>
                  <a:lnTo>
                    <a:pt x="100" y="186"/>
                  </a:lnTo>
                  <a:lnTo>
                    <a:pt x="110" y="189"/>
                  </a:lnTo>
                  <a:lnTo>
                    <a:pt x="121" y="190"/>
                  </a:lnTo>
                  <a:lnTo>
                    <a:pt x="121" y="24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6" name="Rectangle 35"/>
          <p:cNvSpPr/>
          <p:nvPr/>
        </p:nvSpPr>
        <p:spPr>
          <a:xfrm>
            <a:off x="5502592" y="2073593"/>
            <a:ext cx="1496378" cy="27193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b="1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502592" y="2413636"/>
            <a:ext cx="1496378" cy="2185214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ts val="1500"/>
              </a:lnSpc>
            </a:pPr>
            <a:r>
              <a:rPr lang="zh-CN" altLang="en-US" sz="1000" dirty="0"/>
              <a:t>事实上，几十年来，很多公司一直在基于存储在关系数据库中的交易数据做出业务决策。 大数据挖掘提供了超越关系数据库的契机，可以依靠较少结构化的数据挖掘有用信息，比如：</a:t>
            </a:r>
            <a:r>
              <a:rPr lang="en-US" altLang="zh-CN" sz="1000" dirty="0"/>
              <a:t>weblogs</a:t>
            </a:r>
            <a:r>
              <a:rPr lang="zh-CN" altLang="en-US" sz="1000" dirty="0"/>
              <a:t>，社交媒体，电子邮件，传感器，图像等。</a:t>
            </a:r>
            <a:endParaRPr lang="zh-CN" altLang="en-US" sz="1000" kern="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1" name="Group 52"/>
          <p:cNvGrpSpPr/>
          <p:nvPr/>
        </p:nvGrpSpPr>
        <p:grpSpPr>
          <a:xfrm>
            <a:off x="5965984" y="1613059"/>
            <a:ext cx="417195" cy="328613"/>
            <a:chOff x="1058564" y="1781841"/>
            <a:chExt cx="649993" cy="512092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54" name="Freeform 31"/>
            <p:cNvSpPr/>
            <p:nvPr/>
          </p:nvSpPr>
          <p:spPr bwMode="auto">
            <a:xfrm>
              <a:off x="1058564" y="1823776"/>
              <a:ext cx="457253" cy="470157"/>
            </a:xfrm>
            <a:custGeom>
              <a:avLst/>
              <a:gdLst>
                <a:gd name="T0" fmla="*/ 191 w 240"/>
                <a:gd name="T1" fmla="*/ 0 h 247"/>
                <a:gd name="T2" fmla="*/ 49 w 240"/>
                <a:gd name="T3" fmla="*/ 0 h 247"/>
                <a:gd name="T4" fmla="*/ 0 w 240"/>
                <a:gd name="T5" fmla="*/ 49 h 247"/>
                <a:gd name="T6" fmla="*/ 0 w 240"/>
                <a:gd name="T7" fmla="*/ 129 h 247"/>
                <a:gd name="T8" fmla="*/ 49 w 240"/>
                <a:gd name="T9" fmla="*/ 178 h 247"/>
                <a:gd name="T10" fmla="*/ 57 w 240"/>
                <a:gd name="T11" fmla="*/ 178 h 247"/>
                <a:gd name="T12" fmla="*/ 32 w 240"/>
                <a:gd name="T13" fmla="*/ 245 h 247"/>
                <a:gd name="T14" fmla="*/ 121 w 240"/>
                <a:gd name="T15" fmla="*/ 178 h 247"/>
                <a:gd name="T16" fmla="*/ 191 w 240"/>
                <a:gd name="T17" fmla="*/ 178 h 247"/>
                <a:gd name="T18" fmla="*/ 240 w 240"/>
                <a:gd name="T19" fmla="*/ 129 h 247"/>
                <a:gd name="T20" fmla="*/ 240 w 240"/>
                <a:gd name="T21" fmla="*/ 49 h 247"/>
                <a:gd name="T22" fmla="*/ 191 w 240"/>
                <a:gd name="T23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0" h="247">
                  <a:moveTo>
                    <a:pt x="191" y="0"/>
                  </a:moveTo>
                  <a:cubicBezTo>
                    <a:pt x="49" y="0"/>
                    <a:pt x="49" y="0"/>
                    <a:pt x="49" y="0"/>
                  </a:cubicBezTo>
                  <a:cubicBezTo>
                    <a:pt x="22" y="0"/>
                    <a:pt x="0" y="22"/>
                    <a:pt x="0" y="49"/>
                  </a:cubicBezTo>
                  <a:cubicBezTo>
                    <a:pt x="0" y="129"/>
                    <a:pt x="0" y="129"/>
                    <a:pt x="0" y="129"/>
                  </a:cubicBezTo>
                  <a:cubicBezTo>
                    <a:pt x="0" y="156"/>
                    <a:pt x="22" y="178"/>
                    <a:pt x="49" y="178"/>
                  </a:cubicBezTo>
                  <a:cubicBezTo>
                    <a:pt x="57" y="178"/>
                    <a:pt x="57" y="178"/>
                    <a:pt x="57" y="178"/>
                  </a:cubicBezTo>
                  <a:cubicBezTo>
                    <a:pt x="49" y="198"/>
                    <a:pt x="31" y="247"/>
                    <a:pt x="32" y="245"/>
                  </a:cubicBezTo>
                  <a:cubicBezTo>
                    <a:pt x="32" y="244"/>
                    <a:pt x="97" y="196"/>
                    <a:pt x="121" y="178"/>
                  </a:cubicBezTo>
                  <a:cubicBezTo>
                    <a:pt x="191" y="178"/>
                    <a:pt x="191" y="178"/>
                    <a:pt x="191" y="178"/>
                  </a:cubicBezTo>
                  <a:cubicBezTo>
                    <a:pt x="218" y="178"/>
                    <a:pt x="240" y="156"/>
                    <a:pt x="240" y="129"/>
                  </a:cubicBezTo>
                  <a:cubicBezTo>
                    <a:pt x="240" y="49"/>
                    <a:pt x="240" y="49"/>
                    <a:pt x="240" y="49"/>
                  </a:cubicBezTo>
                  <a:cubicBezTo>
                    <a:pt x="240" y="22"/>
                    <a:pt x="21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5" name="Freeform 32"/>
            <p:cNvSpPr/>
            <p:nvPr/>
          </p:nvSpPr>
          <p:spPr bwMode="auto">
            <a:xfrm>
              <a:off x="1378722" y="1781841"/>
              <a:ext cx="329835" cy="384674"/>
            </a:xfrm>
            <a:custGeom>
              <a:avLst/>
              <a:gdLst>
                <a:gd name="T0" fmla="*/ 133 w 173"/>
                <a:gd name="T1" fmla="*/ 0 h 202"/>
                <a:gd name="T2" fmla="*/ 18 w 173"/>
                <a:gd name="T3" fmla="*/ 0 h 202"/>
                <a:gd name="T4" fmla="*/ 0 w 173"/>
                <a:gd name="T5" fmla="*/ 5 h 202"/>
                <a:gd name="T6" fmla="*/ 33 w 173"/>
                <a:gd name="T7" fmla="*/ 5 h 202"/>
                <a:gd name="T8" fmla="*/ 89 w 173"/>
                <a:gd name="T9" fmla="*/ 61 h 202"/>
                <a:gd name="T10" fmla="*/ 89 w 173"/>
                <a:gd name="T11" fmla="*/ 151 h 202"/>
                <a:gd name="T12" fmla="*/ 89 w 173"/>
                <a:gd name="T13" fmla="*/ 156 h 202"/>
                <a:gd name="T14" fmla="*/ 148 w 173"/>
                <a:gd name="T15" fmla="*/ 201 h 202"/>
                <a:gd name="T16" fmla="*/ 127 w 173"/>
                <a:gd name="T17" fmla="*/ 145 h 202"/>
                <a:gd name="T18" fmla="*/ 133 w 173"/>
                <a:gd name="T19" fmla="*/ 145 h 202"/>
                <a:gd name="T20" fmla="*/ 173 w 173"/>
                <a:gd name="T21" fmla="*/ 105 h 202"/>
                <a:gd name="T22" fmla="*/ 173 w 173"/>
                <a:gd name="T23" fmla="*/ 41 h 202"/>
                <a:gd name="T24" fmla="*/ 133 w 173"/>
                <a:gd name="T25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202">
                  <a:moveTo>
                    <a:pt x="133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11" y="0"/>
                    <a:pt x="5" y="2"/>
                    <a:pt x="0" y="5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64" y="5"/>
                    <a:pt x="89" y="30"/>
                    <a:pt x="89" y="61"/>
                  </a:cubicBezTo>
                  <a:cubicBezTo>
                    <a:pt x="89" y="151"/>
                    <a:pt x="89" y="151"/>
                    <a:pt x="89" y="151"/>
                  </a:cubicBezTo>
                  <a:cubicBezTo>
                    <a:pt x="89" y="153"/>
                    <a:pt x="89" y="154"/>
                    <a:pt x="89" y="156"/>
                  </a:cubicBezTo>
                  <a:cubicBezTo>
                    <a:pt x="113" y="174"/>
                    <a:pt x="148" y="200"/>
                    <a:pt x="148" y="201"/>
                  </a:cubicBezTo>
                  <a:cubicBezTo>
                    <a:pt x="148" y="202"/>
                    <a:pt x="133" y="162"/>
                    <a:pt x="127" y="145"/>
                  </a:cubicBezTo>
                  <a:cubicBezTo>
                    <a:pt x="133" y="145"/>
                    <a:pt x="133" y="145"/>
                    <a:pt x="133" y="145"/>
                  </a:cubicBezTo>
                  <a:cubicBezTo>
                    <a:pt x="155" y="145"/>
                    <a:pt x="173" y="127"/>
                    <a:pt x="173" y="105"/>
                  </a:cubicBezTo>
                  <a:cubicBezTo>
                    <a:pt x="173" y="41"/>
                    <a:pt x="173" y="41"/>
                    <a:pt x="173" y="41"/>
                  </a:cubicBezTo>
                  <a:cubicBezTo>
                    <a:pt x="173" y="18"/>
                    <a:pt x="155" y="0"/>
                    <a:pt x="13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8" name="Rectangle 37"/>
          <p:cNvSpPr/>
          <p:nvPr/>
        </p:nvSpPr>
        <p:spPr>
          <a:xfrm>
            <a:off x="7067074" y="1733550"/>
            <a:ext cx="1496378" cy="27193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b="1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067074" y="2073593"/>
            <a:ext cx="1496378" cy="180049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ts val="1500"/>
              </a:lnSpc>
            </a:pPr>
            <a:r>
              <a:rPr lang="zh-CN" altLang="en-US" sz="1000" dirty="0"/>
              <a:t>主要的高新科技企业，例如</a:t>
            </a:r>
            <a:r>
              <a:rPr lang="en-US" altLang="zh-CN" sz="1000" dirty="0"/>
              <a:t>IBM</a:t>
            </a:r>
            <a:r>
              <a:rPr lang="zh-CN" altLang="en-US" sz="1000" dirty="0"/>
              <a:t>，</a:t>
            </a:r>
            <a:r>
              <a:rPr lang="en-US" altLang="zh-CN" sz="1000" dirty="0"/>
              <a:t>Oracle</a:t>
            </a:r>
            <a:r>
              <a:rPr lang="zh-CN" altLang="en-US" sz="1000" dirty="0"/>
              <a:t>，</a:t>
            </a:r>
            <a:r>
              <a:rPr lang="en-US" altLang="zh-CN" sz="1000" dirty="0"/>
              <a:t>Teradata</a:t>
            </a:r>
            <a:r>
              <a:rPr lang="zh-CN" altLang="en-US" sz="1000" dirty="0"/>
              <a:t>等都拥有自己的产品，来帮助客户获取和组织这些不同的数据源，并与客户现有数据进行协调去发现新的见解和利用隐藏的关系。 </a:t>
            </a:r>
            <a:endParaRPr lang="zh-CN" altLang="en-US" sz="1000" kern="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" name="Freeform 15"/>
          <p:cNvSpPr>
            <a:spLocks noEditPoints="1"/>
          </p:cNvSpPr>
          <p:nvPr/>
        </p:nvSpPr>
        <p:spPr bwMode="auto">
          <a:xfrm>
            <a:off x="7518559" y="1273016"/>
            <a:ext cx="323374" cy="322898"/>
          </a:xfrm>
          <a:custGeom>
            <a:avLst/>
            <a:gdLst>
              <a:gd name="T0" fmla="*/ 183 w 371"/>
              <a:gd name="T1" fmla="*/ 1 h 370"/>
              <a:gd name="T2" fmla="*/ 2 w 371"/>
              <a:gd name="T3" fmla="*/ 187 h 370"/>
              <a:gd name="T4" fmla="*/ 188 w 371"/>
              <a:gd name="T5" fmla="*/ 369 h 370"/>
              <a:gd name="T6" fmla="*/ 370 w 371"/>
              <a:gd name="T7" fmla="*/ 182 h 370"/>
              <a:gd name="T8" fmla="*/ 183 w 371"/>
              <a:gd name="T9" fmla="*/ 1 h 370"/>
              <a:gd name="T10" fmla="*/ 184 w 371"/>
              <a:gd name="T11" fmla="*/ 25 h 370"/>
              <a:gd name="T12" fmla="*/ 260 w 371"/>
              <a:gd name="T13" fmla="*/ 43 h 370"/>
              <a:gd name="T14" fmla="*/ 235 w 371"/>
              <a:gd name="T15" fmla="*/ 84 h 370"/>
              <a:gd name="T16" fmla="*/ 186 w 371"/>
              <a:gd name="T17" fmla="*/ 73 h 370"/>
              <a:gd name="T18" fmla="*/ 137 w 371"/>
              <a:gd name="T19" fmla="*/ 84 h 370"/>
              <a:gd name="T20" fmla="*/ 112 w 371"/>
              <a:gd name="T21" fmla="*/ 43 h 370"/>
              <a:gd name="T22" fmla="*/ 184 w 371"/>
              <a:gd name="T23" fmla="*/ 25 h 370"/>
              <a:gd name="T24" fmla="*/ 85 w 371"/>
              <a:gd name="T25" fmla="*/ 234 h 370"/>
              <a:gd name="T26" fmla="*/ 44 w 371"/>
              <a:gd name="T27" fmla="*/ 259 h 370"/>
              <a:gd name="T28" fmla="*/ 26 w 371"/>
              <a:gd name="T29" fmla="*/ 187 h 370"/>
              <a:gd name="T30" fmla="*/ 44 w 371"/>
              <a:gd name="T31" fmla="*/ 111 h 370"/>
              <a:gd name="T32" fmla="*/ 85 w 371"/>
              <a:gd name="T33" fmla="*/ 136 h 370"/>
              <a:gd name="T34" fmla="*/ 74 w 371"/>
              <a:gd name="T35" fmla="*/ 185 h 370"/>
              <a:gd name="T36" fmla="*/ 85 w 371"/>
              <a:gd name="T37" fmla="*/ 234 h 370"/>
              <a:gd name="T38" fmla="*/ 188 w 371"/>
              <a:gd name="T39" fmla="*/ 345 h 370"/>
              <a:gd name="T40" fmla="*/ 112 w 371"/>
              <a:gd name="T41" fmla="*/ 327 h 370"/>
              <a:gd name="T42" fmla="*/ 137 w 371"/>
              <a:gd name="T43" fmla="*/ 286 h 370"/>
              <a:gd name="T44" fmla="*/ 186 w 371"/>
              <a:gd name="T45" fmla="*/ 297 h 370"/>
              <a:gd name="T46" fmla="*/ 235 w 371"/>
              <a:gd name="T47" fmla="*/ 286 h 370"/>
              <a:gd name="T48" fmla="*/ 260 w 371"/>
              <a:gd name="T49" fmla="*/ 327 h 370"/>
              <a:gd name="T50" fmla="*/ 188 w 371"/>
              <a:gd name="T51" fmla="*/ 345 h 370"/>
              <a:gd name="T52" fmla="*/ 186 w 371"/>
              <a:gd name="T53" fmla="*/ 273 h 370"/>
              <a:gd name="T54" fmla="*/ 98 w 371"/>
              <a:gd name="T55" fmla="*/ 185 h 370"/>
              <a:gd name="T56" fmla="*/ 186 w 371"/>
              <a:gd name="T57" fmla="*/ 97 h 370"/>
              <a:gd name="T58" fmla="*/ 274 w 371"/>
              <a:gd name="T59" fmla="*/ 185 h 370"/>
              <a:gd name="T60" fmla="*/ 186 w 371"/>
              <a:gd name="T61" fmla="*/ 273 h 370"/>
              <a:gd name="T62" fmla="*/ 286 w 371"/>
              <a:gd name="T63" fmla="*/ 234 h 370"/>
              <a:gd name="T64" fmla="*/ 298 w 371"/>
              <a:gd name="T65" fmla="*/ 185 h 370"/>
              <a:gd name="T66" fmla="*/ 286 w 371"/>
              <a:gd name="T67" fmla="*/ 136 h 370"/>
              <a:gd name="T68" fmla="*/ 328 w 371"/>
              <a:gd name="T69" fmla="*/ 111 h 370"/>
              <a:gd name="T70" fmla="*/ 346 w 371"/>
              <a:gd name="T71" fmla="*/ 183 h 370"/>
              <a:gd name="T72" fmla="*/ 328 w 371"/>
              <a:gd name="T73" fmla="*/ 259 h 370"/>
              <a:gd name="T74" fmla="*/ 286 w 371"/>
              <a:gd name="T75" fmla="*/ 234 h 3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371" h="370">
                <a:moveTo>
                  <a:pt x="183" y="1"/>
                </a:moveTo>
                <a:cubicBezTo>
                  <a:pt x="82" y="2"/>
                  <a:pt x="0" y="86"/>
                  <a:pt x="2" y="187"/>
                </a:cubicBezTo>
                <a:cubicBezTo>
                  <a:pt x="3" y="289"/>
                  <a:pt x="87" y="370"/>
                  <a:pt x="188" y="369"/>
                </a:cubicBezTo>
                <a:cubicBezTo>
                  <a:pt x="290" y="368"/>
                  <a:pt x="371" y="284"/>
                  <a:pt x="370" y="182"/>
                </a:cubicBezTo>
                <a:cubicBezTo>
                  <a:pt x="368" y="81"/>
                  <a:pt x="285" y="0"/>
                  <a:pt x="183" y="1"/>
                </a:cubicBezTo>
                <a:close/>
                <a:moveTo>
                  <a:pt x="184" y="25"/>
                </a:moveTo>
                <a:cubicBezTo>
                  <a:pt x="211" y="25"/>
                  <a:pt x="237" y="31"/>
                  <a:pt x="260" y="43"/>
                </a:cubicBezTo>
                <a:cubicBezTo>
                  <a:pt x="235" y="84"/>
                  <a:pt x="235" y="84"/>
                  <a:pt x="235" y="84"/>
                </a:cubicBezTo>
                <a:cubicBezTo>
                  <a:pt x="220" y="77"/>
                  <a:pt x="203" y="73"/>
                  <a:pt x="186" y="73"/>
                </a:cubicBezTo>
                <a:cubicBezTo>
                  <a:pt x="168" y="73"/>
                  <a:pt x="151" y="77"/>
                  <a:pt x="137" y="84"/>
                </a:cubicBezTo>
                <a:cubicBezTo>
                  <a:pt x="112" y="43"/>
                  <a:pt x="112" y="43"/>
                  <a:pt x="112" y="43"/>
                </a:cubicBezTo>
                <a:cubicBezTo>
                  <a:pt x="133" y="32"/>
                  <a:pt x="158" y="25"/>
                  <a:pt x="184" y="25"/>
                </a:cubicBezTo>
                <a:close/>
                <a:moveTo>
                  <a:pt x="85" y="234"/>
                </a:moveTo>
                <a:cubicBezTo>
                  <a:pt x="44" y="259"/>
                  <a:pt x="44" y="259"/>
                  <a:pt x="44" y="259"/>
                </a:cubicBezTo>
                <a:cubicBezTo>
                  <a:pt x="33" y="237"/>
                  <a:pt x="26" y="213"/>
                  <a:pt x="26" y="187"/>
                </a:cubicBezTo>
                <a:cubicBezTo>
                  <a:pt x="25" y="160"/>
                  <a:pt x="32" y="134"/>
                  <a:pt x="44" y="111"/>
                </a:cubicBezTo>
                <a:cubicBezTo>
                  <a:pt x="85" y="136"/>
                  <a:pt x="85" y="136"/>
                  <a:pt x="85" y="136"/>
                </a:cubicBezTo>
                <a:cubicBezTo>
                  <a:pt x="78" y="151"/>
                  <a:pt x="74" y="167"/>
                  <a:pt x="74" y="185"/>
                </a:cubicBezTo>
                <a:cubicBezTo>
                  <a:pt x="74" y="203"/>
                  <a:pt x="78" y="219"/>
                  <a:pt x="85" y="234"/>
                </a:cubicBezTo>
                <a:close/>
                <a:moveTo>
                  <a:pt x="188" y="345"/>
                </a:moveTo>
                <a:cubicBezTo>
                  <a:pt x="161" y="345"/>
                  <a:pt x="135" y="339"/>
                  <a:pt x="112" y="327"/>
                </a:cubicBezTo>
                <a:cubicBezTo>
                  <a:pt x="137" y="286"/>
                  <a:pt x="137" y="286"/>
                  <a:pt x="137" y="286"/>
                </a:cubicBezTo>
                <a:cubicBezTo>
                  <a:pt x="151" y="293"/>
                  <a:pt x="168" y="297"/>
                  <a:pt x="186" y="297"/>
                </a:cubicBezTo>
                <a:cubicBezTo>
                  <a:pt x="203" y="297"/>
                  <a:pt x="220" y="293"/>
                  <a:pt x="235" y="286"/>
                </a:cubicBezTo>
                <a:cubicBezTo>
                  <a:pt x="260" y="327"/>
                  <a:pt x="260" y="327"/>
                  <a:pt x="260" y="327"/>
                </a:cubicBezTo>
                <a:cubicBezTo>
                  <a:pt x="238" y="338"/>
                  <a:pt x="214" y="345"/>
                  <a:pt x="188" y="345"/>
                </a:cubicBezTo>
                <a:close/>
                <a:moveTo>
                  <a:pt x="186" y="273"/>
                </a:moveTo>
                <a:cubicBezTo>
                  <a:pt x="137" y="273"/>
                  <a:pt x="98" y="233"/>
                  <a:pt x="98" y="185"/>
                </a:cubicBezTo>
                <a:cubicBezTo>
                  <a:pt x="98" y="136"/>
                  <a:pt x="137" y="97"/>
                  <a:pt x="186" y="97"/>
                </a:cubicBezTo>
                <a:cubicBezTo>
                  <a:pt x="234" y="97"/>
                  <a:pt x="274" y="136"/>
                  <a:pt x="274" y="185"/>
                </a:cubicBezTo>
                <a:cubicBezTo>
                  <a:pt x="274" y="233"/>
                  <a:pt x="234" y="273"/>
                  <a:pt x="186" y="273"/>
                </a:cubicBezTo>
                <a:close/>
                <a:moveTo>
                  <a:pt x="286" y="234"/>
                </a:moveTo>
                <a:cubicBezTo>
                  <a:pt x="294" y="219"/>
                  <a:pt x="298" y="203"/>
                  <a:pt x="298" y="185"/>
                </a:cubicBezTo>
                <a:cubicBezTo>
                  <a:pt x="298" y="167"/>
                  <a:pt x="294" y="151"/>
                  <a:pt x="286" y="136"/>
                </a:cubicBezTo>
                <a:cubicBezTo>
                  <a:pt x="328" y="111"/>
                  <a:pt x="328" y="111"/>
                  <a:pt x="328" y="111"/>
                </a:cubicBezTo>
                <a:cubicBezTo>
                  <a:pt x="339" y="133"/>
                  <a:pt x="345" y="157"/>
                  <a:pt x="346" y="183"/>
                </a:cubicBezTo>
                <a:cubicBezTo>
                  <a:pt x="346" y="210"/>
                  <a:pt x="340" y="236"/>
                  <a:pt x="328" y="259"/>
                </a:cubicBezTo>
                <a:lnTo>
                  <a:pt x="286" y="23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" name="文本框 15"/>
          <p:cNvSpPr txBox="1"/>
          <p:nvPr/>
        </p:nvSpPr>
        <p:spPr>
          <a:xfrm>
            <a:off x="709386" y="309785"/>
            <a:ext cx="3395475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nl-NL" altLang="zh-CN" sz="1800" dirty="0"/>
              <a:t> Big Data </a:t>
            </a:r>
            <a:r>
              <a:rPr lang="nl-NL" altLang="zh-CN" sz="1800" dirty="0" err="1"/>
              <a:t>Mining</a:t>
            </a:r>
            <a:r>
              <a:rPr lang="nl-NL" altLang="zh-CN" sz="1800" dirty="0"/>
              <a:t> Platform</a:t>
            </a:r>
            <a:endParaRPr lang="zh-CN" altLang="en-US" sz="17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14:flip dir="r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0"/>
                            </p:stCondLst>
                            <p:childTnLst>
                              <p:par>
                                <p:cTn id="4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500"/>
                            </p:stCondLst>
                            <p:childTnLst>
                              <p:par>
                                <p:cTn id="4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7000"/>
                            </p:stCondLst>
                            <p:childTnLst>
                              <p:par>
                                <p:cTn id="5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500"/>
                            </p:stCondLst>
                            <p:childTnLst>
                              <p:par>
                                <p:cTn id="6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8000"/>
                            </p:stCondLst>
                            <p:childTnLst>
                              <p:par>
                                <p:cTn id="7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9000"/>
                            </p:stCondLst>
                            <p:childTnLst>
                              <p:par>
                                <p:cTn id="7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500"/>
                            </p:stCondLst>
                            <p:childTnLst>
                              <p:par>
                                <p:cTn id="8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0"/>
                            </p:stCondLst>
                            <p:childTnLst>
                              <p:par>
                                <p:cTn id="8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000"/>
                            </p:stCondLst>
                            <p:childTnLst>
                              <p:par>
                                <p:cTn id="9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1" grpId="0"/>
      <p:bldP spid="27" grpId="0" animBg="1"/>
      <p:bldP spid="30" grpId="0"/>
      <p:bldP spid="35" grpId="0" animBg="1"/>
      <p:bldP spid="33" grpId="0"/>
      <p:bldP spid="36" grpId="0" animBg="1"/>
      <p:bldP spid="34" grpId="0"/>
      <p:bldP spid="38" grpId="0" animBg="1"/>
      <p:bldP spid="37" grpId="0"/>
      <p:bldP spid="52" grpId="0" animBg="1"/>
      <p:bldP spid="5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466499" y="2384456"/>
            <a:ext cx="4272439" cy="108491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defRPr/>
            </a:pPr>
            <a:r>
              <a:rPr lang="en-US" altLang="zh-CN" sz="6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THANKS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-2089642" y="-2056295"/>
            <a:ext cx="4342716" cy="4321430"/>
            <a:chOff x="6940262" y="3251983"/>
            <a:chExt cx="971550" cy="966788"/>
          </a:xfrm>
        </p:grpSpPr>
        <p:sp>
          <p:nvSpPr>
            <p:cNvPr id="12" name="Freeform 5"/>
            <p:cNvSpPr>
              <a:spLocks/>
            </p:cNvSpPr>
            <p:nvPr/>
          </p:nvSpPr>
          <p:spPr bwMode="auto">
            <a:xfrm>
              <a:off x="6959312" y="3251983"/>
              <a:ext cx="928688" cy="966788"/>
            </a:xfrm>
            <a:custGeom>
              <a:avLst/>
              <a:gdLst>
                <a:gd name="T0" fmla="*/ 121 w 245"/>
                <a:gd name="T1" fmla="*/ 0 h 255"/>
                <a:gd name="T2" fmla="*/ 158 w 245"/>
                <a:gd name="T3" fmla="*/ 61 h 255"/>
                <a:gd name="T4" fmla="*/ 234 w 245"/>
                <a:gd name="T5" fmla="*/ 65 h 255"/>
                <a:gd name="T6" fmla="*/ 198 w 245"/>
                <a:gd name="T7" fmla="*/ 128 h 255"/>
                <a:gd name="T8" fmla="*/ 233 w 245"/>
                <a:gd name="T9" fmla="*/ 191 h 255"/>
                <a:gd name="T10" fmla="*/ 160 w 245"/>
                <a:gd name="T11" fmla="*/ 193 h 255"/>
                <a:gd name="T12" fmla="*/ 122 w 245"/>
                <a:gd name="T13" fmla="*/ 255 h 255"/>
                <a:gd name="T14" fmla="*/ 87 w 245"/>
                <a:gd name="T15" fmla="*/ 193 h 255"/>
                <a:gd name="T16" fmla="*/ 11 w 245"/>
                <a:gd name="T17" fmla="*/ 190 h 255"/>
                <a:gd name="T18" fmla="*/ 47 w 245"/>
                <a:gd name="T19" fmla="*/ 125 h 255"/>
                <a:gd name="T20" fmla="*/ 11 w 245"/>
                <a:gd name="T21" fmla="*/ 65 h 255"/>
                <a:gd name="T22" fmla="*/ 86 w 245"/>
                <a:gd name="T23" fmla="*/ 62 h 255"/>
                <a:gd name="T24" fmla="*/ 121 w 245"/>
                <a:gd name="T25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5" h="255">
                  <a:moveTo>
                    <a:pt x="121" y="0"/>
                  </a:moveTo>
                  <a:cubicBezTo>
                    <a:pt x="142" y="0"/>
                    <a:pt x="147" y="55"/>
                    <a:pt x="158" y="61"/>
                  </a:cubicBezTo>
                  <a:cubicBezTo>
                    <a:pt x="170" y="67"/>
                    <a:pt x="222" y="43"/>
                    <a:pt x="234" y="65"/>
                  </a:cubicBezTo>
                  <a:cubicBezTo>
                    <a:pt x="245" y="85"/>
                    <a:pt x="198" y="115"/>
                    <a:pt x="198" y="128"/>
                  </a:cubicBezTo>
                  <a:cubicBezTo>
                    <a:pt x="198" y="141"/>
                    <a:pt x="244" y="172"/>
                    <a:pt x="233" y="191"/>
                  </a:cubicBezTo>
                  <a:cubicBezTo>
                    <a:pt x="222" y="211"/>
                    <a:pt x="172" y="186"/>
                    <a:pt x="160" y="193"/>
                  </a:cubicBezTo>
                  <a:cubicBezTo>
                    <a:pt x="148" y="200"/>
                    <a:pt x="143" y="255"/>
                    <a:pt x="122" y="255"/>
                  </a:cubicBezTo>
                  <a:cubicBezTo>
                    <a:pt x="101" y="255"/>
                    <a:pt x="98" y="199"/>
                    <a:pt x="87" y="193"/>
                  </a:cubicBezTo>
                  <a:cubicBezTo>
                    <a:pt x="75" y="187"/>
                    <a:pt x="24" y="212"/>
                    <a:pt x="11" y="190"/>
                  </a:cubicBezTo>
                  <a:cubicBezTo>
                    <a:pt x="0" y="169"/>
                    <a:pt x="47" y="138"/>
                    <a:pt x="47" y="125"/>
                  </a:cubicBezTo>
                  <a:cubicBezTo>
                    <a:pt x="48" y="113"/>
                    <a:pt x="1" y="83"/>
                    <a:pt x="11" y="65"/>
                  </a:cubicBezTo>
                  <a:cubicBezTo>
                    <a:pt x="23" y="45"/>
                    <a:pt x="73" y="69"/>
                    <a:pt x="86" y="62"/>
                  </a:cubicBezTo>
                  <a:cubicBezTo>
                    <a:pt x="97" y="55"/>
                    <a:pt x="100" y="0"/>
                    <a:pt x="121" y="0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6956137" y="3256746"/>
              <a:ext cx="936625" cy="962025"/>
            </a:xfrm>
            <a:custGeom>
              <a:avLst/>
              <a:gdLst>
                <a:gd name="T0" fmla="*/ 129 w 247"/>
                <a:gd name="T1" fmla="*/ 1 h 254"/>
                <a:gd name="T2" fmla="*/ 162 w 247"/>
                <a:gd name="T3" fmla="*/ 63 h 254"/>
                <a:gd name="T4" fmla="*/ 237 w 247"/>
                <a:gd name="T5" fmla="*/ 71 h 254"/>
                <a:gd name="T6" fmla="*/ 198 w 247"/>
                <a:gd name="T7" fmla="*/ 131 h 254"/>
                <a:gd name="T8" fmla="*/ 229 w 247"/>
                <a:gd name="T9" fmla="*/ 196 h 254"/>
                <a:gd name="T10" fmla="*/ 156 w 247"/>
                <a:gd name="T11" fmla="*/ 193 h 254"/>
                <a:gd name="T12" fmla="*/ 116 w 247"/>
                <a:gd name="T13" fmla="*/ 252 h 254"/>
                <a:gd name="T14" fmla="*/ 84 w 247"/>
                <a:gd name="T15" fmla="*/ 189 h 254"/>
                <a:gd name="T16" fmla="*/ 11 w 247"/>
                <a:gd name="T17" fmla="*/ 182 h 254"/>
                <a:gd name="T18" fmla="*/ 49 w 247"/>
                <a:gd name="T19" fmla="*/ 121 h 254"/>
                <a:gd name="T20" fmla="*/ 18 w 247"/>
                <a:gd name="T21" fmla="*/ 59 h 254"/>
                <a:gd name="T22" fmla="*/ 91 w 247"/>
                <a:gd name="T23" fmla="*/ 60 h 254"/>
                <a:gd name="T24" fmla="*/ 129 w 247"/>
                <a:gd name="T25" fmla="*/ 1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4">
                  <a:moveTo>
                    <a:pt x="129" y="1"/>
                  </a:moveTo>
                  <a:cubicBezTo>
                    <a:pt x="150" y="2"/>
                    <a:pt x="151" y="57"/>
                    <a:pt x="162" y="63"/>
                  </a:cubicBezTo>
                  <a:cubicBezTo>
                    <a:pt x="174" y="70"/>
                    <a:pt x="226" y="49"/>
                    <a:pt x="237" y="71"/>
                  </a:cubicBezTo>
                  <a:cubicBezTo>
                    <a:pt x="247" y="91"/>
                    <a:pt x="199" y="118"/>
                    <a:pt x="198" y="131"/>
                  </a:cubicBezTo>
                  <a:cubicBezTo>
                    <a:pt x="197" y="144"/>
                    <a:pt x="241" y="177"/>
                    <a:pt x="229" y="196"/>
                  </a:cubicBezTo>
                  <a:cubicBezTo>
                    <a:pt x="217" y="214"/>
                    <a:pt x="169" y="187"/>
                    <a:pt x="156" y="193"/>
                  </a:cubicBezTo>
                  <a:cubicBezTo>
                    <a:pt x="144" y="199"/>
                    <a:pt x="137" y="254"/>
                    <a:pt x="116" y="252"/>
                  </a:cubicBezTo>
                  <a:cubicBezTo>
                    <a:pt x="95" y="251"/>
                    <a:pt x="95" y="196"/>
                    <a:pt x="84" y="189"/>
                  </a:cubicBezTo>
                  <a:cubicBezTo>
                    <a:pt x="73" y="182"/>
                    <a:pt x="21" y="204"/>
                    <a:pt x="11" y="182"/>
                  </a:cubicBezTo>
                  <a:cubicBezTo>
                    <a:pt x="0" y="161"/>
                    <a:pt x="48" y="134"/>
                    <a:pt x="49" y="121"/>
                  </a:cubicBezTo>
                  <a:cubicBezTo>
                    <a:pt x="50" y="108"/>
                    <a:pt x="7" y="76"/>
                    <a:pt x="18" y="59"/>
                  </a:cubicBezTo>
                  <a:cubicBezTo>
                    <a:pt x="30" y="40"/>
                    <a:pt x="78" y="66"/>
                    <a:pt x="91" y="60"/>
                  </a:cubicBezTo>
                  <a:cubicBezTo>
                    <a:pt x="103" y="54"/>
                    <a:pt x="109" y="0"/>
                    <a:pt x="129" y="1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Freeform 7"/>
            <p:cNvSpPr>
              <a:spLocks/>
            </p:cNvSpPr>
            <p:nvPr/>
          </p:nvSpPr>
          <p:spPr bwMode="auto">
            <a:xfrm>
              <a:off x="6956137" y="3259921"/>
              <a:ext cx="936625" cy="955675"/>
            </a:xfrm>
            <a:custGeom>
              <a:avLst/>
              <a:gdLst>
                <a:gd name="T0" fmla="*/ 137 w 247"/>
                <a:gd name="T1" fmla="*/ 2 h 252"/>
                <a:gd name="T2" fmla="*/ 165 w 247"/>
                <a:gd name="T3" fmla="*/ 65 h 252"/>
                <a:gd name="T4" fmla="*/ 239 w 247"/>
                <a:gd name="T5" fmla="*/ 77 h 252"/>
                <a:gd name="T6" fmla="*/ 197 w 247"/>
                <a:gd name="T7" fmla="*/ 134 h 252"/>
                <a:gd name="T8" fmla="*/ 224 w 247"/>
                <a:gd name="T9" fmla="*/ 200 h 252"/>
                <a:gd name="T10" fmla="*/ 152 w 247"/>
                <a:gd name="T11" fmla="*/ 193 h 252"/>
                <a:gd name="T12" fmla="*/ 109 w 247"/>
                <a:gd name="T13" fmla="*/ 250 h 252"/>
                <a:gd name="T14" fmla="*/ 81 w 247"/>
                <a:gd name="T15" fmla="*/ 185 h 252"/>
                <a:gd name="T16" fmla="*/ 9 w 247"/>
                <a:gd name="T17" fmla="*/ 174 h 252"/>
                <a:gd name="T18" fmla="*/ 50 w 247"/>
                <a:gd name="T19" fmla="*/ 116 h 252"/>
                <a:gd name="T20" fmla="*/ 23 w 247"/>
                <a:gd name="T21" fmla="*/ 52 h 252"/>
                <a:gd name="T22" fmla="*/ 95 w 247"/>
                <a:gd name="T23" fmla="*/ 58 h 252"/>
                <a:gd name="T24" fmla="*/ 137 w 247"/>
                <a:gd name="T25" fmla="*/ 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2">
                  <a:moveTo>
                    <a:pt x="137" y="2"/>
                  </a:moveTo>
                  <a:cubicBezTo>
                    <a:pt x="157" y="4"/>
                    <a:pt x="155" y="58"/>
                    <a:pt x="165" y="65"/>
                  </a:cubicBezTo>
                  <a:cubicBezTo>
                    <a:pt x="177" y="73"/>
                    <a:pt x="229" y="55"/>
                    <a:pt x="239" y="77"/>
                  </a:cubicBezTo>
                  <a:cubicBezTo>
                    <a:pt x="247" y="98"/>
                    <a:pt x="198" y="121"/>
                    <a:pt x="197" y="134"/>
                  </a:cubicBezTo>
                  <a:cubicBezTo>
                    <a:pt x="196" y="147"/>
                    <a:pt x="237" y="182"/>
                    <a:pt x="224" y="200"/>
                  </a:cubicBezTo>
                  <a:cubicBezTo>
                    <a:pt x="210" y="217"/>
                    <a:pt x="164" y="188"/>
                    <a:pt x="152" y="193"/>
                  </a:cubicBezTo>
                  <a:cubicBezTo>
                    <a:pt x="140" y="198"/>
                    <a:pt x="130" y="252"/>
                    <a:pt x="109" y="250"/>
                  </a:cubicBezTo>
                  <a:cubicBezTo>
                    <a:pt x="88" y="247"/>
                    <a:pt x="91" y="192"/>
                    <a:pt x="81" y="185"/>
                  </a:cubicBezTo>
                  <a:cubicBezTo>
                    <a:pt x="70" y="177"/>
                    <a:pt x="18" y="196"/>
                    <a:pt x="9" y="174"/>
                  </a:cubicBezTo>
                  <a:cubicBezTo>
                    <a:pt x="0" y="153"/>
                    <a:pt x="49" y="129"/>
                    <a:pt x="50" y="116"/>
                  </a:cubicBezTo>
                  <a:cubicBezTo>
                    <a:pt x="52" y="104"/>
                    <a:pt x="11" y="69"/>
                    <a:pt x="23" y="52"/>
                  </a:cubicBezTo>
                  <a:cubicBezTo>
                    <a:pt x="37" y="35"/>
                    <a:pt x="83" y="63"/>
                    <a:pt x="95" y="58"/>
                  </a:cubicBezTo>
                  <a:cubicBezTo>
                    <a:pt x="107" y="53"/>
                    <a:pt x="116" y="0"/>
                    <a:pt x="137" y="2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" name="Freeform 8"/>
            <p:cNvSpPr>
              <a:spLocks/>
            </p:cNvSpPr>
            <p:nvPr/>
          </p:nvSpPr>
          <p:spPr bwMode="auto">
            <a:xfrm>
              <a:off x="6951375" y="3259921"/>
              <a:ext cx="944563" cy="950913"/>
            </a:xfrm>
            <a:custGeom>
              <a:avLst/>
              <a:gdLst>
                <a:gd name="T0" fmla="*/ 145 w 249"/>
                <a:gd name="T1" fmla="*/ 4 h 251"/>
                <a:gd name="T2" fmla="*/ 170 w 249"/>
                <a:gd name="T3" fmla="*/ 69 h 251"/>
                <a:gd name="T4" fmla="*/ 242 w 249"/>
                <a:gd name="T5" fmla="*/ 84 h 251"/>
                <a:gd name="T6" fmla="*/ 197 w 249"/>
                <a:gd name="T7" fmla="*/ 138 h 251"/>
                <a:gd name="T8" fmla="*/ 219 w 249"/>
                <a:gd name="T9" fmla="*/ 205 h 251"/>
                <a:gd name="T10" fmla="*/ 148 w 249"/>
                <a:gd name="T11" fmla="*/ 194 h 251"/>
                <a:gd name="T12" fmla="*/ 103 w 249"/>
                <a:gd name="T13" fmla="*/ 248 h 251"/>
                <a:gd name="T14" fmla="*/ 79 w 249"/>
                <a:gd name="T15" fmla="*/ 182 h 251"/>
                <a:gd name="T16" fmla="*/ 8 w 249"/>
                <a:gd name="T17" fmla="*/ 168 h 251"/>
                <a:gd name="T18" fmla="*/ 52 w 249"/>
                <a:gd name="T19" fmla="*/ 112 h 251"/>
                <a:gd name="T20" fmla="*/ 30 w 249"/>
                <a:gd name="T21" fmla="*/ 47 h 251"/>
                <a:gd name="T22" fmla="*/ 100 w 249"/>
                <a:gd name="T23" fmla="*/ 56 h 251"/>
                <a:gd name="T24" fmla="*/ 145 w 249"/>
                <a:gd name="T25" fmla="*/ 4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9" h="251">
                  <a:moveTo>
                    <a:pt x="145" y="4"/>
                  </a:moveTo>
                  <a:cubicBezTo>
                    <a:pt x="165" y="7"/>
                    <a:pt x="160" y="61"/>
                    <a:pt x="170" y="69"/>
                  </a:cubicBezTo>
                  <a:cubicBezTo>
                    <a:pt x="180" y="77"/>
                    <a:pt x="233" y="62"/>
                    <a:pt x="242" y="84"/>
                  </a:cubicBezTo>
                  <a:cubicBezTo>
                    <a:pt x="249" y="105"/>
                    <a:pt x="199" y="126"/>
                    <a:pt x="197" y="138"/>
                  </a:cubicBezTo>
                  <a:cubicBezTo>
                    <a:pt x="195" y="150"/>
                    <a:pt x="234" y="188"/>
                    <a:pt x="219" y="205"/>
                  </a:cubicBezTo>
                  <a:cubicBezTo>
                    <a:pt x="205" y="222"/>
                    <a:pt x="161" y="190"/>
                    <a:pt x="148" y="194"/>
                  </a:cubicBezTo>
                  <a:cubicBezTo>
                    <a:pt x="137" y="199"/>
                    <a:pt x="124" y="251"/>
                    <a:pt x="103" y="248"/>
                  </a:cubicBezTo>
                  <a:cubicBezTo>
                    <a:pt x="83" y="244"/>
                    <a:pt x="88" y="190"/>
                    <a:pt x="79" y="182"/>
                  </a:cubicBezTo>
                  <a:cubicBezTo>
                    <a:pt x="69" y="173"/>
                    <a:pt x="16" y="189"/>
                    <a:pt x="8" y="168"/>
                  </a:cubicBezTo>
                  <a:cubicBezTo>
                    <a:pt x="0" y="147"/>
                    <a:pt x="50" y="125"/>
                    <a:pt x="52" y="112"/>
                  </a:cubicBezTo>
                  <a:cubicBezTo>
                    <a:pt x="55" y="100"/>
                    <a:pt x="16" y="63"/>
                    <a:pt x="30" y="47"/>
                  </a:cubicBezTo>
                  <a:cubicBezTo>
                    <a:pt x="44" y="30"/>
                    <a:pt x="88" y="61"/>
                    <a:pt x="100" y="56"/>
                  </a:cubicBezTo>
                  <a:cubicBezTo>
                    <a:pt x="112" y="52"/>
                    <a:pt x="125" y="0"/>
                    <a:pt x="145" y="4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" name="Freeform 9"/>
            <p:cNvSpPr>
              <a:spLocks/>
            </p:cNvSpPr>
            <p:nvPr/>
          </p:nvSpPr>
          <p:spPr bwMode="auto">
            <a:xfrm>
              <a:off x="6948200" y="3263096"/>
              <a:ext cx="950913" cy="947738"/>
            </a:xfrm>
            <a:custGeom>
              <a:avLst/>
              <a:gdLst>
                <a:gd name="T0" fmla="*/ 153 w 251"/>
                <a:gd name="T1" fmla="*/ 5 h 250"/>
                <a:gd name="T2" fmla="*/ 174 w 251"/>
                <a:gd name="T3" fmla="*/ 71 h 250"/>
                <a:gd name="T4" fmla="*/ 244 w 251"/>
                <a:gd name="T5" fmla="*/ 90 h 250"/>
                <a:gd name="T6" fmla="*/ 197 w 251"/>
                <a:gd name="T7" fmla="*/ 141 h 250"/>
                <a:gd name="T8" fmla="*/ 215 w 251"/>
                <a:gd name="T9" fmla="*/ 209 h 250"/>
                <a:gd name="T10" fmla="*/ 145 w 251"/>
                <a:gd name="T11" fmla="*/ 194 h 250"/>
                <a:gd name="T12" fmla="*/ 97 w 251"/>
                <a:gd name="T13" fmla="*/ 245 h 250"/>
                <a:gd name="T14" fmla="*/ 76 w 251"/>
                <a:gd name="T15" fmla="*/ 177 h 250"/>
                <a:gd name="T16" fmla="*/ 7 w 251"/>
                <a:gd name="T17" fmla="*/ 160 h 250"/>
                <a:gd name="T18" fmla="*/ 54 w 251"/>
                <a:gd name="T19" fmla="*/ 108 h 250"/>
                <a:gd name="T20" fmla="*/ 36 w 251"/>
                <a:gd name="T21" fmla="*/ 40 h 250"/>
                <a:gd name="T22" fmla="*/ 105 w 251"/>
                <a:gd name="T23" fmla="*/ 54 h 250"/>
                <a:gd name="T24" fmla="*/ 153 w 251"/>
                <a:gd name="T25" fmla="*/ 5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50">
                  <a:moveTo>
                    <a:pt x="153" y="5"/>
                  </a:moveTo>
                  <a:cubicBezTo>
                    <a:pt x="173" y="9"/>
                    <a:pt x="165" y="62"/>
                    <a:pt x="174" y="71"/>
                  </a:cubicBezTo>
                  <a:cubicBezTo>
                    <a:pt x="184" y="80"/>
                    <a:pt x="238" y="68"/>
                    <a:pt x="244" y="90"/>
                  </a:cubicBezTo>
                  <a:cubicBezTo>
                    <a:pt x="251" y="111"/>
                    <a:pt x="200" y="129"/>
                    <a:pt x="197" y="141"/>
                  </a:cubicBezTo>
                  <a:cubicBezTo>
                    <a:pt x="194" y="153"/>
                    <a:pt x="231" y="193"/>
                    <a:pt x="215" y="209"/>
                  </a:cubicBezTo>
                  <a:cubicBezTo>
                    <a:pt x="199" y="225"/>
                    <a:pt x="158" y="191"/>
                    <a:pt x="145" y="194"/>
                  </a:cubicBezTo>
                  <a:cubicBezTo>
                    <a:pt x="133" y="198"/>
                    <a:pt x="117" y="250"/>
                    <a:pt x="97" y="245"/>
                  </a:cubicBezTo>
                  <a:cubicBezTo>
                    <a:pt x="77" y="240"/>
                    <a:pt x="86" y="186"/>
                    <a:pt x="76" y="177"/>
                  </a:cubicBezTo>
                  <a:cubicBezTo>
                    <a:pt x="67" y="169"/>
                    <a:pt x="14" y="181"/>
                    <a:pt x="7" y="160"/>
                  </a:cubicBezTo>
                  <a:cubicBezTo>
                    <a:pt x="0" y="139"/>
                    <a:pt x="51" y="120"/>
                    <a:pt x="54" y="108"/>
                  </a:cubicBezTo>
                  <a:cubicBezTo>
                    <a:pt x="57" y="95"/>
                    <a:pt x="21" y="56"/>
                    <a:pt x="36" y="40"/>
                  </a:cubicBezTo>
                  <a:cubicBezTo>
                    <a:pt x="51" y="25"/>
                    <a:pt x="93" y="58"/>
                    <a:pt x="105" y="54"/>
                  </a:cubicBezTo>
                  <a:cubicBezTo>
                    <a:pt x="117" y="51"/>
                    <a:pt x="133" y="0"/>
                    <a:pt x="153" y="5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" name="Freeform 10"/>
            <p:cNvSpPr>
              <a:spLocks/>
            </p:cNvSpPr>
            <p:nvPr/>
          </p:nvSpPr>
          <p:spPr bwMode="auto">
            <a:xfrm>
              <a:off x="6948200" y="3263096"/>
              <a:ext cx="950913" cy="944563"/>
            </a:xfrm>
            <a:custGeom>
              <a:avLst/>
              <a:gdLst>
                <a:gd name="T0" fmla="*/ 160 w 251"/>
                <a:gd name="T1" fmla="*/ 6 h 249"/>
                <a:gd name="T2" fmla="*/ 178 w 251"/>
                <a:gd name="T3" fmla="*/ 74 h 249"/>
                <a:gd name="T4" fmla="*/ 246 w 251"/>
                <a:gd name="T5" fmla="*/ 97 h 249"/>
                <a:gd name="T6" fmla="*/ 196 w 251"/>
                <a:gd name="T7" fmla="*/ 145 h 249"/>
                <a:gd name="T8" fmla="*/ 209 w 251"/>
                <a:gd name="T9" fmla="*/ 215 h 249"/>
                <a:gd name="T10" fmla="*/ 141 w 251"/>
                <a:gd name="T11" fmla="*/ 195 h 249"/>
                <a:gd name="T12" fmla="*/ 91 w 251"/>
                <a:gd name="T13" fmla="*/ 243 h 249"/>
                <a:gd name="T14" fmla="*/ 73 w 251"/>
                <a:gd name="T15" fmla="*/ 174 h 249"/>
                <a:gd name="T16" fmla="*/ 5 w 251"/>
                <a:gd name="T17" fmla="*/ 153 h 249"/>
                <a:gd name="T18" fmla="*/ 55 w 251"/>
                <a:gd name="T19" fmla="*/ 104 h 249"/>
                <a:gd name="T20" fmla="*/ 42 w 251"/>
                <a:gd name="T21" fmla="*/ 35 h 249"/>
                <a:gd name="T22" fmla="*/ 109 w 251"/>
                <a:gd name="T23" fmla="*/ 53 h 249"/>
                <a:gd name="T24" fmla="*/ 160 w 251"/>
                <a:gd name="T25" fmla="*/ 6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49">
                  <a:moveTo>
                    <a:pt x="160" y="6"/>
                  </a:moveTo>
                  <a:cubicBezTo>
                    <a:pt x="181" y="12"/>
                    <a:pt x="169" y="65"/>
                    <a:pt x="178" y="74"/>
                  </a:cubicBezTo>
                  <a:cubicBezTo>
                    <a:pt x="187" y="84"/>
                    <a:pt x="241" y="76"/>
                    <a:pt x="246" y="97"/>
                  </a:cubicBezTo>
                  <a:cubicBezTo>
                    <a:pt x="251" y="118"/>
                    <a:pt x="199" y="133"/>
                    <a:pt x="196" y="145"/>
                  </a:cubicBezTo>
                  <a:cubicBezTo>
                    <a:pt x="192" y="157"/>
                    <a:pt x="226" y="199"/>
                    <a:pt x="209" y="215"/>
                  </a:cubicBezTo>
                  <a:cubicBezTo>
                    <a:pt x="193" y="230"/>
                    <a:pt x="154" y="193"/>
                    <a:pt x="141" y="195"/>
                  </a:cubicBezTo>
                  <a:cubicBezTo>
                    <a:pt x="129" y="198"/>
                    <a:pt x="110" y="249"/>
                    <a:pt x="91" y="243"/>
                  </a:cubicBezTo>
                  <a:cubicBezTo>
                    <a:pt x="70" y="237"/>
                    <a:pt x="82" y="184"/>
                    <a:pt x="73" y="174"/>
                  </a:cubicBezTo>
                  <a:cubicBezTo>
                    <a:pt x="64" y="165"/>
                    <a:pt x="11" y="174"/>
                    <a:pt x="5" y="153"/>
                  </a:cubicBezTo>
                  <a:cubicBezTo>
                    <a:pt x="0" y="132"/>
                    <a:pt x="52" y="116"/>
                    <a:pt x="55" y="104"/>
                  </a:cubicBezTo>
                  <a:cubicBezTo>
                    <a:pt x="59" y="92"/>
                    <a:pt x="25" y="50"/>
                    <a:pt x="42" y="35"/>
                  </a:cubicBezTo>
                  <a:cubicBezTo>
                    <a:pt x="58" y="20"/>
                    <a:pt x="97" y="56"/>
                    <a:pt x="109" y="53"/>
                  </a:cubicBezTo>
                  <a:cubicBezTo>
                    <a:pt x="122" y="50"/>
                    <a:pt x="141" y="0"/>
                    <a:pt x="160" y="6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" name="Freeform 11"/>
            <p:cNvSpPr>
              <a:spLocks/>
            </p:cNvSpPr>
            <p:nvPr/>
          </p:nvSpPr>
          <p:spPr bwMode="auto">
            <a:xfrm>
              <a:off x="6945025" y="3267858"/>
              <a:ext cx="958850" cy="936625"/>
            </a:xfrm>
            <a:custGeom>
              <a:avLst/>
              <a:gdLst>
                <a:gd name="T0" fmla="*/ 169 w 253"/>
                <a:gd name="T1" fmla="*/ 7 h 247"/>
                <a:gd name="T2" fmla="*/ 182 w 253"/>
                <a:gd name="T3" fmla="*/ 77 h 247"/>
                <a:gd name="T4" fmla="*/ 249 w 253"/>
                <a:gd name="T5" fmla="*/ 104 h 247"/>
                <a:gd name="T6" fmla="*/ 196 w 253"/>
                <a:gd name="T7" fmla="*/ 148 h 247"/>
                <a:gd name="T8" fmla="*/ 205 w 253"/>
                <a:gd name="T9" fmla="*/ 219 h 247"/>
                <a:gd name="T10" fmla="*/ 137 w 253"/>
                <a:gd name="T11" fmla="*/ 196 h 247"/>
                <a:gd name="T12" fmla="*/ 85 w 253"/>
                <a:gd name="T13" fmla="*/ 240 h 247"/>
                <a:gd name="T14" fmla="*/ 71 w 253"/>
                <a:gd name="T15" fmla="*/ 170 h 247"/>
                <a:gd name="T16" fmla="*/ 5 w 253"/>
                <a:gd name="T17" fmla="*/ 145 h 247"/>
                <a:gd name="T18" fmla="*/ 57 w 253"/>
                <a:gd name="T19" fmla="*/ 100 h 247"/>
                <a:gd name="T20" fmla="*/ 48 w 253"/>
                <a:gd name="T21" fmla="*/ 29 h 247"/>
                <a:gd name="T22" fmla="*/ 115 w 253"/>
                <a:gd name="T23" fmla="*/ 51 h 247"/>
                <a:gd name="T24" fmla="*/ 169 w 253"/>
                <a:gd name="T25" fmla="*/ 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7">
                  <a:moveTo>
                    <a:pt x="169" y="7"/>
                  </a:moveTo>
                  <a:cubicBezTo>
                    <a:pt x="189" y="15"/>
                    <a:pt x="174" y="67"/>
                    <a:pt x="182" y="77"/>
                  </a:cubicBezTo>
                  <a:cubicBezTo>
                    <a:pt x="191" y="87"/>
                    <a:pt x="245" y="82"/>
                    <a:pt x="249" y="104"/>
                  </a:cubicBezTo>
                  <a:cubicBezTo>
                    <a:pt x="253" y="124"/>
                    <a:pt x="200" y="136"/>
                    <a:pt x="196" y="148"/>
                  </a:cubicBezTo>
                  <a:cubicBezTo>
                    <a:pt x="191" y="160"/>
                    <a:pt x="223" y="204"/>
                    <a:pt x="205" y="219"/>
                  </a:cubicBezTo>
                  <a:cubicBezTo>
                    <a:pt x="187" y="233"/>
                    <a:pt x="150" y="193"/>
                    <a:pt x="137" y="196"/>
                  </a:cubicBezTo>
                  <a:cubicBezTo>
                    <a:pt x="125" y="198"/>
                    <a:pt x="104" y="247"/>
                    <a:pt x="85" y="240"/>
                  </a:cubicBezTo>
                  <a:cubicBezTo>
                    <a:pt x="65" y="233"/>
                    <a:pt x="79" y="180"/>
                    <a:pt x="71" y="170"/>
                  </a:cubicBezTo>
                  <a:cubicBezTo>
                    <a:pt x="63" y="160"/>
                    <a:pt x="9" y="166"/>
                    <a:pt x="5" y="145"/>
                  </a:cubicBezTo>
                  <a:cubicBezTo>
                    <a:pt x="0" y="124"/>
                    <a:pt x="53" y="111"/>
                    <a:pt x="57" y="100"/>
                  </a:cubicBezTo>
                  <a:cubicBezTo>
                    <a:pt x="61" y="87"/>
                    <a:pt x="30" y="43"/>
                    <a:pt x="48" y="29"/>
                  </a:cubicBezTo>
                  <a:cubicBezTo>
                    <a:pt x="65" y="15"/>
                    <a:pt x="102" y="54"/>
                    <a:pt x="115" y="51"/>
                  </a:cubicBezTo>
                  <a:cubicBezTo>
                    <a:pt x="127" y="49"/>
                    <a:pt x="149" y="0"/>
                    <a:pt x="169" y="7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Freeform 12"/>
            <p:cNvSpPr>
              <a:spLocks/>
            </p:cNvSpPr>
            <p:nvPr/>
          </p:nvSpPr>
          <p:spPr bwMode="auto">
            <a:xfrm>
              <a:off x="6945025" y="3271033"/>
              <a:ext cx="958850" cy="928688"/>
            </a:xfrm>
            <a:custGeom>
              <a:avLst/>
              <a:gdLst>
                <a:gd name="T0" fmla="*/ 176 w 253"/>
                <a:gd name="T1" fmla="*/ 8 h 245"/>
                <a:gd name="T2" fmla="*/ 185 w 253"/>
                <a:gd name="T3" fmla="*/ 79 h 245"/>
                <a:gd name="T4" fmla="*/ 251 w 253"/>
                <a:gd name="T5" fmla="*/ 110 h 245"/>
                <a:gd name="T6" fmla="*/ 195 w 253"/>
                <a:gd name="T7" fmla="*/ 151 h 245"/>
                <a:gd name="T8" fmla="*/ 200 w 253"/>
                <a:gd name="T9" fmla="*/ 223 h 245"/>
                <a:gd name="T10" fmla="*/ 133 w 253"/>
                <a:gd name="T11" fmla="*/ 196 h 245"/>
                <a:gd name="T12" fmla="*/ 78 w 253"/>
                <a:gd name="T13" fmla="*/ 238 h 245"/>
                <a:gd name="T14" fmla="*/ 67 w 253"/>
                <a:gd name="T15" fmla="*/ 166 h 245"/>
                <a:gd name="T16" fmla="*/ 3 w 253"/>
                <a:gd name="T17" fmla="*/ 138 h 245"/>
                <a:gd name="T18" fmla="*/ 58 w 253"/>
                <a:gd name="T19" fmla="*/ 95 h 245"/>
                <a:gd name="T20" fmla="*/ 54 w 253"/>
                <a:gd name="T21" fmla="*/ 22 h 245"/>
                <a:gd name="T22" fmla="*/ 119 w 253"/>
                <a:gd name="T23" fmla="*/ 49 h 245"/>
                <a:gd name="T24" fmla="*/ 176 w 253"/>
                <a:gd name="T25" fmla="*/ 8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5">
                  <a:moveTo>
                    <a:pt x="176" y="8"/>
                  </a:moveTo>
                  <a:cubicBezTo>
                    <a:pt x="196" y="17"/>
                    <a:pt x="178" y="68"/>
                    <a:pt x="185" y="79"/>
                  </a:cubicBezTo>
                  <a:cubicBezTo>
                    <a:pt x="193" y="90"/>
                    <a:pt x="248" y="88"/>
                    <a:pt x="251" y="110"/>
                  </a:cubicBezTo>
                  <a:cubicBezTo>
                    <a:pt x="253" y="130"/>
                    <a:pt x="199" y="139"/>
                    <a:pt x="195" y="151"/>
                  </a:cubicBezTo>
                  <a:cubicBezTo>
                    <a:pt x="190" y="163"/>
                    <a:pt x="219" y="210"/>
                    <a:pt x="200" y="223"/>
                  </a:cubicBezTo>
                  <a:cubicBezTo>
                    <a:pt x="181" y="237"/>
                    <a:pt x="146" y="194"/>
                    <a:pt x="133" y="196"/>
                  </a:cubicBezTo>
                  <a:cubicBezTo>
                    <a:pt x="121" y="197"/>
                    <a:pt x="97" y="245"/>
                    <a:pt x="78" y="238"/>
                  </a:cubicBezTo>
                  <a:cubicBezTo>
                    <a:pt x="58" y="229"/>
                    <a:pt x="75" y="177"/>
                    <a:pt x="67" y="166"/>
                  </a:cubicBezTo>
                  <a:cubicBezTo>
                    <a:pt x="60" y="155"/>
                    <a:pt x="6" y="159"/>
                    <a:pt x="3" y="138"/>
                  </a:cubicBezTo>
                  <a:cubicBezTo>
                    <a:pt x="0" y="117"/>
                    <a:pt x="53" y="106"/>
                    <a:pt x="58" y="95"/>
                  </a:cubicBezTo>
                  <a:cubicBezTo>
                    <a:pt x="63" y="82"/>
                    <a:pt x="34" y="36"/>
                    <a:pt x="54" y="22"/>
                  </a:cubicBezTo>
                  <a:cubicBezTo>
                    <a:pt x="72" y="9"/>
                    <a:pt x="106" y="51"/>
                    <a:pt x="119" y="49"/>
                  </a:cubicBezTo>
                  <a:cubicBezTo>
                    <a:pt x="131" y="48"/>
                    <a:pt x="156" y="0"/>
                    <a:pt x="176" y="8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Freeform 13"/>
            <p:cNvSpPr>
              <a:spLocks/>
            </p:cNvSpPr>
            <p:nvPr/>
          </p:nvSpPr>
          <p:spPr bwMode="auto">
            <a:xfrm>
              <a:off x="6940262" y="3271033"/>
              <a:ext cx="966788" cy="928688"/>
            </a:xfrm>
            <a:custGeom>
              <a:avLst/>
              <a:gdLst>
                <a:gd name="T0" fmla="*/ 184 w 255"/>
                <a:gd name="T1" fmla="*/ 10 h 245"/>
                <a:gd name="T2" fmla="*/ 190 w 255"/>
                <a:gd name="T3" fmla="*/ 82 h 245"/>
                <a:gd name="T4" fmla="*/ 254 w 255"/>
                <a:gd name="T5" fmla="*/ 117 h 245"/>
                <a:gd name="T6" fmla="*/ 195 w 255"/>
                <a:gd name="T7" fmla="*/ 155 h 245"/>
                <a:gd name="T8" fmla="*/ 195 w 255"/>
                <a:gd name="T9" fmla="*/ 229 h 245"/>
                <a:gd name="T10" fmla="*/ 130 w 255"/>
                <a:gd name="T11" fmla="*/ 197 h 245"/>
                <a:gd name="T12" fmla="*/ 72 w 255"/>
                <a:gd name="T13" fmla="*/ 236 h 245"/>
                <a:gd name="T14" fmla="*/ 65 w 255"/>
                <a:gd name="T15" fmla="*/ 162 h 245"/>
                <a:gd name="T16" fmla="*/ 2 w 255"/>
                <a:gd name="T17" fmla="*/ 131 h 245"/>
                <a:gd name="T18" fmla="*/ 60 w 255"/>
                <a:gd name="T19" fmla="*/ 91 h 245"/>
                <a:gd name="T20" fmla="*/ 60 w 255"/>
                <a:gd name="T21" fmla="*/ 17 h 245"/>
                <a:gd name="T22" fmla="*/ 124 w 255"/>
                <a:gd name="T23" fmla="*/ 48 h 245"/>
                <a:gd name="T24" fmla="*/ 184 w 255"/>
                <a:gd name="T25" fmla="*/ 1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5" h="245">
                  <a:moveTo>
                    <a:pt x="184" y="10"/>
                  </a:moveTo>
                  <a:cubicBezTo>
                    <a:pt x="204" y="20"/>
                    <a:pt x="182" y="71"/>
                    <a:pt x="190" y="82"/>
                  </a:cubicBezTo>
                  <a:cubicBezTo>
                    <a:pt x="197" y="94"/>
                    <a:pt x="252" y="95"/>
                    <a:pt x="254" y="117"/>
                  </a:cubicBezTo>
                  <a:cubicBezTo>
                    <a:pt x="255" y="137"/>
                    <a:pt x="200" y="144"/>
                    <a:pt x="195" y="155"/>
                  </a:cubicBezTo>
                  <a:cubicBezTo>
                    <a:pt x="189" y="167"/>
                    <a:pt x="216" y="216"/>
                    <a:pt x="195" y="229"/>
                  </a:cubicBezTo>
                  <a:cubicBezTo>
                    <a:pt x="176" y="241"/>
                    <a:pt x="143" y="196"/>
                    <a:pt x="130" y="197"/>
                  </a:cubicBezTo>
                  <a:cubicBezTo>
                    <a:pt x="118" y="197"/>
                    <a:pt x="91" y="245"/>
                    <a:pt x="72" y="236"/>
                  </a:cubicBezTo>
                  <a:cubicBezTo>
                    <a:pt x="52" y="226"/>
                    <a:pt x="73" y="174"/>
                    <a:pt x="65" y="162"/>
                  </a:cubicBezTo>
                  <a:cubicBezTo>
                    <a:pt x="58" y="152"/>
                    <a:pt x="3" y="152"/>
                    <a:pt x="2" y="131"/>
                  </a:cubicBezTo>
                  <a:cubicBezTo>
                    <a:pt x="0" y="110"/>
                    <a:pt x="55" y="103"/>
                    <a:pt x="60" y="91"/>
                  </a:cubicBezTo>
                  <a:cubicBezTo>
                    <a:pt x="66" y="79"/>
                    <a:pt x="39" y="30"/>
                    <a:pt x="60" y="17"/>
                  </a:cubicBezTo>
                  <a:cubicBezTo>
                    <a:pt x="79" y="5"/>
                    <a:pt x="111" y="49"/>
                    <a:pt x="124" y="48"/>
                  </a:cubicBezTo>
                  <a:cubicBezTo>
                    <a:pt x="137" y="48"/>
                    <a:pt x="165" y="0"/>
                    <a:pt x="184" y="10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" name="Freeform 14"/>
            <p:cNvSpPr>
              <a:spLocks/>
            </p:cNvSpPr>
            <p:nvPr/>
          </p:nvSpPr>
          <p:spPr bwMode="auto">
            <a:xfrm>
              <a:off x="6940262" y="3271033"/>
              <a:ext cx="971550" cy="933450"/>
            </a:xfrm>
            <a:custGeom>
              <a:avLst/>
              <a:gdLst>
                <a:gd name="T0" fmla="*/ 0 w 256"/>
                <a:gd name="T1" fmla="*/ 124 h 246"/>
                <a:gd name="T2" fmla="*/ 61 w 256"/>
                <a:gd name="T3" fmla="*/ 88 h 246"/>
                <a:gd name="T4" fmla="*/ 65 w 256"/>
                <a:gd name="T5" fmla="*/ 11 h 246"/>
                <a:gd name="T6" fmla="*/ 128 w 256"/>
                <a:gd name="T7" fmla="*/ 47 h 246"/>
                <a:gd name="T8" fmla="*/ 191 w 256"/>
                <a:gd name="T9" fmla="*/ 12 h 246"/>
                <a:gd name="T10" fmla="*/ 193 w 256"/>
                <a:gd name="T11" fmla="*/ 86 h 246"/>
                <a:gd name="T12" fmla="*/ 255 w 256"/>
                <a:gd name="T13" fmla="*/ 124 h 246"/>
                <a:gd name="T14" fmla="*/ 194 w 256"/>
                <a:gd name="T15" fmla="*/ 159 h 246"/>
                <a:gd name="T16" fmla="*/ 190 w 256"/>
                <a:gd name="T17" fmla="*/ 234 h 246"/>
                <a:gd name="T18" fmla="*/ 125 w 256"/>
                <a:gd name="T19" fmla="*/ 198 h 246"/>
                <a:gd name="T20" fmla="*/ 65 w 256"/>
                <a:gd name="T21" fmla="*/ 234 h 246"/>
                <a:gd name="T22" fmla="*/ 62 w 256"/>
                <a:gd name="T23" fmla="*/ 159 h 246"/>
                <a:gd name="T24" fmla="*/ 0 w 256"/>
                <a:gd name="T25" fmla="*/ 124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6" h="246">
                  <a:moveTo>
                    <a:pt x="0" y="124"/>
                  </a:moveTo>
                  <a:cubicBezTo>
                    <a:pt x="0" y="103"/>
                    <a:pt x="55" y="99"/>
                    <a:pt x="61" y="88"/>
                  </a:cubicBezTo>
                  <a:cubicBezTo>
                    <a:pt x="67" y="75"/>
                    <a:pt x="43" y="24"/>
                    <a:pt x="65" y="11"/>
                  </a:cubicBezTo>
                  <a:cubicBezTo>
                    <a:pt x="85" y="0"/>
                    <a:pt x="115" y="47"/>
                    <a:pt x="128" y="47"/>
                  </a:cubicBezTo>
                  <a:cubicBezTo>
                    <a:pt x="141" y="47"/>
                    <a:pt x="172" y="1"/>
                    <a:pt x="191" y="12"/>
                  </a:cubicBezTo>
                  <a:cubicBezTo>
                    <a:pt x="211" y="23"/>
                    <a:pt x="186" y="73"/>
                    <a:pt x="193" y="86"/>
                  </a:cubicBezTo>
                  <a:cubicBezTo>
                    <a:pt x="200" y="98"/>
                    <a:pt x="256" y="102"/>
                    <a:pt x="255" y="124"/>
                  </a:cubicBezTo>
                  <a:cubicBezTo>
                    <a:pt x="255" y="145"/>
                    <a:pt x="200" y="148"/>
                    <a:pt x="194" y="159"/>
                  </a:cubicBezTo>
                  <a:cubicBezTo>
                    <a:pt x="187" y="171"/>
                    <a:pt x="212" y="222"/>
                    <a:pt x="190" y="234"/>
                  </a:cubicBezTo>
                  <a:cubicBezTo>
                    <a:pt x="169" y="246"/>
                    <a:pt x="139" y="198"/>
                    <a:pt x="125" y="198"/>
                  </a:cubicBezTo>
                  <a:cubicBezTo>
                    <a:pt x="113" y="197"/>
                    <a:pt x="83" y="244"/>
                    <a:pt x="65" y="234"/>
                  </a:cubicBezTo>
                  <a:cubicBezTo>
                    <a:pt x="46" y="223"/>
                    <a:pt x="69" y="172"/>
                    <a:pt x="62" y="159"/>
                  </a:cubicBezTo>
                  <a:cubicBezTo>
                    <a:pt x="55" y="148"/>
                    <a:pt x="0" y="145"/>
                    <a:pt x="0" y="124"/>
                  </a:cubicBezTo>
                  <a:close/>
                </a:path>
              </a:pathLst>
            </a:custGeom>
            <a:noFill/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3934610" y="875578"/>
            <a:ext cx="1336216" cy="1535986"/>
            <a:chOff x="5900667" y="-231575"/>
            <a:chExt cx="2044290" cy="2349920"/>
          </a:xfrm>
        </p:grpSpPr>
        <p:grpSp>
          <p:nvGrpSpPr>
            <p:cNvPr id="23" name="Group 4"/>
            <p:cNvGrpSpPr>
              <a:grpSpLocks noChangeAspect="1"/>
            </p:cNvGrpSpPr>
            <p:nvPr/>
          </p:nvGrpSpPr>
          <p:grpSpPr bwMode="auto">
            <a:xfrm>
              <a:off x="6322090" y="72485"/>
              <a:ext cx="1168465" cy="2045860"/>
              <a:chOff x="2724" y="205"/>
              <a:chExt cx="2232" cy="3908"/>
            </a:xfrm>
            <a:noFill/>
          </p:grpSpPr>
          <p:sp>
            <p:nvSpPr>
              <p:cNvPr id="35" name="Freeform 5"/>
              <p:cNvSpPr>
                <a:spLocks/>
              </p:cNvSpPr>
              <p:nvPr/>
            </p:nvSpPr>
            <p:spPr bwMode="auto">
              <a:xfrm>
                <a:off x="3373" y="3255"/>
                <a:ext cx="960" cy="858"/>
              </a:xfrm>
              <a:custGeom>
                <a:avLst/>
                <a:gdLst>
                  <a:gd name="T0" fmla="*/ 224 w 447"/>
                  <a:gd name="T1" fmla="*/ 5 h 400"/>
                  <a:gd name="T2" fmla="*/ 39 w 447"/>
                  <a:gd name="T3" fmla="*/ 0 h 400"/>
                  <a:gd name="T4" fmla="*/ 3 w 447"/>
                  <a:gd name="T5" fmla="*/ 0 h 400"/>
                  <a:gd name="T6" fmla="*/ 3 w 447"/>
                  <a:gd name="T7" fmla="*/ 43 h 400"/>
                  <a:gd name="T8" fmla="*/ 17 w 447"/>
                  <a:gd name="T9" fmla="*/ 61 h 400"/>
                  <a:gd name="T10" fmla="*/ 3 w 447"/>
                  <a:gd name="T11" fmla="*/ 88 h 400"/>
                  <a:gd name="T12" fmla="*/ 3 w 447"/>
                  <a:gd name="T13" fmla="*/ 105 h 400"/>
                  <a:gd name="T14" fmla="*/ 17 w 447"/>
                  <a:gd name="T15" fmla="*/ 122 h 400"/>
                  <a:gd name="T16" fmla="*/ 0 w 447"/>
                  <a:gd name="T17" fmla="*/ 150 h 400"/>
                  <a:gd name="T18" fmla="*/ 0 w 447"/>
                  <a:gd name="T19" fmla="*/ 166 h 400"/>
                  <a:gd name="T20" fmla="*/ 17 w 447"/>
                  <a:gd name="T21" fmla="*/ 180 h 400"/>
                  <a:gd name="T22" fmla="*/ 3 w 447"/>
                  <a:gd name="T23" fmla="*/ 214 h 400"/>
                  <a:gd name="T24" fmla="*/ 3 w 447"/>
                  <a:gd name="T25" fmla="*/ 225 h 400"/>
                  <a:gd name="T26" fmla="*/ 17 w 447"/>
                  <a:gd name="T27" fmla="*/ 258 h 400"/>
                  <a:gd name="T28" fmla="*/ 28 w 447"/>
                  <a:gd name="T29" fmla="*/ 275 h 400"/>
                  <a:gd name="T30" fmla="*/ 41 w 447"/>
                  <a:gd name="T31" fmla="*/ 293 h 400"/>
                  <a:gd name="T32" fmla="*/ 80 w 447"/>
                  <a:gd name="T33" fmla="*/ 330 h 400"/>
                  <a:gd name="T34" fmla="*/ 92 w 447"/>
                  <a:gd name="T35" fmla="*/ 330 h 400"/>
                  <a:gd name="T36" fmla="*/ 142 w 447"/>
                  <a:gd name="T37" fmla="*/ 387 h 400"/>
                  <a:gd name="T38" fmla="*/ 197 w 447"/>
                  <a:gd name="T39" fmla="*/ 399 h 400"/>
                  <a:gd name="T40" fmla="*/ 223 w 447"/>
                  <a:gd name="T41" fmla="*/ 394 h 400"/>
                  <a:gd name="T42" fmla="*/ 250 w 447"/>
                  <a:gd name="T43" fmla="*/ 399 h 400"/>
                  <a:gd name="T44" fmla="*/ 304 w 447"/>
                  <a:gd name="T45" fmla="*/ 387 h 400"/>
                  <a:gd name="T46" fmla="*/ 355 w 447"/>
                  <a:gd name="T47" fmla="*/ 330 h 400"/>
                  <a:gd name="T48" fmla="*/ 366 w 447"/>
                  <a:gd name="T49" fmla="*/ 330 h 400"/>
                  <a:gd name="T50" fmla="*/ 405 w 447"/>
                  <a:gd name="T51" fmla="*/ 293 h 400"/>
                  <a:gd name="T52" fmla="*/ 418 w 447"/>
                  <a:gd name="T53" fmla="*/ 275 h 400"/>
                  <a:gd name="T54" fmla="*/ 430 w 447"/>
                  <a:gd name="T55" fmla="*/ 258 h 400"/>
                  <a:gd name="T56" fmla="*/ 444 w 447"/>
                  <a:gd name="T57" fmla="*/ 225 h 400"/>
                  <a:gd name="T58" fmla="*/ 444 w 447"/>
                  <a:gd name="T59" fmla="*/ 214 h 400"/>
                  <a:gd name="T60" fmla="*/ 430 w 447"/>
                  <a:gd name="T61" fmla="*/ 180 h 400"/>
                  <a:gd name="T62" fmla="*/ 447 w 447"/>
                  <a:gd name="T63" fmla="*/ 166 h 400"/>
                  <a:gd name="T64" fmla="*/ 447 w 447"/>
                  <a:gd name="T65" fmla="*/ 150 h 400"/>
                  <a:gd name="T66" fmla="*/ 430 w 447"/>
                  <a:gd name="T67" fmla="*/ 122 h 400"/>
                  <a:gd name="T68" fmla="*/ 444 w 447"/>
                  <a:gd name="T69" fmla="*/ 105 h 400"/>
                  <a:gd name="T70" fmla="*/ 444 w 447"/>
                  <a:gd name="T71" fmla="*/ 88 h 400"/>
                  <a:gd name="T72" fmla="*/ 430 w 447"/>
                  <a:gd name="T73" fmla="*/ 61 h 400"/>
                  <a:gd name="T74" fmla="*/ 444 w 447"/>
                  <a:gd name="T75" fmla="*/ 43 h 400"/>
                  <a:gd name="T76" fmla="*/ 444 w 447"/>
                  <a:gd name="T77" fmla="*/ 0 h 400"/>
                  <a:gd name="T78" fmla="*/ 224 w 447"/>
                  <a:gd name="T79" fmla="*/ 5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447" h="400">
                    <a:moveTo>
                      <a:pt x="224" y="5"/>
                    </a:moveTo>
                    <a:cubicBezTo>
                      <a:pt x="224" y="5"/>
                      <a:pt x="112" y="3"/>
                      <a:pt x="39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3" y="43"/>
                      <a:pt x="5" y="56"/>
                      <a:pt x="17" y="61"/>
                    </a:cubicBezTo>
                    <a:cubicBezTo>
                      <a:pt x="17" y="61"/>
                      <a:pt x="19" y="79"/>
                      <a:pt x="3" y="88"/>
                    </a:cubicBezTo>
                    <a:cubicBezTo>
                      <a:pt x="3" y="105"/>
                      <a:pt x="3" y="105"/>
                      <a:pt x="3" y="105"/>
                    </a:cubicBezTo>
                    <a:cubicBezTo>
                      <a:pt x="3" y="105"/>
                      <a:pt x="14" y="114"/>
                      <a:pt x="17" y="122"/>
                    </a:cubicBezTo>
                    <a:cubicBezTo>
                      <a:pt x="19" y="130"/>
                      <a:pt x="5" y="148"/>
                      <a:pt x="0" y="150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166"/>
                      <a:pt x="13" y="168"/>
                      <a:pt x="17" y="180"/>
                    </a:cubicBezTo>
                    <a:cubicBezTo>
                      <a:pt x="21" y="192"/>
                      <a:pt x="10" y="210"/>
                      <a:pt x="3" y="214"/>
                    </a:cubicBezTo>
                    <a:cubicBezTo>
                      <a:pt x="3" y="225"/>
                      <a:pt x="3" y="225"/>
                      <a:pt x="3" y="225"/>
                    </a:cubicBezTo>
                    <a:cubicBezTo>
                      <a:pt x="3" y="225"/>
                      <a:pt x="25" y="238"/>
                      <a:pt x="17" y="258"/>
                    </a:cubicBezTo>
                    <a:cubicBezTo>
                      <a:pt x="17" y="258"/>
                      <a:pt x="10" y="268"/>
                      <a:pt x="28" y="275"/>
                    </a:cubicBezTo>
                    <a:cubicBezTo>
                      <a:pt x="28" y="275"/>
                      <a:pt x="38" y="285"/>
                      <a:pt x="41" y="293"/>
                    </a:cubicBezTo>
                    <a:cubicBezTo>
                      <a:pt x="45" y="301"/>
                      <a:pt x="72" y="329"/>
                      <a:pt x="80" y="330"/>
                    </a:cubicBezTo>
                    <a:cubicBezTo>
                      <a:pt x="92" y="330"/>
                      <a:pt x="92" y="330"/>
                      <a:pt x="92" y="330"/>
                    </a:cubicBezTo>
                    <a:cubicBezTo>
                      <a:pt x="92" y="330"/>
                      <a:pt x="129" y="369"/>
                      <a:pt x="142" y="387"/>
                    </a:cubicBezTo>
                    <a:cubicBezTo>
                      <a:pt x="142" y="387"/>
                      <a:pt x="172" y="400"/>
                      <a:pt x="197" y="399"/>
                    </a:cubicBezTo>
                    <a:cubicBezTo>
                      <a:pt x="197" y="399"/>
                      <a:pt x="213" y="394"/>
                      <a:pt x="223" y="394"/>
                    </a:cubicBezTo>
                    <a:cubicBezTo>
                      <a:pt x="234" y="394"/>
                      <a:pt x="250" y="399"/>
                      <a:pt x="250" y="399"/>
                    </a:cubicBezTo>
                    <a:cubicBezTo>
                      <a:pt x="275" y="400"/>
                      <a:pt x="304" y="387"/>
                      <a:pt x="304" y="387"/>
                    </a:cubicBezTo>
                    <a:cubicBezTo>
                      <a:pt x="317" y="369"/>
                      <a:pt x="355" y="330"/>
                      <a:pt x="355" y="330"/>
                    </a:cubicBezTo>
                    <a:cubicBezTo>
                      <a:pt x="366" y="330"/>
                      <a:pt x="366" y="330"/>
                      <a:pt x="366" y="330"/>
                    </a:cubicBezTo>
                    <a:cubicBezTo>
                      <a:pt x="374" y="329"/>
                      <a:pt x="401" y="301"/>
                      <a:pt x="405" y="293"/>
                    </a:cubicBezTo>
                    <a:cubicBezTo>
                      <a:pt x="409" y="285"/>
                      <a:pt x="418" y="275"/>
                      <a:pt x="418" y="275"/>
                    </a:cubicBezTo>
                    <a:cubicBezTo>
                      <a:pt x="436" y="268"/>
                      <a:pt x="430" y="258"/>
                      <a:pt x="430" y="258"/>
                    </a:cubicBezTo>
                    <a:cubicBezTo>
                      <a:pt x="422" y="238"/>
                      <a:pt x="444" y="225"/>
                      <a:pt x="444" y="225"/>
                    </a:cubicBezTo>
                    <a:cubicBezTo>
                      <a:pt x="444" y="214"/>
                      <a:pt x="444" y="214"/>
                      <a:pt x="444" y="214"/>
                    </a:cubicBezTo>
                    <a:cubicBezTo>
                      <a:pt x="436" y="210"/>
                      <a:pt x="426" y="192"/>
                      <a:pt x="430" y="180"/>
                    </a:cubicBezTo>
                    <a:cubicBezTo>
                      <a:pt x="434" y="168"/>
                      <a:pt x="447" y="166"/>
                      <a:pt x="447" y="166"/>
                    </a:cubicBezTo>
                    <a:cubicBezTo>
                      <a:pt x="447" y="150"/>
                      <a:pt x="447" y="150"/>
                      <a:pt x="447" y="150"/>
                    </a:cubicBezTo>
                    <a:cubicBezTo>
                      <a:pt x="442" y="148"/>
                      <a:pt x="427" y="130"/>
                      <a:pt x="430" y="122"/>
                    </a:cubicBezTo>
                    <a:cubicBezTo>
                      <a:pt x="433" y="114"/>
                      <a:pt x="444" y="105"/>
                      <a:pt x="444" y="105"/>
                    </a:cubicBezTo>
                    <a:cubicBezTo>
                      <a:pt x="444" y="88"/>
                      <a:pt x="444" y="88"/>
                      <a:pt x="444" y="88"/>
                    </a:cubicBezTo>
                    <a:cubicBezTo>
                      <a:pt x="427" y="79"/>
                      <a:pt x="430" y="61"/>
                      <a:pt x="430" y="61"/>
                    </a:cubicBezTo>
                    <a:cubicBezTo>
                      <a:pt x="442" y="56"/>
                      <a:pt x="444" y="43"/>
                      <a:pt x="444" y="43"/>
                    </a:cubicBezTo>
                    <a:cubicBezTo>
                      <a:pt x="444" y="0"/>
                      <a:pt x="444" y="0"/>
                      <a:pt x="444" y="0"/>
                    </a:cubicBezTo>
                    <a:cubicBezTo>
                      <a:pt x="383" y="3"/>
                      <a:pt x="224" y="5"/>
                      <a:pt x="224" y="5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" name="Freeform 6"/>
              <p:cNvSpPr>
                <a:spLocks/>
              </p:cNvSpPr>
              <p:nvPr/>
            </p:nvSpPr>
            <p:spPr bwMode="auto">
              <a:xfrm>
                <a:off x="3596" y="3285"/>
                <a:ext cx="728" cy="75"/>
              </a:xfrm>
              <a:custGeom>
                <a:avLst/>
                <a:gdLst>
                  <a:gd name="T0" fmla="*/ 0 w 339"/>
                  <a:gd name="T1" fmla="*/ 2 h 35"/>
                  <a:gd name="T2" fmla="*/ 321 w 339"/>
                  <a:gd name="T3" fmla="*/ 0 h 35"/>
                  <a:gd name="T4" fmla="*/ 314 w 339"/>
                  <a:gd name="T5" fmla="*/ 35 h 35"/>
                  <a:gd name="T6" fmla="*/ 7 w 339"/>
                  <a:gd name="T7" fmla="*/ 31 h 35"/>
                  <a:gd name="T8" fmla="*/ 278 w 339"/>
                  <a:gd name="T9" fmla="*/ 17 h 35"/>
                  <a:gd name="T10" fmla="*/ 0 w 339"/>
                  <a:gd name="T11" fmla="*/ 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9" h="35">
                    <a:moveTo>
                      <a:pt x="0" y="2"/>
                    </a:moveTo>
                    <a:cubicBezTo>
                      <a:pt x="0" y="2"/>
                      <a:pt x="238" y="11"/>
                      <a:pt x="321" y="0"/>
                    </a:cubicBezTo>
                    <a:cubicBezTo>
                      <a:pt x="321" y="0"/>
                      <a:pt x="339" y="21"/>
                      <a:pt x="314" y="35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7" y="31"/>
                      <a:pt x="264" y="26"/>
                      <a:pt x="278" y="17"/>
                    </a:cubicBezTo>
                    <a:cubicBezTo>
                      <a:pt x="278" y="17"/>
                      <a:pt x="69" y="4"/>
                      <a:pt x="0" y="2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7" name="Freeform 7"/>
              <p:cNvSpPr>
                <a:spLocks/>
              </p:cNvSpPr>
              <p:nvPr/>
            </p:nvSpPr>
            <p:spPr bwMode="auto">
              <a:xfrm>
                <a:off x="3446" y="3399"/>
                <a:ext cx="792" cy="70"/>
              </a:xfrm>
              <a:custGeom>
                <a:avLst/>
                <a:gdLst>
                  <a:gd name="T0" fmla="*/ 0 w 369"/>
                  <a:gd name="T1" fmla="*/ 0 h 33"/>
                  <a:gd name="T2" fmla="*/ 369 w 369"/>
                  <a:gd name="T3" fmla="*/ 0 h 33"/>
                  <a:gd name="T4" fmla="*/ 0 w 369"/>
                  <a:gd name="T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3">
                    <a:moveTo>
                      <a:pt x="0" y="0"/>
                    </a:moveTo>
                    <a:cubicBezTo>
                      <a:pt x="0" y="0"/>
                      <a:pt x="203" y="20"/>
                      <a:pt x="369" y="0"/>
                    </a:cubicBezTo>
                    <a:cubicBezTo>
                      <a:pt x="369" y="0"/>
                      <a:pt x="143" y="33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8" name="Freeform 8"/>
              <p:cNvSpPr>
                <a:spLocks/>
              </p:cNvSpPr>
              <p:nvPr/>
            </p:nvSpPr>
            <p:spPr bwMode="auto">
              <a:xfrm>
                <a:off x="3450" y="3502"/>
                <a:ext cx="793" cy="70"/>
              </a:xfrm>
              <a:custGeom>
                <a:avLst/>
                <a:gdLst>
                  <a:gd name="T0" fmla="*/ 0 w 369"/>
                  <a:gd name="T1" fmla="*/ 0 h 33"/>
                  <a:gd name="T2" fmla="*/ 369 w 369"/>
                  <a:gd name="T3" fmla="*/ 0 h 33"/>
                  <a:gd name="T4" fmla="*/ 0 w 369"/>
                  <a:gd name="T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3">
                    <a:moveTo>
                      <a:pt x="0" y="0"/>
                    </a:moveTo>
                    <a:cubicBezTo>
                      <a:pt x="0" y="0"/>
                      <a:pt x="204" y="20"/>
                      <a:pt x="369" y="0"/>
                    </a:cubicBezTo>
                    <a:cubicBezTo>
                      <a:pt x="369" y="0"/>
                      <a:pt x="144" y="33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9" name="Freeform 9"/>
              <p:cNvSpPr>
                <a:spLocks/>
              </p:cNvSpPr>
              <p:nvPr/>
            </p:nvSpPr>
            <p:spPr bwMode="auto">
              <a:xfrm>
                <a:off x="3450" y="3622"/>
                <a:ext cx="793" cy="68"/>
              </a:xfrm>
              <a:custGeom>
                <a:avLst/>
                <a:gdLst>
                  <a:gd name="T0" fmla="*/ 0 w 369"/>
                  <a:gd name="T1" fmla="*/ 0 h 32"/>
                  <a:gd name="T2" fmla="*/ 369 w 369"/>
                  <a:gd name="T3" fmla="*/ 0 h 32"/>
                  <a:gd name="T4" fmla="*/ 0 w 369"/>
                  <a:gd name="T5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2">
                    <a:moveTo>
                      <a:pt x="0" y="0"/>
                    </a:moveTo>
                    <a:cubicBezTo>
                      <a:pt x="0" y="0"/>
                      <a:pt x="204" y="19"/>
                      <a:pt x="369" y="0"/>
                    </a:cubicBezTo>
                    <a:cubicBezTo>
                      <a:pt x="369" y="0"/>
                      <a:pt x="144" y="32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0" name="Freeform 10"/>
              <p:cNvSpPr>
                <a:spLocks/>
              </p:cNvSpPr>
              <p:nvPr/>
            </p:nvSpPr>
            <p:spPr bwMode="auto">
              <a:xfrm>
                <a:off x="3459" y="3725"/>
                <a:ext cx="792" cy="68"/>
              </a:xfrm>
              <a:custGeom>
                <a:avLst/>
                <a:gdLst>
                  <a:gd name="T0" fmla="*/ 0 w 369"/>
                  <a:gd name="T1" fmla="*/ 0 h 32"/>
                  <a:gd name="T2" fmla="*/ 369 w 369"/>
                  <a:gd name="T3" fmla="*/ 0 h 32"/>
                  <a:gd name="T4" fmla="*/ 0 w 369"/>
                  <a:gd name="T5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2">
                    <a:moveTo>
                      <a:pt x="0" y="0"/>
                    </a:moveTo>
                    <a:cubicBezTo>
                      <a:pt x="0" y="0"/>
                      <a:pt x="203" y="19"/>
                      <a:pt x="369" y="0"/>
                    </a:cubicBezTo>
                    <a:cubicBezTo>
                      <a:pt x="369" y="0"/>
                      <a:pt x="144" y="32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1" name="Freeform 11"/>
              <p:cNvSpPr>
                <a:spLocks/>
              </p:cNvSpPr>
              <p:nvPr/>
            </p:nvSpPr>
            <p:spPr bwMode="auto">
              <a:xfrm>
                <a:off x="3457" y="3826"/>
                <a:ext cx="792" cy="68"/>
              </a:xfrm>
              <a:custGeom>
                <a:avLst/>
                <a:gdLst>
                  <a:gd name="T0" fmla="*/ 0 w 369"/>
                  <a:gd name="T1" fmla="*/ 0 h 32"/>
                  <a:gd name="T2" fmla="*/ 369 w 369"/>
                  <a:gd name="T3" fmla="*/ 0 h 32"/>
                  <a:gd name="T4" fmla="*/ 0 w 369"/>
                  <a:gd name="T5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" h="32">
                    <a:moveTo>
                      <a:pt x="0" y="0"/>
                    </a:moveTo>
                    <a:cubicBezTo>
                      <a:pt x="0" y="0"/>
                      <a:pt x="203" y="19"/>
                      <a:pt x="369" y="0"/>
                    </a:cubicBezTo>
                    <a:cubicBezTo>
                      <a:pt x="369" y="0"/>
                      <a:pt x="144" y="32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Freeform 12"/>
              <p:cNvSpPr>
                <a:spLocks/>
              </p:cNvSpPr>
              <p:nvPr/>
            </p:nvSpPr>
            <p:spPr bwMode="auto">
              <a:xfrm>
                <a:off x="3841" y="3941"/>
                <a:ext cx="275" cy="140"/>
              </a:xfrm>
              <a:custGeom>
                <a:avLst/>
                <a:gdLst>
                  <a:gd name="T0" fmla="*/ 0 w 128"/>
                  <a:gd name="T1" fmla="*/ 0 h 65"/>
                  <a:gd name="T2" fmla="*/ 128 w 128"/>
                  <a:gd name="T3" fmla="*/ 0 h 65"/>
                  <a:gd name="T4" fmla="*/ 71 w 128"/>
                  <a:gd name="T5" fmla="*/ 65 h 65"/>
                  <a:gd name="T6" fmla="*/ 69 w 128"/>
                  <a:gd name="T7" fmla="*/ 18 h 65"/>
                  <a:gd name="T8" fmla="*/ 0 w 128"/>
                  <a:gd name="T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" h="65">
                    <a:moveTo>
                      <a:pt x="0" y="0"/>
                    </a:moveTo>
                    <a:cubicBezTo>
                      <a:pt x="0" y="0"/>
                      <a:pt x="95" y="6"/>
                      <a:pt x="128" y="0"/>
                    </a:cubicBezTo>
                    <a:cubicBezTo>
                      <a:pt x="71" y="65"/>
                      <a:pt x="71" y="65"/>
                      <a:pt x="71" y="65"/>
                    </a:cubicBezTo>
                    <a:cubicBezTo>
                      <a:pt x="71" y="65"/>
                      <a:pt x="94" y="19"/>
                      <a:pt x="69" y="18"/>
                    </a:cubicBezTo>
                    <a:cubicBezTo>
                      <a:pt x="45" y="17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3" name="Freeform 13"/>
              <p:cNvSpPr>
                <a:spLocks/>
              </p:cNvSpPr>
              <p:nvPr/>
            </p:nvSpPr>
            <p:spPr bwMode="auto">
              <a:xfrm>
                <a:off x="3650" y="3422"/>
                <a:ext cx="281" cy="103"/>
              </a:xfrm>
              <a:custGeom>
                <a:avLst/>
                <a:gdLst>
                  <a:gd name="T0" fmla="*/ 65 w 131"/>
                  <a:gd name="T1" fmla="*/ 1 h 48"/>
                  <a:gd name="T2" fmla="*/ 0 w 131"/>
                  <a:gd name="T3" fmla="*/ 1 h 48"/>
                  <a:gd name="T4" fmla="*/ 91 w 131"/>
                  <a:gd name="T5" fmla="*/ 45 h 48"/>
                  <a:gd name="T6" fmla="*/ 131 w 131"/>
                  <a:gd name="T7" fmla="*/ 48 h 48"/>
                  <a:gd name="T8" fmla="*/ 90 w 131"/>
                  <a:gd name="T9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48">
                    <a:moveTo>
                      <a:pt x="65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23" y="34"/>
                      <a:pt x="91" y="45"/>
                    </a:cubicBezTo>
                    <a:cubicBezTo>
                      <a:pt x="83" y="48"/>
                      <a:pt x="131" y="48"/>
                      <a:pt x="131" y="48"/>
                    </a:cubicBezTo>
                    <a:cubicBezTo>
                      <a:pt x="131" y="48"/>
                      <a:pt x="83" y="10"/>
                      <a:pt x="90" y="0"/>
                    </a:cubicBezTo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4" name="Freeform 14"/>
              <p:cNvSpPr>
                <a:spLocks/>
              </p:cNvSpPr>
              <p:nvPr/>
            </p:nvSpPr>
            <p:spPr bwMode="auto">
              <a:xfrm>
                <a:off x="3656" y="3519"/>
                <a:ext cx="282" cy="129"/>
              </a:xfrm>
              <a:custGeom>
                <a:avLst/>
                <a:gdLst>
                  <a:gd name="T0" fmla="*/ 65 w 131"/>
                  <a:gd name="T1" fmla="*/ 2 h 60"/>
                  <a:gd name="T2" fmla="*/ 0 w 131"/>
                  <a:gd name="T3" fmla="*/ 2 h 60"/>
                  <a:gd name="T4" fmla="*/ 91 w 131"/>
                  <a:gd name="T5" fmla="*/ 56 h 60"/>
                  <a:gd name="T6" fmla="*/ 131 w 131"/>
                  <a:gd name="T7" fmla="*/ 60 h 60"/>
                  <a:gd name="T8" fmla="*/ 89 w 131"/>
                  <a:gd name="T9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60">
                    <a:moveTo>
                      <a:pt x="65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123" y="43"/>
                      <a:pt x="91" y="56"/>
                    </a:cubicBezTo>
                    <a:cubicBezTo>
                      <a:pt x="83" y="60"/>
                      <a:pt x="131" y="60"/>
                      <a:pt x="131" y="60"/>
                    </a:cubicBezTo>
                    <a:cubicBezTo>
                      <a:pt x="131" y="60"/>
                      <a:pt x="83" y="13"/>
                      <a:pt x="89" y="0"/>
                    </a:cubicBezTo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5" name="Freeform 15"/>
              <p:cNvSpPr>
                <a:spLocks/>
              </p:cNvSpPr>
              <p:nvPr/>
            </p:nvSpPr>
            <p:spPr bwMode="auto">
              <a:xfrm>
                <a:off x="3759" y="3641"/>
                <a:ext cx="282" cy="109"/>
              </a:xfrm>
              <a:custGeom>
                <a:avLst/>
                <a:gdLst>
                  <a:gd name="T0" fmla="*/ 65 w 131"/>
                  <a:gd name="T1" fmla="*/ 1 h 51"/>
                  <a:gd name="T2" fmla="*/ 0 w 131"/>
                  <a:gd name="T3" fmla="*/ 1 h 51"/>
                  <a:gd name="T4" fmla="*/ 91 w 131"/>
                  <a:gd name="T5" fmla="*/ 48 h 51"/>
                  <a:gd name="T6" fmla="*/ 131 w 131"/>
                  <a:gd name="T7" fmla="*/ 51 h 51"/>
                  <a:gd name="T8" fmla="*/ 89 w 131"/>
                  <a:gd name="T9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51">
                    <a:moveTo>
                      <a:pt x="65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23" y="37"/>
                      <a:pt x="91" y="48"/>
                    </a:cubicBezTo>
                    <a:cubicBezTo>
                      <a:pt x="83" y="51"/>
                      <a:pt x="131" y="51"/>
                      <a:pt x="131" y="51"/>
                    </a:cubicBezTo>
                    <a:cubicBezTo>
                      <a:pt x="131" y="51"/>
                      <a:pt x="83" y="11"/>
                      <a:pt x="89" y="0"/>
                    </a:cubicBezTo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6" name="Freeform 16"/>
              <p:cNvSpPr>
                <a:spLocks/>
              </p:cNvSpPr>
              <p:nvPr/>
            </p:nvSpPr>
            <p:spPr bwMode="auto">
              <a:xfrm>
                <a:off x="3588" y="3746"/>
                <a:ext cx="279" cy="110"/>
              </a:xfrm>
              <a:custGeom>
                <a:avLst/>
                <a:gdLst>
                  <a:gd name="T0" fmla="*/ 64 w 130"/>
                  <a:gd name="T1" fmla="*/ 1 h 51"/>
                  <a:gd name="T2" fmla="*/ 0 w 130"/>
                  <a:gd name="T3" fmla="*/ 1 h 51"/>
                  <a:gd name="T4" fmla="*/ 90 w 130"/>
                  <a:gd name="T5" fmla="*/ 48 h 51"/>
                  <a:gd name="T6" fmla="*/ 130 w 130"/>
                  <a:gd name="T7" fmla="*/ 51 h 51"/>
                  <a:gd name="T8" fmla="*/ 89 w 130"/>
                  <a:gd name="T9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0" h="51">
                    <a:moveTo>
                      <a:pt x="64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22" y="37"/>
                      <a:pt x="90" y="48"/>
                    </a:cubicBezTo>
                    <a:cubicBezTo>
                      <a:pt x="83" y="51"/>
                      <a:pt x="130" y="51"/>
                      <a:pt x="130" y="51"/>
                    </a:cubicBezTo>
                    <a:cubicBezTo>
                      <a:pt x="130" y="51"/>
                      <a:pt x="83" y="11"/>
                      <a:pt x="89" y="0"/>
                    </a:cubicBezTo>
                  </a:path>
                </a:pathLst>
              </a:cu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7" name="Freeform 17"/>
              <p:cNvSpPr>
                <a:spLocks/>
              </p:cNvSpPr>
              <p:nvPr/>
            </p:nvSpPr>
            <p:spPr bwMode="auto">
              <a:xfrm>
                <a:off x="2831" y="355"/>
                <a:ext cx="2073" cy="2894"/>
              </a:xfrm>
              <a:custGeom>
                <a:avLst/>
                <a:gdLst>
                  <a:gd name="T0" fmla="*/ 1178 w 2073"/>
                  <a:gd name="T1" fmla="*/ 2465 h 2894"/>
                  <a:gd name="T2" fmla="*/ 1487 w 2073"/>
                  <a:gd name="T3" fmla="*/ 2894 h 2894"/>
                  <a:gd name="T4" fmla="*/ 1803 w 2073"/>
                  <a:gd name="T5" fmla="*/ 2226 h 2894"/>
                  <a:gd name="T6" fmla="*/ 2073 w 2073"/>
                  <a:gd name="T7" fmla="*/ 1446 h 2894"/>
                  <a:gd name="T8" fmla="*/ 0 w 2073"/>
                  <a:gd name="T9" fmla="*/ 581 h 2894"/>
                  <a:gd name="T10" fmla="*/ 653 w 2073"/>
                  <a:gd name="T11" fmla="*/ 0 h 2894"/>
                  <a:gd name="T12" fmla="*/ 1874 w 2073"/>
                  <a:gd name="T13" fmla="*/ 667 h 2894"/>
                  <a:gd name="T14" fmla="*/ 95 w 2073"/>
                  <a:gd name="T15" fmla="*/ 1731 h 2894"/>
                  <a:gd name="T16" fmla="*/ 1420 w 2073"/>
                  <a:gd name="T17" fmla="*/ 1742 h 2894"/>
                  <a:gd name="T18" fmla="*/ 1803 w 2073"/>
                  <a:gd name="T19" fmla="*/ 2226 h 2894"/>
                  <a:gd name="T20" fmla="*/ 535 w 2073"/>
                  <a:gd name="T21" fmla="*/ 2825 h 2894"/>
                  <a:gd name="T22" fmla="*/ 303 w 2073"/>
                  <a:gd name="T23" fmla="*/ 2437 h 2894"/>
                  <a:gd name="T24" fmla="*/ 230 w 2073"/>
                  <a:gd name="T25" fmla="*/ 2100 h 28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73" h="2894">
                    <a:moveTo>
                      <a:pt x="1178" y="2465"/>
                    </a:moveTo>
                    <a:lnTo>
                      <a:pt x="1487" y="2894"/>
                    </a:lnTo>
                    <a:lnTo>
                      <a:pt x="1803" y="2226"/>
                    </a:lnTo>
                    <a:lnTo>
                      <a:pt x="2073" y="1446"/>
                    </a:lnTo>
                    <a:lnTo>
                      <a:pt x="0" y="581"/>
                    </a:lnTo>
                    <a:lnTo>
                      <a:pt x="653" y="0"/>
                    </a:lnTo>
                    <a:lnTo>
                      <a:pt x="1874" y="667"/>
                    </a:lnTo>
                    <a:lnTo>
                      <a:pt x="95" y="1731"/>
                    </a:lnTo>
                    <a:lnTo>
                      <a:pt x="1420" y="1742"/>
                    </a:lnTo>
                    <a:lnTo>
                      <a:pt x="1803" y="2226"/>
                    </a:lnTo>
                    <a:lnTo>
                      <a:pt x="535" y="2825"/>
                    </a:lnTo>
                    <a:lnTo>
                      <a:pt x="303" y="2437"/>
                    </a:lnTo>
                    <a:lnTo>
                      <a:pt x="230" y="2100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8" name="Freeform 18"/>
              <p:cNvSpPr>
                <a:spLocks/>
              </p:cNvSpPr>
              <p:nvPr/>
            </p:nvSpPr>
            <p:spPr bwMode="auto">
              <a:xfrm>
                <a:off x="3822" y="409"/>
                <a:ext cx="1082" cy="1392"/>
              </a:xfrm>
              <a:custGeom>
                <a:avLst/>
                <a:gdLst>
                  <a:gd name="T0" fmla="*/ 328 w 1082"/>
                  <a:gd name="T1" fmla="*/ 311 h 1392"/>
                  <a:gd name="T2" fmla="*/ 541 w 1082"/>
                  <a:gd name="T3" fmla="*/ 0 h 1392"/>
                  <a:gd name="T4" fmla="*/ 883 w 1082"/>
                  <a:gd name="T5" fmla="*/ 613 h 1392"/>
                  <a:gd name="T6" fmla="*/ 1044 w 1082"/>
                  <a:gd name="T7" fmla="*/ 532 h 1392"/>
                  <a:gd name="T8" fmla="*/ 1082 w 1082"/>
                  <a:gd name="T9" fmla="*/ 1392 h 1392"/>
                  <a:gd name="T10" fmla="*/ 883 w 1082"/>
                  <a:gd name="T11" fmla="*/ 613 h 1392"/>
                  <a:gd name="T12" fmla="*/ 0 w 1082"/>
                  <a:gd name="T13" fmla="*/ 392 h 1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82" h="1392">
                    <a:moveTo>
                      <a:pt x="328" y="311"/>
                    </a:moveTo>
                    <a:lnTo>
                      <a:pt x="541" y="0"/>
                    </a:lnTo>
                    <a:lnTo>
                      <a:pt x="883" y="613"/>
                    </a:lnTo>
                    <a:lnTo>
                      <a:pt x="1044" y="532"/>
                    </a:lnTo>
                    <a:lnTo>
                      <a:pt x="1082" y="1392"/>
                    </a:lnTo>
                    <a:lnTo>
                      <a:pt x="883" y="613"/>
                    </a:lnTo>
                    <a:lnTo>
                      <a:pt x="0" y="392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9" name="Freeform 19"/>
              <p:cNvSpPr>
                <a:spLocks/>
              </p:cNvSpPr>
              <p:nvPr/>
            </p:nvSpPr>
            <p:spPr bwMode="auto">
              <a:xfrm>
                <a:off x="2782" y="666"/>
                <a:ext cx="1259" cy="2154"/>
              </a:xfrm>
              <a:custGeom>
                <a:avLst/>
                <a:gdLst>
                  <a:gd name="T0" fmla="*/ 1023 w 1259"/>
                  <a:gd name="T1" fmla="*/ 684 h 2154"/>
                  <a:gd name="T2" fmla="*/ 1040 w 1259"/>
                  <a:gd name="T3" fmla="*/ 135 h 2154"/>
                  <a:gd name="T4" fmla="*/ 352 w 1259"/>
                  <a:gd name="T5" fmla="*/ 0 h 2154"/>
                  <a:gd name="T6" fmla="*/ 629 w 1259"/>
                  <a:gd name="T7" fmla="*/ 517 h 2154"/>
                  <a:gd name="T8" fmla="*/ 0 w 1259"/>
                  <a:gd name="T9" fmla="*/ 849 h 2154"/>
                  <a:gd name="T10" fmla="*/ 144 w 1259"/>
                  <a:gd name="T11" fmla="*/ 1420 h 2154"/>
                  <a:gd name="T12" fmla="*/ 279 w 1259"/>
                  <a:gd name="T13" fmla="*/ 1789 h 2154"/>
                  <a:gd name="T14" fmla="*/ 883 w 1259"/>
                  <a:gd name="T15" fmla="*/ 1426 h 2154"/>
                  <a:gd name="T16" fmla="*/ 352 w 1259"/>
                  <a:gd name="T17" fmla="*/ 2126 h 2154"/>
                  <a:gd name="T18" fmla="*/ 1259 w 1259"/>
                  <a:gd name="T19" fmla="*/ 2154 h 2154"/>
                  <a:gd name="T20" fmla="*/ 960 w 1259"/>
                  <a:gd name="T21" fmla="*/ 931 h 2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59" h="2154">
                    <a:moveTo>
                      <a:pt x="1023" y="684"/>
                    </a:moveTo>
                    <a:lnTo>
                      <a:pt x="1040" y="135"/>
                    </a:lnTo>
                    <a:lnTo>
                      <a:pt x="352" y="0"/>
                    </a:lnTo>
                    <a:lnTo>
                      <a:pt x="629" y="517"/>
                    </a:lnTo>
                    <a:lnTo>
                      <a:pt x="0" y="849"/>
                    </a:lnTo>
                    <a:lnTo>
                      <a:pt x="144" y="1420"/>
                    </a:lnTo>
                    <a:lnTo>
                      <a:pt x="279" y="1789"/>
                    </a:lnTo>
                    <a:lnTo>
                      <a:pt x="883" y="1426"/>
                    </a:lnTo>
                    <a:lnTo>
                      <a:pt x="352" y="2126"/>
                    </a:lnTo>
                    <a:lnTo>
                      <a:pt x="1259" y="2154"/>
                    </a:lnTo>
                    <a:lnTo>
                      <a:pt x="960" y="931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0" name="Line 20"/>
              <p:cNvSpPr>
                <a:spLocks noChangeShapeType="1"/>
              </p:cNvSpPr>
              <p:nvPr/>
            </p:nvSpPr>
            <p:spPr bwMode="auto">
              <a:xfrm flipH="1">
                <a:off x="2782" y="936"/>
                <a:ext cx="49" cy="579"/>
              </a:xfrm>
              <a:prstGeom prst="line">
                <a:avLst/>
              </a:pr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1" name="Freeform 21"/>
              <p:cNvSpPr>
                <a:spLocks/>
              </p:cNvSpPr>
              <p:nvPr/>
            </p:nvSpPr>
            <p:spPr bwMode="auto">
              <a:xfrm>
                <a:off x="3484" y="276"/>
                <a:ext cx="1382" cy="665"/>
              </a:xfrm>
              <a:custGeom>
                <a:avLst/>
                <a:gdLst>
                  <a:gd name="T0" fmla="*/ 1382 w 1382"/>
                  <a:gd name="T1" fmla="*/ 665 h 665"/>
                  <a:gd name="T2" fmla="*/ 879 w 1382"/>
                  <a:gd name="T3" fmla="*/ 133 h 665"/>
                  <a:gd name="T4" fmla="*/ 430 w 1382"/>
                  <a:gd name="T5" fmla="*/ 0 h 665"/>
                  <a:gd name="T6" fmla="*/ 0 w 1382"/>
                  <a:gd name="T7" fmla="*/ 79 h 6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82" h="665">
                    <a:moveTo>
                      <a:pt x="1382" y="665"/>
                    </a:moveTo>
                    <a:lnTo>
                      <a:pt x="879" y="133"/>
                    </a:lnTo>
                    <a:lnTo>
                      <a:pt x="430" y="0"/>
                    </a:lnTo>
                    <a:lnTo>
                      <a:pt x="0" y="79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2" name="Line 22"/>
              <p:cNvSpPr>
                <a:spLocks noChangeShapeType="1"/>
              </p:cNvSpPr>
              <p:nvPr/>
            </p:nvSpPr>
            <p:spPr bwMode="auto">
              <a:xfrm flipV="1">
                <a:off x="3326" y="1183"/>
                <a:ext cx="85" cy="665"/>
              </a:xfrm>
              <a:prstGeom prst="line">
                <a:avLst/>
              </a:pr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Freeform 23"/>
              <p:cNvSpPr>
                <a:spLocks/>
              </p:cNvSpPr>
              <p:nvPr/>
            </p:nvSpPr>
            <p:spPr bwMode="auto">
              <a:xfrm>
                <a:off x="4002" y="1443"/>
                <a:ext cx="797" cy="654"/>
              </a:xfrm>
              <a:custGeom>
                <a:avLst/>
                <a:gdLst>
                  <a:gd name="T0" fmla="*/ 797 w 797"/>
                  <a:gd name="T1" fmla="*/ 366 h 654"/>
                  <a:gd name="T2" fmla="*/ 249 w 797"/>
                  <a:gd name="T3" fmla="*/ 654 h 654"/>
                  <a:gd name="T4" fmla="*/ 0 w 797"/>
                  <a:gd name="T5" fmla="*/ 0 h 6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97" h="654">
                    <a:moveTo>
                      <a:pt x="797" y="366"/>
                    </a:moveTo>
                    <a:lnTo>
                      <a:pt x="249" y="654"/>
                    </a:lnTo>
                    <a:lnTo>
                      <a:pt x="0" y="0"/>
                    </a:lnTo>
                  </a:path>
                </a:pathLst>
              </a:cu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4" name="Line 24"/>
              <p:cNvSpPr>
                <a:spLocks noChangeShapeType="1"/>
              </p:cNvSpPr>
              <p:nvPr/>
            </p:nvSpPr>
            <p:spPr bwMode="auto">
              <a:xfrm>
                <a:off x="3457" y="2378"/>
                <a:ext cx="584" cy="442"/>
              </a:xfrm>
              <a:prstGeom prst="line">
                <a:avLst/>
              </a:pr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Line 25"/>
              <p:cNvSpPr>
                <a:spLocks noChangeShapeType="1"/>
              </p:cNvSpPr>
              <p:nvPr/>
            </p:nvSpPr>
            <p:spPr bwMode="auto">
              <a:xfrm flipH="1">
                <a:off x="4049" y="2311"/>
                <a:ext cx="355" cy="498"/>
              </a:xfrm>
              <a:prstGeom prst="line">
                <a:avLst/>
              </a:prstGeom>
              <a:grpFill/>
              <a:ln w="952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6" name="Oval 26"/>
              <p:cNvSpPr>
                <a:spLocks noChangeArrowheads="1"/>
              </p:cNvSpPr>
              <p:nvPr/>
            </p:nvSpPr>
            <p:spPr bwMode="auto">
              <a:xfrm>
                <a:off x="3068" y="2708"/>
                <a:ext cx="159" cy="161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7" name="Oval 27"/>
              <p:cNvSpPr>
                <a:spLocks noChangeArrowheads="1"/>
              </p:cNvSpPr>
              <p:nvPr/>
            </p:nvSpPr>
            <p:spPr bwMode="auto">
              <a:xfrm>
                <a:off x="3946" y="2708"/>
                <a:ext cx="204" cy="202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8" name="Oval 28"/>
              <p:cNvSpPr>
                <a:spLocks noChangeArrowheads="1"/>
              </p:cNvSpPr>
              <p:nvPr/>
            </p:nvSpPr>
            <p:spPr bwMode="auto">
              <a:xfrm>
                <a:off x="4554" y="2513"/>
                <a:ext cx="131" cy="131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9" name="Oval 29"/>
              <p:cNvSpPr>
                <a:spLocks noChangeArrowheads="1"/>
              </p:cNvSpPr>
              <p:nvPr/>
            </p:nvSpPr>
            <p:spPr bwMode="auto">
              <a:xfrm>
                <a:off x="4189" y="2024"/>
                <a:ext cx="127" cy="12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0" name="Oval 30"/>
              <p:cNvSpPr>
                <a:spLocks noChangeArrowheads="1"/>
              </p:cNvSpPr>
              <p:nvPr/>
            </p:nvSpPr>
            <p:spPr bwMode="auto">
              <a:xfrm>
                <a:off x="3822" y="2043"/>
                <a:ext cx="124" cy="127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1" name="Oval 31"/>
              <p:cNvSpPr>
                <a:spLocks noChangeArrowheads="1"/>
              </p:cNvSpPr>
              <p:nvPr/>
            </p:nvSpPr>
            <p:spPr bwMode="auto">
              <a:xfrm>
                <a:off x="3936" y="1352"/>
                <a:ext cx="219" cy="21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Oval 32"/>
              <p:cNvSpPr>
                <a:spLocks noChangeArrowheads="1"/>
              </p:cNvSpPr>
              <p:nvPr/>
            </p:nvSpPr>
            <p:spPr bwMode="auto">
              <a:xfrm>
                <a:off x="4778" y="1713"/>
                <a:ext cx="178" cy="178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3" name="Oval 33"/>
              <p:cNvSpPr>
                <a:spLocks noChangeArrowheads="1"/>
              </p:cNvSpPr>
              <p:nvPr/>
            </p:nvSpPr>
            <p:spPr bwMode="auto">
              <a:xfrm>
                <a:off x="4601" y="960"/>
                <a:ext cx="140" cy="137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4" name="Oval 34"/>
              <p:cNvSpPr>
                <a:spLocks noChangeArrowheads="1"/>
              </p:cNvSpPr>
              <p:nvPr/>
            </p:nvSpPr>
            <p:spPr bwMode="auto">
              <a:xfrm>
                <a:off x="4299" y="355"/>
                <a:ext cx="105" cy="10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5" name="Oval 35"/>
              <p:cNvSpPr>
                <a:spLocks noChangeArrowheads="1"/>
              </p:cNvSpPr>
              <p:nvPr/>
            </p:nvSpPr>
            <p:spPr bwMode="auto">
              <a:xfrm>
                <a:off x="4103" y="666"/>
                <a:ext cx="112" cy="10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6" name="Oval 36"/>
              <p:cNvSpPr>
                <a:spLocks noChangeArrowheads="1"/>
              </p:cNvSpPr>
              <p:nvPr/>
            </p:nvSpPr>
            <p:spPr bwMode="auto">
              <a:xfrm>
                <a:off x="3431" y="310"/>
                <a:ext cx="139" cy="13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7" name="Oval 37"/>
              <p:cNvSpPr>
                <a:spLocks noChangeArrowheads="1"/>
              </p:cNvSpPr>
              <p:nvPr/>
            </p:nvSpPr>
            <p:spPr bwMode="auto">
              <a:xfrm>
                <a:off x="3852" y="205"/>
                <a:ext cx="150" cy="15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8" name="Oval 38"/>
              <p:cNvSpPr>
                <a:spLocks noChangeArrowheads="1"/>
              </p:cNvSpPr>
              <p:nvPr/>
            </p:nvSpPr>
            <p:spPr bwMode="auto">
              <a:xfrm>
                <a:off x="3742" y="722"/>
                <a:ext cx="142" cy="141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9" name="Oval 39"/>
              <p:cNvSpPr>
                <a:spLocks noChangeArrowheads="1"/>
              </p:cNvSpPr>
              <p:nvPr/>
            </p:nvSpPr>
            <p:spPr bwMode="auto">
              <a:xfrm>
                <a:off x="3326" y="1121"/>
                <a:ext cx="150" cy="15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0" name="Oval 40"/>
              <p:cNvSpPr>
                <a:spLocks noChangeArrowheads="1"/>
              </p:cNvSpPr>
              <p:nvPr/>
            </p:nvSpPr>
            <p:spPr bwMode="auto">
              <a:xfrm>
                <a:off x="3742" y="1299"/>
                <a:ext cx="103" cy="10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1" name="Oval 41"/>
              <p:cNvSpPr>
                <a:spLocks noChangeArrowheads="1"/>
              </p:cNvSpPr>
              <p:nvPr/>
            </p:nvSpPr>
            <p:spPr bwMode="auto">
              <a:xfrm>
                <a:off x="3697" y="1556"/>
                <a:ext cx="97" cy="9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2" name="Oval 42"/>
              <p:cNvSpPr>
                <a:spLocks noChangeArrowheads="1"/>
              </p:cNvSpPr>
              <p:nvPr/>
            </p:nvSpPr>
            <p:spPr bwMode="auto">
              <a:xfrm>
                <a:off x="3596" y="2026"/>
                <a:ext cx="146" cy="148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3" name="Oval 43"/>
              <p:cNvSpPr>
                <a:spLocks noChangeArrowheads="1"/>
              </p:cNvSpPr>
              <p:nvPr/>
            </p:nvSpPr>
            <p:spPr bwMode="auto">
              <a:xfrm>
                <a:off x="2993" y="2408"/>
                <a:ext cx="113" cy="11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4" name="Oval 44"/>
              <p:cNvSpPr>
                <a:spLocks noChangeArrowheads="1"/>
              </p:cNvSpPr>
              <p:nvPr/>
            </p:nvSpPr>
            <p:spPr bwMode="auto">
              <a:xfrm>
                <a:off x="2881" y="2043"/>
                <a:ext cx="112" cy="112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5" name="Oval 45"/>
              <p:cNvSpPr>
                <a:spLocks noChangeArrowheads="1"/>
              </p:cNvSpPr>
              <p:nvPr/>
            </p:nvSpPr>
            <p:spPr bwMode="auto">
              <a:xfrm>
                <a:off x="3291" y="1779"/>
                <a:ext cx="110" cy="11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6" name="Oval 46"/>
              <p:cNvSpPr>
                <a:spLocks noChangeArrowheads="1"/>
              </p:cNvSpPr>
              <p:nvPr/>
            </p:nvSpPr>
            <p:spPr bwMode="auto">
              <a:xfrm>
                <a:off x="2724" y="1432"/>
                <a:ext cx="170" cy="16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7" name="Oval 47"/>
              <p:cNvSpPr>
                <a:spLocks noChangeArrowheads="1"/>
              </p:cNvSpPr>
              <p:nvPr/>
            </p:nvSpPr>
            <p:spPr bwMode="auto">
              <a:xfrm>
                <a:off x="2780" y="878"/>
                <a:ext cx="122" cy="12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8" name="Oval 48"/>
              <p:cNvSpPr>
                <a:spLocks noChangeArrowheads="1"/>
              </p:cNvSpPr>
              <p:nvPr/>
            </p:nvSpPr>
            <p:spPr bwMode="auto">
              <a:xfrm>
                <a:off x="3089" y="617"/>
                <a:ext cx="105" cy="1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9" name="Oval 49"/>
              <p:cNvSpPr>
                <a:spLocks noChangeArrowheads="1"/>
              </p:cNvSpPr>
              <p:nvPr/>
            </p:nvSpPr>
            <p:spPr bwMode="auto">
              <a:xfrm>
                <a:off x="4810" y="881"/>
                <a:ext cx="94" cy="94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0" name="Oval 50"/>
              <p:cNvSpPr>
                <a:spLocks noChangeArrowheads="1"/>
              </p:cNvSpPr>
              <p:nvPr/>
            </p:nvSpPr>
            <p:spPr bwMode="auto">
              <a:xfrm>
                <a:off x="3326" y="3126"/>
                <a:ext cx="85" cy="8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1" name="Oval 51"/>
              <p:cNvSpPr>
                <a:spLocks noChangeArrowheads="1"/>
              </p:cNvSpPr>
              <p:nvPr/>
            </p:nvSpPr>
            <p:spPr bwMode="auto">
              <a:xfrm>
                <a:off x="4266" y="3178"/>
                <a:ext cx="95" cy="94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cxnSp>
          <p:nvCxnSpPr>
            <p:cNvPr id="24" name="直接连接符 23"/>
            <p:cNvCxnSpPr/>
            <p:nvPr/>
          </p:nvCxnSpPr>
          <p:spPr>
            <a:xfrm flipH="1">
              <a:off x="5966629" y="1288052"/>
              <a:ext cx="299176" cy="61263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5900667" y="1011655"/>
              <a:ext cx="319741" cy="5234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 flipV="1">
              <a:off x="5900667" y="699121"/>
              <a:ext cx="285441" cy="5654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 flipV="1">
              <a:off x="6016363" y="301520"/>
              <a:ext cx="245611" cy="136373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flipH="1" flipV="1">
              <a:off x="6321043" y="-74620"/>
              <a:ext cx="130337" cy="202553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H="1" flipV="1">
              <a:off x="6867211" y="-231575"/>
              <a:ext cx="1" cy="185652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>
              <a:off x="7280432" y="-39202"/>
              <a:ext cx="170861" cy="184338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7538294" y="263188"/>
              <a:ext cx="240414" cy="158327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H="1">
              <a:off x="7640278" y="672160"/>
              <a:ext cx="304679" cy="83501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>
              <a:off x="7612855" y="1014272"/>
              <a:ext cx="332102" cy="1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 flipV="1">
              <a:off x="7506513" y="1267650"/>
              <a:ext cx="219368" cy="80768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组合 81"/>
          <p:cNvGrpSpPr/>
          <p:nvPr/>
        </p:nvGrpSpPr>
        <p:grpSpPr>
          <a:xfrm>
            <a:off x="6866205" y="3195256"/>
            <a:ext cx="4342716" cy="4321430"/>
            <a:chOff x="6940262" y="3251983"/>
            <a:chExt cx="971550" cy="966788"/>
          </a:xfrm>
        </p:grpSpPr>
        <p:sp>
          <p:nvSpPr>
            <p:cNvPr id="83" name="Freeform 5"/>
            <p:cNvSpPr>
              <a:spLocks/>
            </p:cNvSpPr>
            <p:nvPr/>
          </p:nvSpPr>
          <p:spPr bwMode="auto">
            <a:xfrm>
              <a:off x="6959312" y="3251983"/>
              <a:ext cx="928688" cy="966788"/>
            </a:xfrm>
            <a:custGeom>
              <a:avLst/>
              <a:gdLst>
                <a:gd name="T0" fmla="*/ 121 w 245"/>
                <a:gd name="T1" fmla="*/ 0 h 255"/>
                <a:gd name="T2" fmla="*/ 158 w 245"/>
                <a:gd name="T3" fmla="*/ 61 h 255"/>
                <a:gd name="T4" fmla="*/ 234 w 245"/>
                <a:gd name="T5" fmla="*/ 65 h 255"/>
                <a:gd name="T6" fmla="*/ 198 w 245"/>
                <a:gd name="T7" fmla="*/ 128 h 255"/>
                <a:gd name="T8" fmla="*/ 233 w 245"/>
                <a:gd name="T9" fmla="*/ 191 h 255"/>
                <a:gd name="T10" fmla="*/ 160 w 245"/>
                <a:gd name="T11" fmla="*/ 193 h 255"/>
                <a:gd name="T12" fmla="*/ 122 w 245"/>
                <a:gd name="T13" fmla="*/ 255 h 255"/>
                <a:gd name="T14" fmla="*/ 87 w 245"/>
                <a:gd name="T15" fmla="*/ 193 h 255"/>
                <a:gd name="T16" fmla="*/ 11 w 245"/>
                <a:gd name="T17" fmla="*/ 190 h 255"/>
                <a:gd name="T18" fmla="*/ 47 w 245"/>
                <a:gd name="T19" fmla="*/ 125 h 255"/>
                <a:gd name="T20" fmla="*/ 11 w 245"/>
                <a:gd name="T21" fmla="*/ 65 h 255"/>
                <a:gd name="T22" fmla="*/ 86 w 245"/>
                <a:gd name="T23" fmla="*/ 62 h 255"/>
                <a:gd name="T24" fmla="*/ 121 w 245"/>
                <a:gd name="T25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5" h="255">
                  <a:moveTo>
                    <a:pt x="121" y="0"/>
                  </a:moveTo>
                  <a:cubicBezTo>
                    <a:pt x="142" y="0"/>
                    <a:pt x="147" y="55"/>
                    <a:pt x="158" y="61"/>
                  </a:cubicBezTo>
                  <a:cubicBezTo>
                    <a:pt x="170" y="67"/>
                    <a:pt x="222" y="43"/>
                    <a:pt x="234" y="65"/>
                  </a:cubicBezTo>
                  <a:cubicBezTo>
                    <a:pt x="245" y="85"/>
                    <a:pt x="198" y="115"/>
                    <a:pt x="198" y="128"/>
                  </a:cubicBezTo>
                  <a:cubicBezTo>
                    <a:pt x="198" y="141"/>
                    <a:pt x="244" y="172"/>
                    <a:pt x="233" y="191"/>
                  </a:cubicBezTo>
                  <a:cubicBezTo>
                    <a:pt x="222" y="211"/>
                    <a:pt x="172" y="186"/>
                    <a:pt x="160" y="193"/>
                  </a:cubicBezTo>
                  <a:cubicBezTo>
                    <a:pt x="148" y="200"/>
                    <a:pt x="143" y="255"/>
                    <a:pt x="122" y="255"/>
                  </a:cubicBezTo>
                  <a:cubicBezTo>
                    <a:pt x="101" y="255"/>
                    <a:pt x="98" y="199"/>
                    <a:pt x="87" y="193"/>
                  </a:cubicBezTo>
                  <a:cubicBezTo>
                    <a:pt x="75" y="187"/>
                    <a:pt x="24" y="212"/>
                    <a:pt x="11" y="190"/>
                  </a:cubicBezTo>
                  <a:cubicBezTo>
                    <a:pt x="0" y="169"/>
                    <a:pt x="47" y="138"/>
                    <a:pt x="47" y="125"/>
                  </a:cubicBezTo>
                  <a:cubicBezTo>
                    <a:pt x="48" y="113"/>
                    <a:pt x="1" y="83"/>
                    <a:pt x="11" y="65"/>
                  </a:cubicBezTo>
                  <a:cubicBezTo>
                    <a:pt x="23" y="45"/>
                    <a:pt x="73" y="69"/>
                    <a:pt x="86" y="62"/>
                  </a:cubicBezTo>
                  <a:cubicBezTo>
                    <a:pt x="97" y="55"/>
                    <a:pt x="100" y="0"/>
                    <a:pt x="121" y="0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4" name="Freeform 6"/>
            <p:cNvSpPr>
              <a:spLocks/>
            </p:cNvSpPr>
            <p:nvPr/>
          </p:nvSpPr>
          <p:spPr bwMode="auto">
            <a:xfrm>
              <a:off x="6956137" y="3256746"/>
              <a:ext cx="936625" cy="962025"/>
            </a:xfrm>
            <a:custGeom>
              <a:avLst/>
              <a:gdLst>
                <a:gd name="T0" fmla="*/ 129 w 247"/>
                <a:gd name="T1" fmla="*/ 1 h 254"/>
                <a:gd name="T2" fmla="*/ 162 w 247"/>
                <a:gd name="T3" fmla="*/ 63 h 254"/>
                <a:gd name="T4" fmla="*/ 237 w 247"/>
                <a:gd name="T5" fmla="*/ 71 h 254"/>
                <a:gd name="T6" fmla="*/ 198 w 247"/>
                <a:gd name="T7" fmla="*/ 131 h 254"/>
                <a:gd name="T8" fmla="*/ 229 w 247"/>
                <a:gd name="T9" fmla="*/ 196 h 254"/>
                <a:gd name="T10" fmla="*/ 156 w 247"/>
                <a:gd name="T11" fmla="*/ 193 h 254"/>
                <a:gd name="T12" fmla="*/ 116 w 247"/>
                <a:gd name="T13" fmla="*/ 252 h 254"/>
                <a:gd name="T14" fmla="*/ 84 w 247"/>
                <a:gd name="T15" fmla="*/ 189 h 254"/>
                <a:gd name="T16" fmla="*/ 11 w 247"/>
                <a:gd name="T17" fmla="*/ 182 h 254"/>
                <a:gd name="T18" fmla="*/ 49 w 247"/>
                <a:gd name="T19" fmla="*/ 121 h 254"/>
                <a:gd name="T20" fmla="*/ 18 w 247"/>
                <a:gd name="T21" fmla="*/ 59 h 254"/>
                <a:gd name="T22" fmla="*/ 91 w 247"/>
                <a:gd name="T23" fmla="*/ 60 h 254"/>
                <a:gd name="T24" fmla="*/ 129 w 247"/>
                <a:gd name="T25" fmla="*/ 1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4">
                  <a:moveTo>
                    <a:pt x="129" y="1"/>
                  </a:moveTo>
                  <a:cubicBezTo>
                    <a:pt x="150" y="2"/>
                    <a:pt x="151" y="57"/>
                    <a:pt x="162" y="63"/>
                  </a:cubicBezTo>
                  <a:cubicBezTo>
                    <a:pt x="174" y="70"/>
                    <a:pt x="226" y="49"/>
                    <a:pt x="237" y="71"/>
                  </a:cubicBezTo>
                  <a:cubicBezTo>
                    <a:pt x="247" y="91"/>
                    <a:pt x="199" y="118"/>
                    <a:pt x="198" y="131"/>
                  </a:cubicBezTo>
                  <a:cubicBezTo>
                    <a:pt x="197" y="144"/>
                    <a:pt x="241" y="177"/>
                    <a:pt x="229" y="196"/>
                  </a:cubicBezTo>
                  <a:cubicBezTo>
                    <a:pt x="217" y="214"/>
                    <a:pt x="169" y="187"/>
                    <a:pt x="156" y="193"/>
                  </a:cubicBezTo>
                  <a:cubicBezTo>
                    <a:pt x="144" y="199"/>
                    <a:pt x="137" y="254"/>
                    <a:pt x="116" y="252"/>
                  </a:cubicBezTo>
                  <a:cubicBezTo>
                    <a:pt x="95" y="251"/>
                    <a:pt x="95" y="196"/>
                    <a:pt x="84" y="189"/>
                  </a:cubicBezTo>
                  <a:cubicBezTo>
                    <a:pt x="73" y="182"/>
                    <a:pt x="21" y="204"/>
                    <a:pt x="11" y="182"/>
                  </a:cubicBezTo>
                  <a:cubicBezTo>
                    <a:pt x="0" y="161"/>
                    <a:pt x="48" y="134"/>
                    <a:pt x="49" y="121"/>
                  </a:cubicBezTo>
                  <a:cubicBezTo>
                    <a:pt x="50" y="108"/>
                    <a:pt x="7" y="76"/>
                    <a:pt x="18" y="59"/>
                  </a:cubicBezTo>
                  <a:cubicBezTo>
                    <a:pt x="30" y="40"/>
                    <a:pt x="78" y="66"/>
                    <a:pt x="91" y="60"/>
                  </a:cubicBezTo>
                  <a:cubicBezTo>
                    <a:pt x="103" y="54"/>
                    <a:pt x="109" y="0"/>
                    <a:pt x="129" y="1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5" name="Freeform 7"/>
            <p:cNvSpPr>
              <a:spLocks/>
            </p:cNvSpPr>
            <p:nvPr/>
          </p:nvSpPr>
          <p:spPr bwMode="auto">
            <a:xfrm>
              <a:off x="6956137" y="3259921"/>
              <a:ext cx="936625" cy="955675"/>
            </a:xfrm>
            <a:custGeom>
              <a:avLst/>
              <a:gdLst>
                <a:gd name="T0" fmla="*/ 137 w 247"/>
                <a:gd name="T1" fmla="*/ 2 h 252"/>
                <a:gd name="T2" fmla="*/ 165 w 247"/>
                <a:gd name="T3" fmla="*/ 65 h 252"/>
                <a:gd name="T4" fmla="*/ 239 w 247"/>
                <a:gd name="T5" fmla="*/ 77 h 252"/>
                <a:gd name="T6" fmla="*/ 197 w 247"/>
                <a:gd name="T7" fmla="*/ 134 h 252"/>
                <a:gd name="T8" fmla="*/ 224 w 247"/>
                <a:gd name="T9" fmla="*/ 200 h 252"/>
                <a:gd name="T10" fmla="*/ 152 w 247"/>
                <a:gd name="T11" fmla="*/ 193 h 252"/>
                <a:gd name="T12" fmla="*/ 109 w 247"/>
                <a:gd name="T13" fmla="*/ 250 h 252"/>
                <a:gd name="T14" fmla="*/ 81 w 247"/>
                <a:gd name="T15" fmla="*/ 185 h 252"/>
                <a:gd name="T16" fmla="*/ 9 w 247"/>
                <a:gd name="T17" fmla="*/ 174 h 252"/>
                <a:gd name="T18" fmla="*/ 50 w 247"/>
                <a:gd name="T19" fmla="*/ 116 h 252"/>
                <a:gd name="T20" fmla="*/ 23 w 247"/>
                <a:gd name="T21" fmla="*/ 52 h 252"/>
                <a:gd name="T22" fmla="*/ 95 w 247"/>
                <a:gd name="T23" fmla="*/ 58 h 252"/>
                <a:gd name="T24" fmla="*/ 137 w 247"/>
                <a:gd name="T25" fmla="*/ 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2">
                  <a:moveTo>
                    <a:pt x="137" y="2"/>
                  </a:moveTo>
                  <a:cubicBezTo>
                    <a:pt x="157" y="4"/>
                    <a:pt x="155" y="58"/>
                    <a:pt x="165" y="65"/>
                  </a:cubicBezTo>
                  <a:cubicBezTo>
                    <a:pt x="177" y="73"/>
                    <a:pt x="229" y="55"/>
                    <a:pt x="239" y="77"/>
                  </a:cubicBezTo>
                  <a:cubicBezTo>
                    <a:pt x="247" y="98"/>
                    <a:pt x="198" y="121"/>
                    <a:pt x="197" y="134"/>
                  </a:cubicBezTo>
                  <a:cubicBezTo>
                    <a:pt x="196" y="147"/>
                    <a:pt x="237" y="182"/>
                    <a:pt x="224" y="200"/>
                  </a:cubicBezTo>
                  <a:cubicBezTo>
                    <a:pt x="210" y="217"/>
                    <a:pt x="164" y="188"/>
                    <a:pt x="152" y="193"/>
                  </a:cubicBezTo>
                  <a:cubicBezTo>
                    <a:pt x="140" y="198"/>
                    <a:pt x="130" y="252"/>
                    <a:pt x="109" y="250"/>
                  </a:cubicBezTo>
                  <a:cubicBezTo>
                    <a:pt x="88" y="247"/>
                    <a:pt x="91" y="192"/>
                    <a:pt x="81" y="185"/>
                  </a:cubicBezTo>
                  <a:cubicBezTo>
                    <a:pt x="70" y="177"/>
                    <a:pt x="18" y="196"/>
                    <a:pt x="9" y="174"/>
                  </a:cubicBezTo>
                  <a:cubicBezTo>
                    <a:pt x="0" y="153"/>
                    <a:pt x="49" y="129"/>
                    <a:pt x="50" y="116"/>
                  </a:cubicBezTo>
                  <a:cubicBezTo>
                    <a:pt x="52" y="104"/>
                    <a:pt x="11" y="69"/>
                    <a:pt x="23" y="52"/>
                  </a:cubicBezTo>
                  <a:cubicBezTo>
                    <a:pt x="37" y="35"/>
                    <a:pt x="83" y="63"/>
                    <a:pt x="95" y="58"/>
                  </a:cubicBezTo>
                  <a:cubicBezTo>
                    <a:pt x="107" y="53"/>
                    <a:pt x="116" y="0"/>
                    <a:pt x="137" y="2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6" name="Freeform 8"/>
            <p:cNvSpPr>
              <a:spLocks/>
            </p:cNvSpPr>
            <p:nvPr/>
          </p:nvSpPr>
          <p:spPr bwMode="auto">
            <a:xfrm>
              <a:off x="6951375" y="3259921"/>
              <a:ext cx="944563" cy="950913"/>
            </a:xfrm>
            <a:custGeom>
              <a:avLst/>
              <a:gdLst>
                <a:gd name="T0" fmla="*/ 145 w 249"/>
                <a:gd name="T1" fmla="*/ 4 h 251"/>
                <a:gd name="T2" fmla="*/ 170 w 249"/>
                <a:gd name="T3" fmla="*/ 69 h 251"/>
                <a:gd name="T4" fmla="*/ 242 w 249"/>
                <a:gd name="T5" fmla="*/ 84 h 251"/>
                <a:gd name="T6" fmla="*/ 197 w 249"/>
                <a:gd name="T7" fmla="*/ 138 h 251"/>
                <a:gd name="T8" fmla="*/ 219 w 249"/>
                <a:gd name="T9" fmla="*/ 205 h 251"/>
                <a:gd name="T10" fmla="*/ 148 w 249"/>
                <a:gd name="T11" fmla="*/ 194 h 251"/>
                <a:gd name="T12" fmla="*/ 103 w 249"/>
                <a:gd name="T13" fmla="*/ 248 h 251"/>
                <a:gd name="T14" fmla="*/ 79 w 249"/>
                <a:gd name="T15" fmla="*/ 182 h 251"/>
                <a:gd name="T16" fmla="*/ 8 w 249"/>
                <a:gd name="T17" fmla="*/ 168 h 251"/>
                <a:gd name="T18" fmla="*/ 52 w 249"/>
                <a:gd name="T19" fmla="*/ 112 h 251"/>
                <a:gd name="T20" fmla="*/ 30 w 249"/>
                <a:gd name="T21" fmla="*/ 47 h 251"/>
                <a:gd name="T22" fmla="*/ 100 w 249"/>
                <a:gd name="T23" fmla="*/ 56 h 251"/>
                <a:gd name="T24" fmla="*/ 145 w 249"/>
                <a:gd name="T25" fmla="*/ 4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9" h="251">
                  <a:moveTo>
                    <a:pt x="145" y="4"/>
                  </a:moveTo>
                  <a:cubicBezTo>
                    <a:pt x="165" y="7"/>
                    <a:pt x="160" y="61"/>
                    <a:pt x="170" y="69"/>
                  </a:cubicBezTo>
                  <a:cubicBezTo>
                    <a:pt x="180" y="77"/>
                    <a:pt x="233" y="62"/>
                    <a:pt x="242" y="84"/>
                  </a:cubicBezTo>
                  <a:cubicBezTo>
                    <a:pt x="249" y="105"/>
                    <a:pt x="199" y="126"/>
                    <a:pt x="197" y="138"/>
                  </a:cubicBezTo>
                  <a:cubicBezTo>
                    <a:pt x="195" y="150"/>
                    <a:pt x="234" y="188"/>
                    <a:pt x="219" y="205"/>
                  </a:cubicBezTo>
                  <a:cubicBezTo>
                    <a:pt x="205" y="222"/>
                    <a:pt x="161" y="190"/>
                    <a:pt x="148" y="194"/>
                  </a:cubicBezTo>
                  <a:cubicBezTo>
                    <a:pt x="137" y="199"/>
                    <a:pt x="124" y="251"/>
                    <a:pt x="103" y="248"/>
                  </a:cubicBezTo>
                  <a:cubicBezTo>
                    <a:pt x="83" y="244"/>
                    <a:pt x="88" y="190"/>
                    <a:pt x="79" y="182"/>
                  </a:cubicBezTo>
                  <a:cubicBezTo>
                    <a:pt x="69" y="173"/>
                    <a:pt x="16" y="189"/>
                    <a:pt x="8" y="168"/>
                  </a:cubicBezTo>
                  <a:cubicBezTo>
                    <a:pt x="0" y="147"/>
                    <a:pt x="50" y="125"/>
                    <a:pt x="52" y="112"/>
                  </a:cubicBezTo>
                  <a:cubicBezTo>
                    <a:pt x="55" y="100"/>
                    <a:pt x="16" y="63"/>
                    <a:pt x="30" y="47"/>
                  </a:cubicBezTo>
                  <a:cubicBezTo>
                    <a:pt x="44" y="30"/>
                    <a:pt x="88" y="61"/>
                    <a:pt x="100" y="56"/>
                  </a:cubicBezTo>
                  <a:cubicBezTo>
                    <a:pt x="112" y="52"/>
                    <a:pt x="125" y="0"/>
                    <a:pt x="145" y="4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7" name="Freeform 9"/>
            <p:cNvSpPr>
              <a:spLocks/>
            </p:cNvSpPr>
            <p:nvPr/>
          </p:nvSpPr>
          <p:spPr bwMode="auto">
            <a:xfrm>
              <a:off x="6948200" y="3263096"/>
              <a:ext cx="950913" cy="947738"/>
            </a:xfrm>
            <a:custGeom>
              <a:avLst/>
              <a:gdLst>
                <a:gd name="T0" fmla="*/ 153 w 251"/>
                <a:gd name="T1" fmla="*/ 5 h 250"/>
                <a:gd name="T2" fmla="*/ 174 w 251"/>
                <a:gd name="T3" fmla="*/ 71 h 250"/>
                <a:gd name="T4" fmla="*/ 244 w 251"/>
                <a:gd name="T5" fmla="*/ 90 h 250"/>
                <a:gd name="T6" fmla="*/ 197 w 251"/>
                <a:gd name="T7" fmla="*/ 141 h 250"/>
                <a:gd name="T8" fmla="*/ 215 w 251"/>
                <a:gd name="T9" fmla="*/ 209 h 250"/>
                <a:gd name="T10" fmla="*/ 145 w 251"/>
                <a:gd name="T11" fmla="*/ 194 h 250"/>
                <a:gd name="T12" fmla="*/ 97 w 251"/>
                <a:gd name="T13" fmla="*/ 245 h 250"/>
                <a:gd name="T14" fmla="*/ 76 w 251"/>
                <a:gd name="T15" fmla="*/ 177 h 250"/>
                <a:gd name="T16" fmla="*/ 7 w 251"/>
                <a:gd name="T17" fmla="*/ 160 h 250"/>
                <a:gd name="T18" fmla="*/ 54 w 251"/>
                <a:gd name="T19" fmla="*/ 108 h 250"/>
                <a:gd name="T20" fmla="*/ 36 w 251"/>
                <a:gd name="T21" fmla="*/ 40 h 250"/>
                <a:gd name="T22" fmla="*/ 105 w 251"/>
                <a:gd name="T23" fmla="*/ 54 h 250"/>
                <a:gd name="T24" fmla="*/ 153 w 251"/>
                <a:gd name="T25" fmla="*/ 5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50">
                  <a:moveTo>
                    <a:pt x="153" y="5"/>
                  </a:moveTo>
                  <a:cubicBezTo>
                    <a:pt x="173" y="9"/>
                    <a:pt x="165" y="62"/>
                    <a:pt x="174" y="71"/>
                  </a:cubicBezTo>
                  <a:cubicBezTo>
                    <a:pt x="184" y="80"/>
                    <a:pt x="238" y="68"/>
                    <a:pt x="244" y="90"/>
                  </a:cubicBezTo>
                  <a:cubicBezTo>
                    <a:pt x="251" y="111"/>
                    <a:pt x="200" y="129"/>
                    <a:pt x="197" y="141"/>
                  </a:cubicBezTo>
                  <a:cubicBezTo>
                    <a:pt x="194" y="153"/>
                    <a:pt x="231" y="193"/>
                    <a:pt x="215" y="209"/>
                  </a:cubicBezTo>
                  <a:cubicBezTo>
                    <a:pt x="199" y="225"/>
                    <a:pt x="158" y="191"/>
                    <a:pt x="145" y="194"/>
                  </a:cubicBezTo>
                  <a:cubicBezTo>
                    <a:pt x="133" y="198"/>
                    <a:pt x="117" y="250"/>
                    <a:pt x="97" y="245"/>
                  </a:cubicBezTo>
                  <a:cubicBezTo>
                    <a:pt x="77" y="240"/>
                    <a:pt x="86" y="186"/>
                    <a:pt x="76" y="177"/>
                  </a:cubicBezTo>
                  <a:cubicBezTo>
                    <a:pt x="67" y="169"/>
                    <a:pt x="14" y="181"/>
                    <a:pt x="7" y="160"/>
                  </a:cubicBezTo>
                  <a:cubicBezTo>
                    <a:pt x="0" y="139"/>
                    <a:pt x="51" y="120"/>
                    <a:pt x="54" y="108"/>
                  </a:cubicBezTo>
                  <a:cubicBezTo>
                    <a:pt x="57" y="95"/>
                    <a:pt x="21" y="56"/>
                    <a:pt x="36" y="40"/>
                  </a:cubicBezTo>
                  <a:cubicBezTo>
                    <a:pt x="51" y="25"/>
                    <a:pt x="93" y="58"/>
                    <a:pt x="105" y="54"/>
                  </a:cubicBezTo>
                  <a:cubicBezTo>
                    <a:pt x="117" y="51"/>
                    <a:pt x="133" y="0"/>
                    <a:pt x="153" y="5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8" name="Freeform 10"/>
            <p:cNvSpPr>
              <a:spLocks/>
            </p:cNvSpPr>
            <p:nvPr/>
          </p:nvSpPr>
          <p:spPr bwMode="auto">
            <a:xfrm>
              <a:off x="6948200" y="3263096"/>
              <a:ext cx="950913" cy="944563"/>
            </a:xfrm>
            <a:custGeom>
              <a:avLst/>
              <a:gdLst>
                <a:gd name="T0" fmla="*/ 160 w 251"/>
                <a:gd name="T1" fmla="*/ 6 h 249"/>
                <a:gd name="T2" fmla="*/ 178 w 251"/>
                <a:gd name="T3" fmla="*/ 74 h 249"/>
                <a:gd name="T4" fmla="*/ 246 w 251"/>
                <a:gd name="T5" fmla="*/ 97 h 249"/>
                <a:gd name="T6" fmla="*/ 196 w 251"/>
                <a:gd name="T7" fmla="*/ 145 h 249"/>
                <a:gd name="T8" fmla="*/ 209 w 251"/>
                <a:gd name="T9" fmla="*/ 215 h 249"/>
                <a:gd name="T10" fmla="*/ 141 w 251"/>
                <a:gd name="T11" fmla="*/ 195 h 249"/>
                <a:gd name="T12" fmla="*/ 91 w 251"/>
                <a:gd name="T13" fmla="*/ 243 h 249"/>
                <a:gd name="T14" fmla="*/ 73 w 251"/>
                <a:gd name="T15" fmla="*/ 174 h 249"/>
                <a:gd name="T16" fmla="*/ 5 w 251"/>
                <a:gd name="T17" fmla="*/ 153 h 249"/>
                <a:gd name="T18" fmla="*/ 55 w 251"/>
                <a:gd name="T19" fmla="*/ 104 h 249"/>
                <a:gd name="T20" fmla="*/ 42 w 251"/>
                <a:gd name="T21" fmla="*/ 35 h 249"/>
                <a:gd name="T22" fmla="*/ 109 w 251"/>
                <a:gd name="T23" fmla="*/ 53 h 249"/>
                <a:gd name="T24" fmla="*/ 160 w 251"/>
                <a:gd name="T25" fmla="*/ 6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49">
                  <a:moveTo>
                    <a:pt x="160" y="6"/>
                  </a:moveTo>
                  <a:cubicBezTo>
                    <a:pt x="181" y="12"/>
                    <a:pt x="169" y="65"/>
                    <a:pt x="178" y="74"/>
                  </a:cubicBezTo>
                  <a:cubicBezTo>
                    <a:pt x="187" y="84"/>
                    <a:pt x="241" y="76"/>
                    <a:pt x="246" y="97"/>
                  </a:cubicBezTo>
                  <a:cubicBezTo>
                    <a:pt x="251" y="118"/>
                    <a:pt x="199" y="133"/>
                    <a:pt x="196" y="145"/>
                  </a:cubicBezTo>
                  <a:cubicBezTo>
                    <a:pt x="192" y="157"/>
                    <a:pt x="226" y="199"/>
                    <a:pt x="209" y="215"/>
                  </a:cubicBezTo>
                  <a:cubicBezTo>
                    <a:pt x="193" y="230"/>
                    <a:pt x="154" y="193"/>
                    <a:pt x="141" y="195"/>
                  </a:cubicBezTo>
                  <a:cubicBezTo>
                    <a:pt x="129" y="198"/>
                    <a:pt x="110" y="249"/>
                    <a:pt x="91" y="243"/>
                  </a:cubicBezTo>
                  <a:cubicBezTo>
                    <a:pt x="70" y="237"/>
                    <a:pt x="82" y="184"/>
                    <a:pt x="73" y="174"/>
                  </a:cubicBezTo>
                  <a:cubicBezTo>
                    <a:pt x="64" y="165"/>
                    <a:pt x="11" y="174"/>
                    <a:pt x="5" y="153"/>
                  </a:cubicBezTo>
                  <a:cubicBezTo>
                    <a:pt x="0" y="132"/>
                    <a:pt x="52" y="116"/>
                    <a:pt x="55" y="104"/>
                  </a:cubicBezTo>
                  <a:cubicBezTo>
                    <a:pt x="59" y="92"/>
                    <a:pt x="25" y="50"/>
                    <a:pt x="42" y="35"/>
                  </a:cubicBezTo>
                  <a:cubicBezTo>
                    <a:pt x="58" y="20"/>
                    <a:pt x="97" y="56"/>
                    <a:pt x="109" y="53"/>
                  </a:cubicBezTo>
                  <a:cubicBezTo>
                    <a:pt x="122" y="50"/>
                    <a:pt x="141" y="0"/>
                    <a:pt x="160" y="6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9" name="Freeform 11"/>
            <p:cNvSpPr>
              <a:spLocks/>
            </p:cNvSpPr>
            <p:nvPr/>
          </p:nvSpPr>
          <p:spPr bwMode="auto">
            <a:xfrm>
              <a:off x="6945025" y="3267858"/>
              <a:ext cx="958850" cy="936625"/>
            </a:xfrm>
            <a:custGeom>
              <a:avLst/>
              <a:gdLst>
                <a:gd name="T0" fmla="*/ 169 w 253"/>
                <a:gd name="T1" fmla="*/ 7 h 247"/>
                <a:gd name="T2" fmla="*/ 182 w 253"/>
                <a:gd name="T3" fmla="*/ 77 h 247"/>
                <a:gd name="T4" fmla="*/ 249 w 253"/>
                <a:gd name="T5" fmla="*/ 104 h 247"/>
                <a:gd name="T6" fmla="*/ 196 w 253"/>
                <a:gd name="T7" fmla="*/ 148 h 247"/>
                <a:gd name="T8" fmla="*/ 205 w 253"/>
                <a:gd name="T9" fmla="*/ 219 h 247"/>
                <a:gd name="T10" fmla="*/ 137 w 253"/>
                <a:gd name="T11" fmla="*/ 196 h 247"/>
                <a:gd name="T12" fmla="*/ 85 w 253"/>
                <a:gd name="T13" fmla="*/ 240 h 247"/>
                <a:gd name="T14" fmla="*/ 71 w 253"/>
                <a:gd name="T15" fmla="*/ 170 h 247"/>
                <a:gd name="T16" fmla="*/ 5 w 253"/>
                <a:gd name="T17" fmla="*/ 145 h 247"/>
                <a:gd name="T18" fmla="*/ 57 w 253"/>
                <a:gd name="T19" fmla="*/ 100 h 247"/>
                <a:gd name="T20" fmla="*/ 48 w 253"/>
                <a:gd name="T21" fmla="*/ 29 h 247"/>
                <a:gd name="T22" fmla="*/ 115 w 253"/>
                <a:gd name="T23" fmla="*/ 51 h 247"/>
                <a:gd name="T24" fmla="*/ 169 w 253"/>
                <a:gd name="T25" fmla="*/ 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7">
                  <a:moveTo>
                    <a:pt x="169" y="7"/>
                  </a:moveTo>
                  <a:cubicBezTo>
                    <a:pt x="189" y="15"/>
                    <a:pt x="174" y="67"/>
                    <a:pt x="182" y="77"/>
                  </a:cubicBezTo>
                  <a:cubicBezTo>
                    <a:pt x="191" y="87"/>
                    <a:pt x="245" y="82"/>
                    <a:pt x="249" y="104"/>
                  </a:cubicBezTo>
                  <a:cubicBezTo>
                    <a:pt x="253" y="124"/>
                    <a:pt x="200" y="136"/>
                    <a:pt x="196" y="148"/>
                  </a:cubicBezTo>
                  <a:cubicBezTo>
                    <a:pt x="191" y="160"/>
                    <a:pt x="223" y="204"/>
                    <a:pt x="205" y="219"/>
                  </a:cubicBezTo>
                  <a:cubicBezTo>
                    <a:pt x="187" y="233"/>
                    <a:pt x="150" y="193"/>
                    <a:pt x="137" y="196"/>
                  </a:cubicBezTo>
                  <a:cubicBezTo>
                    <a:pt x="125" y="198"/>
                    <a:pt x="104" y="247"/>
                    <a:pt x="85" y="240"/>
                  </a:cubicBezTo>
                  <a:cubicBezTo>
                    <a:pt x="65" y="233"/>
                    <a:pt x="79" y="180"/>
                    <a:pt x="71" y="170"/>
                  </a:cubicBezTo>
                  <a:cubicBezTo>
                    <a:pt x="63" y="160"/>
                    <a:pt x="9" y="166"/>
                    <a:pt x="5" y="145"/>
                  </a:cubicBezTo>
                  <a:cubicBezTo>
                    <a:pt x="0" y="124"/>
                    <a:pt x="53" y="111"/>
                    <a:pt x="57" y="100"/>
                  </a:cubicBezTo>
                  <a:cubicBezTo>
                    <a:pt x="61" y="87"/>
                    <a:pt x="30" y="43"/>
                    <a:pt x="48" y="29"/>
                  </a:cubicBezTo>
                  <a:cubicBezTo>
                    <a:pt x="65" y="15"/>
                    <a:pt x="102" y="54"/>
                    <a:pt x="115" y="51"/>
                  </a:cubicBezTo>
                  <a:cubicBezTo>
                    <a:pt x="127" y="49"/>
                    <a:pt x="149" y="0"/>
                    <a:pt x="169" y="7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0" name="Freeform 12"/>
            <p:cNvSpPr>
              <a:spLocks/>
            </p:cNvSpPr>
            <p:nvPr/>
          </p:nvSpPr>
          <p:spPr bwMode="auto">
            <a:xfrm>
              <a:off x="6945025" y="3271033"/>
              <a:ext cx="958850" cy="928688"/>
            </a:xfrm>
            <a:custGeom>
              <a:avLst/>
              <a:gdLst>
                <a:gd name="T0" fmla="*/ 176 w 253"/>
                <a:gd name="T1" fmla="*/ 8 h 245"/>
                <a:gd name="T2" fmla="*/ 185 w 253"/>
                <a:gd name="T3" fmla="*/ 79 h 245"/>
                <a:gd name="T4" fmla="*/ 251 w 253"/>
                <a:gd name="T5" fmla="*/ 110 h 245"/>
                <a:gd name="T6" fmla="*/ 195 w 253"/>
                <a:gd name="T7" fmla="*/ 151 h 245"/>
                <a:gd name="T8" fmla="*/ 200 w 253"/>
                <a:gd name="T9" fmla="*/ 223 h 245"/>
                <a:gd name="T10" fmla="*/ 133 w 253"/>
                <a:gd name="T11" fmla="*/ 196 h 245"/>
                <a:gd name="T12" fmla="*/ 78 w 253"/>
                <a:gd name="T13" fmla="*/ 238 h 245"/>
                <a:gd name="T14" fmla="*/ 67 w 253"/>
                <a:gd name="T15" fmla="*/ 166 h 245"/>
                <a:gd name="T16" fmla="*/ 3 w 253"/>
                <a:gd name="T17" fmla="*/ 138 h 245"/>
                <a:gd name="T18" fmla="*/ 58 w 253"/>
                <a:gd name="T19" fmla="*/ 95 h 245"/>
                <a:gd name="T20" fmla="*/ 54 w 253"/>
                <a:gd name="T21" fmla="*/ 22 h 245"/>
                <a:gd name="T22" fmla="*/ 119 w 253"/>
                <a:gd name="T23" fmla="*/ 49 h 245"/>
                <a:gd name="T24" fmla="*/ 176 w 253"/>
                <a:gd name="T25" fmla="*/ 8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5">
                  <a:moveTo>
                    <a:pt x="176" y="8"/>
                  </a:moveTo>
                  <a:cubicBezTo>
                    <a:pt x="196" y="17"/>
                    <a:pt x="178" y="68"/>
                    <a:pt x="185" y="79"/>
                  </a:cubicBezTo>
                  <a:cubicBezTo>
                    <a:pt x="193" y="90"/>
                    <a:pt x="248" y="88"/>
                    <a:pt x="251" y="110"/>
                  </a:cubicBezTo>
                  <a:cubicBezTo>
                    <a:pt x="253" y="130"/>
                    <a:pt x="199" y="139"/>
                    <a:pt x="195" y="151"/>
                  </a:cubicBezTo>
                  <a:cubicBezTo>
                    <a:pt x="190" y="163"/>
                    <a:pt x="219" y="210"/>
                    <a:pt x="200" y="223"/>
                  </a:cubicBezTo>
                  <a:cubicBezTo>
                    <a:pt x="181" y="237"/>
                    <a:pt x="146" y="194"/>
                    <a:pt x="133" y="196"/>
                  </a:cubicBezTo>
                  <a:cubicBezTo>
                    <a:pt x="121" y="197"/>
                    <a:pt x="97" y="245"/>
                    <a:pt x="78" y="238"/>
                  </a:cubicBezTo>
                  <a:cubicBezTo>
                    <a:pt x="58" y="229"/>
                    <a:pt x="75" y="177"/>
                    <a:pt x="67" y="166"/>
                  </a:cubicBezTo>
                  <a:cubicBezTo>
                    <a:pt x="60" y="155"/>
                    <a:pt x="6" y="159"/>
                    <a:pt x="3" y="138"/>
                  </a:cubicBezTo>
                  <a:cubicBezTo>
                    <a:pt x="0" y="117"/>
                    <a:pt x="53" y="106"/>
                    <a:pt x="58" y="95"/>
                  </a:cubicBezTo>
                  <a:cubicBezTo>
                    <a:pt x="63" y="82"/>
                    <a:pt x="34" y="36"/>
                    <a:pt x="54" y="22"/>
                  </a:cubicBezTo>
                  <a:cubicBezTo>
                    <a:pt x="72" y="9"/>
                    <a:pt x="106" y="51"/>
                    <a:pt x="119" y="49"/>
                  </a:cubicBezTo>
                  <a:cubicBezTo>
                    <a:pt x="131" y="48"/>
                    <a:pt x="156" y="0"/>
                    <a:pt x="176" y="8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1" name="Freeform 13"/>
            <p:cNvSpPr>
              <a:spLocks/>
            </p:cNvSpPr>
            <p:nvPr/>
          </p:nvSpPr>
          <p:spPr bwMode="auto">
            <a:xfrm>
              <a:off x="6940262" y="3271033"/>
              <a:ext cx="966788" cy="928688"/>
            </a:xfrm>
            <a:custGeom>
              <a:avLst/>
              <a:gdLst>
                <a:gd name="T0" fmla="*/ 184 w 255"/>
                <a:gd name="T1" fmla="*/ 10 h 245"/>
                <a:gd name="T2" fmla="*/ 190 w 255"/>
                <a:gd name="T3" fmla="*/ 82 h 245"/>
                <a:gd name="T4" fmla="*/ 254 w 255"/>
                <a:gd name="T5" fmla="*/ 117 h 245"/>
                <a:gd name="T6" fmla="*/ 195 w 255"/>
                <a:gd name="T7" fmla="*/ 155 h 245"/>
                <a:gd name="T8" fmla="*/ 195 w 255"/>
                <a:gd name="T9" fmla="*/ 229 h 245"/>
                <a:gd name="T10" fmla="*/ 130 w 255"/>
                <a:gd name="T11" fmla="*/ 197 h 245"/>
                <a:gd name="T12" fmla="*/ 72 w 255"/>
                <a:gd name="T13" fmla="*/ 236 h 245"/>
                <a:gd name="T14" fmla="*/ 65 w 255"/>
                <a:gd name="T15" fmla="*/ 162 h 245"/>
                <a:gd name="T16" fmla="*/ 2 w 255"/>
                <a:gd name="T17" fmla="*/ 131 h 245"/>
                <a:gd name="T18" fmla="*/ 60 w 255"/>
                <a:gd name="T19" fmla="*/ 91 h 245"/>
                <a:gd name="T20" fmla="*/ 60 w 255"/>
                <a:gd name="T21" fmla="*/ 17 h 245"/>
                <a:gd name="T22" fmla="*/ 124 w 255"/>
                <a:gd name="T23" fmla="*/ 48 h 245"/>
                <a:gd name="T24" fmla="*/ 184 w 255"/>
                <a:gd name="T25" fmla="*/ 1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5" h="245">
                  <a:moveTo>
                    <a:pt x="184" y="10"/>
                  </a:moveTo>
                  <a:cubicBezTo>
                    <a:pt x="204" y="20"/>
                    <a:pt x="182" y="71"/>
                    <a:pt x="190" y="82"/>
                  </a:cubicBezTo>
                  <a:cubicBezTo>
                    <a:pt x="197" y="94"/>
                    <a:pt x="252" y="95"/>
                    <a:pt x="254" y="117"/>
                  </a:cubicBezTo>
                  <a:cubicBezTo>
                    <a:pt x="255" y="137"/>
                    <a:pt x="200" y="144"/>
                    <a:pt x="195" y="155"/>
                  </a:cubicBezTo>
                  <a:cubicBezTo>
                    <a:pt x="189" y="167"/>
                    <a:pt x="216" y="216"/>
                    <a:pt x="195" y="229"/>
                  </a:cubicBezTo>
                  <a:cubicBezTo>
                    <a:pt x="176" y="241"/>
                    <a:pt x="143" y="196"/>
                    <a:pt x="130" y="197"/>
                  </a:cubicBezTo>
                  <a:cubicBezTo>
                    <a:pt x="118" y="197"/>
                    <a:pt x="91" y="245"/>
                    <a:pt x="72" y="236"/>
                  </a:cubicBezTo>
                  <a:cubicBezTo>
                    <a:pt x="52" y="226"/>
                    <a:pt x="73" y="174"/>
                    <a:pt x="65" y="162"/>
                  </a:cubicBezTo>
                  <a:cubicBezTo>
                    <a:pt x="58" y="152"/>
                    <a:pt x="3" y="152"/>
                    <a:pt x="2" y="131"/>
                  </a:cubicBezTo>
                  <a:cubicBezTo>
                    <a:pt x="0" y="110"/>
                    <a:pt x="55" y="103"/>
                    <a:pt x="60" y="91"/>
                  </a:cubicBezTo>
                  <a:cubicBezTo>
                    <a:pt x="66" y="79"/>
                    <a:pt x="39" y="30"/>
                    <a:pt x="60" y="17"/>
                  </a:cubicBezTo>
                  <a:cubicBezTo>
                    <a:pt x="79" y="5"/>
                    <a:pt x="111" y="49"/>
                    <a:pt x="124" y="48"/>
                  </a:cubicBezTo>
                  <a:cubicBezTo>
                    <a:pt x="137" y="48"/>
                    <a:pt x="165" y="0"/>
                    <a:pt x="184" y="10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2" name="Freeform 14"/>
            <p:cNvSpPr>
              <a:spLocks/>
            </p:cNvSpPr>
            <p:nvPr/>
          </p:nvSpPr>
          <p:spPr bwMode="auto">
            <a:xfrm>
              <a:off x="6940262" y="3271033"/>
              <a:ext cx="971550" cy="933450"/>
            </a:xfrm>
            <a:custGeom>
              <a:avLst/>
              <a:gdLst>
                <a:gd name="T0" fmla="*/ 0 w 256"/>
                <a:gd name="T1" fmla="*/ 124 h 246"/>
                <a:gd name="T2" fmla="*/ 61 w 256"/>
                <a:gd name="T3" fmla="*/ 88 h 246"/>
                <a:gd name="T4" fmla="*/ 65 w 256"/>
                <a:gd name="T5" fmla="*/ 11 h 246"/>
                <a:gd name="T6" fmla="*/ 128 w 256"/>
                <a:gd name="T7" fmla="*/ 47 h 246"/>
                <a:gd name="T8" fmla="*/ 191 w 256"/>
                <a:gd name="T9" fmla="*/ 12 h 246"/>
                <a:gd name="T10" fmla="*/ 193 w 256"/>
                <a:gd name="T11" fmla="*/ 86 h 246"/>
                <a:gd name="T12" fmla="*/ 255 w 256"/>
                <a:gd name="T13" fmla="*/ 124 h 246"/>
                <a:gd name="T14" fmla="*/ 194 w 256"/>
                <a:gd name="T15" fmla="*/ 159 h 246"/>
                <a:gd name="T16" fmla="*/ 190 w 256"/>
                <a:gd name="T17" fmla="*/ 234 h 246"/>
                <a:gd name="T18" fmla="*/ 125 w 256"/>
                <a:gd name="T19" fmla="*/ 198 h 246"/>
                <a:gd name="T20" fmla="*/ 65 w 256"/>
                <a:gd name="T21" fmla="*/ 234 h 246"/>
                <a:gd name="T22" fmla="*/ 62 w 256"/>
                <a:gd name="T23" fmla="*/ 159 h 246"/>
                <a:gd name="T24" fmla="*/ 0 w 256"/>
                <a:gd name="T25" fmla="*/ 124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6" h="246">
                  <a:moveTo>
                    <a:pt x="0" y="124"/>
                  </a:moveTo>
                  <a:cubicBezTo>
                    <a:pt x="0" y="103"/>
                    <a:pt x="55" y="99"/>
                    <a:pt x="61" y="88"/>
                  </a:cubicBezTo>
                  <a:cubicBezTo>
                    <a:pt x="67" y="75"/>
                    <a:pt x="43" y="24"/>
                    <a:pt x="65" y="11"/>
                  </a:cubicBezTo>
                  <a:cubicBezTo>
                    <a:pt x="85" y="0"/>
                    <a:pt x="115" y="47"/>
                    <a:pt x="128" y="47"/>
                  </a:cubicBezTo>
                  <a:cubicBezTo>
                    <a:pt x="141" y="47"/>
                    <a:pt x="172" y="1"/>
                    <a:pt x="191" y="12"/>
                  </a:cubicBezTo>
                  <a:cubicBezTo>
                    <a:pt x="211" y="23"/>
                    <a:pt x="186" y="73"/>
                    <a:pt x="193" y="86"/>
                  </a:cubicBezTo>
                  <a:cubicBezTo>
                    <a:pt x="200" y="98"/>
                    <a:pt x="256" y="102"/>
                    <a:pt x="255" y="124"/>
                  </a:cubicBezTo>
                  <a:cubicBezTo>
                    <a:pt x="255" y="145"/>
                    <a:pt x="200" y="148"/>
                    <a:pt x="194" y="159"/>
                  </a:cubicBezTo>
                  <a:cubicBezTo>
                    <a:pt x="187" y="171"/>
                    <a:pt x="212" y="222"/>
                    <a:pt x="190" y="234"/>
                  </a:cubicBezTo>
                  <a:cubicBezTo>
                    <a:pt x="169" y="246"/>
                    <a:pt x="139" y="198"/>
                    <a:pt x="125" y="198"/>
                  </a:cubicBezTo>
                  <a:cubicBezTo>
                    <a:pt x="113" y="197"/>
                    <a:pt x="83" y="244"/>
                    <a:pt x="65" y="234"/>
                  </a:cubicBezTo>
                  <a:cubicBezTo>
                    <a:pt x="46" y="223"/>
                    <a:pt x="69" y="172"/>
                    <a:pt x="62" y="159"/>
                  </a:cubicBezTo>
                  <a:cubicBezTo>
                    <a:pt x="55" y="148"/>
                    <a:pt x="0" y="145"/>
                    <a:pt x="0" y="124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0">
        <p:fade/>
      </p:transition>
    </mc:Choice>
    <mc:Fallback xmlns="">
      <p:transition spd="med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p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1409</TotalTime>
  <Words>675</Words>
  <Application>Microsoft Macintosh PowerPoint</Application>
  <PresentationFormat>全屏显示(16:9)</PresentationFormat>
  <Paragraphs>75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Adobe Arabic</vt:lpstr>
      <vt:lpstr>-apple-system</vt:lpstr>
      <vt:lpstr>Arial</vt:lpstr>
      <vt:lpstr>Calibri</vt:lpstr>
      <vt:lpstr>Kaiti SC</vt:lpstr>
      <vt:lpstr>宋体</vt:lpstr>
      <vt:lpstr>微软雅黑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简约线条创意毕业论文答辩开题报告动态PPT模板</dc:title>
  <dc:creator>ytfcells</dc:creator>
  <cp:keywords>ytfcells</cp:keywords>
  <cp:lastModifiedBy>2287422060@qq.com</cp:lastModifiedBy>
  <cp:revision>68</cp:revision>
  <dcterms:created xsi:type="dcterms:W3CDTF">2016-05-20T12:59:00Z</dcterms:created>
  <dcterms:modified xsi:type="dcterms:W3CDTF">2018-11-05T11:25:15Z</dcterms:modified>
  <cp:category>ytfcells</cp:category>
  <cp:contentStatus>ytfcells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2052-10.1.0.5745</vt:lpwstr>
  </property>
</Properties>
</file>